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7" r:id="rId7"/>
    <p:sldId id="258" r:id="rId8"/>
    <p:sldId id="275" r:id="rId9"/>
    <p:sldId id="264" r:id="rId10"/>
    <p:sldId id="270" r:id="rId11"/>
    <p:sldId id="266" r:id="rId12"/>
    <p:sldId id="261" r:id="rId13"/>
    <p:sldId id="262" r:id="rId14"/>
    <p:sldId id="268" r:id="rId15"/>
    <p:sldId id="273" r:id="rId16"/>
    <p:sldId id="274" r:id="rId1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6C46A-821D-734B-90AD-F90C7DDF89B5}" v="32" dt="2026-01-06T09:46:53.948"/>
    <p1510:client id="{3B0D8265-DF87-622A-BB1F-86ED6807FF81}" v="14" dt="2026-01-06T11:05:19.398"/>
    <p1510:client id="{5A6329FA-A36B-42F5-B48C-7477A2545B17}" v="117" dt="2026-01-06T09:54:20.183"/>
    <p1510:client id="{BE30179E-2036-9A25-B686-ECE996F999BC}" v="53" dt="2026-01-06T12:28:52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>
                <a:solidFill>
                  <a:schemeClr val="bg1"/>
                </a:solidFill>
              </a:rPr>
              <a:t>Dynamic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>
                <a:solidFill>
                  <a:schemeClr val="bg1"/>
                </a:solidFill>
              </a:rPr>
              <a:t>Sprint 6</a:t>
            </a:r>
          </a:p>
          <a:p>
            <a:r>
              <a:rPr lang="en-NL" sz="2000">
                <a:solidFill>
                  <a:schemeClr val="bg1"/>
                </a:solidFill>
              </a:rPr>
              <a:t>Scott, Arda,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Inhoud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Wat is </a:t>
            </a:r>
            <a:r>
              <a:rPr lang="en-NL" err="1">
                <a:solidFill>
                  <a:schemeClr val="bg1"/>
                </a:solidFill>
              </a:rPr>
              <a:t>ons</a:t>
            </a:r>
            <a:r>
              <a:rPr lang="en-NL">
                <a:solidFill>
                  <a:schemeClr val="bg1"/>
                </a:solidFill>
              </a:rPr>
              <a:t> project?</a:t>
            </a:r>
          </a:p>
          <a:p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  <a:p>
            <a:r>
              <a:rPr lang="en-NL">
                <a:solidFill>
                  <a:schemeClr val="bg1"/>
                </a:solidFill>
              </a:rPr>
              <a:t>Retrospective</a:t>
            </a:r>
          </a:p>
          <a:p>
            <a:r>
              <a:rPr lang="en-NL">
                <a:solidFill>
                  <a:schemeClr val="bg1"/>
                </a:solidFill>
              </a:rPr>
              <a:t>Sprint 7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5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B4564-D0F6-0AD3-8CC7-398D30A9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Wat is ons project</a:t>
            </a: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9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2" name="Content Placeholder 2">
            <a:extLst>
              <a:ext uri="{FF2B5EF4-FFF2-40B4-BE49-F238E27FC236}">
                <a16:creationId xmlns:a16="http://schemas.microsoft.com/office/drawing/2014/main" id="{D0691311-3471-5CB8-22C1-8D2086BA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Dynamic translator board</a:t>
            </a:r>
          </a:p>
          <a:p>
            <a:r>
              <a:rPr lang="en-NL" err="1">
                <a:solidFill>
                  <a:schemeClr val="bg1"/>
                </a:solidFill>
              </a:rPr>
              <a:t>Cyrb</a:t>
            </a:r>
            <a:endParaRPr lang="en-NL">
              <a:solidFill>
                <a:schemeClr val="bg1"/>
              </a:solidFill>
            </a:endParaRPr>
          </a:p>
          <a:p>
            <a:r>
              <a:rPr lang="en-NL" err="1">
                <a:solidFill>
                  <a:schemeClr val="bg1"/>
                </a:solidFill>
              </a:rPr>
              <a:t>Modulaire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sensoren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553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AutoShape 2">
            <a:extLst>
              <a:ext uri="{FF2B5EF4-FFF2-40B4-BE49-F238E27FC236}">
                <a16:creationId xmlns:a16="http://schemas.microsoft.com/office/drawing/2014/main" id="{B97A2DC0-C062-30A9-F48E-693B8CCFB0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47176" cy="274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DAA3687-7839-1F70-9B0C-3D8387DE8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AC702A11-08EA-B6E3-42B7-9078EEF3B9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151078" cy="315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7" name="Picture 6" descr="A white battery charger on a table&#10;&#10;AI-generated content may be incorrect.">
            <a:extLst>
              <a:ext uri="{FF2B5EF4-FFF2-40B4-BE49-F238E27FC236}">
                <a16:creationId xmlns:a16="http://schemas.microsoft.com/office/drawing/2014/main" id="{483FA0D4-25C1-C0C4-BE0E-4EC794281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10" r="25559" b="33333"/>
          <a:stretch/>
        </p:blipFill>
        <p:spPr>
          <a:xfrm rot="5400000">
            <a:off x="6763958" y="2691263"/>
            <a:ext cx="3576684" cy="391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177" y="773514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A421BEC-3D4F-237A-CFBC-701D50406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92" y="3210079"/>
            <a:ext cx="9669224" cy="310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C5FA2-F0A6-8AC1-60CB-CE0037BDC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9FCFFB-9F0A-296C-E459-B1CF597CB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9578D8-44A9-2EE0-742C-217504D9C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84129-9D3D-FF49-BE43-2D69B549D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3DD71C-EF31-F533-E6F1-B53DB1161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85242-C7E9-E4A9-D511-6469C35D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177" y="763117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Pico code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16F829-9511-2F9C-C734-A83362CA7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C142726-080C-ED0A-CD39-C94B5DEA8E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B0C8C3F-33B2-2A9C-1C88-6BC698DC7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FA9C838A-3622-D575-2DD4-2592B91F2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928B270B-5D6D-C699-2545-DA57B6494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33051F-7913-5B27-50DB-245381C9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33F3783-D9CA-A81B-E9F0-FC92CE3EA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DA62-67B2-2088-0233-DE7BE3F5E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23827"/>
            <a:ext cx="5217173" cy="4351338"/>
          </a:xfrm>
        </p:spPr>
        <p:txBody>
          <a:bodyPr>
            <a:normAutofit/>
          </a:bodyPr>
          <a:lstStyle/>
          <a:p>
            <a:r>
              <a:rPr lang="en-NL" err="1">
                <a:solidFill>
                  <a:schemeClr val="bg1"/>
                </a:solidFill>
              </a:rPr>
              <a:t>Opgeleverde</a:t>
            </a:r>
            <a:r>
              <a:rPr lang="en-NL">
                <a:solidFill>
                  <a:schemeClr val="bg1"/>
                </a:solidFill>
              </a:rPr>
              <a:t> code</a:t>
            </a:r>
          </a:p>
          <a:p>
            <a:r>
              <a:rPr lang="en-NL">
                <a:solidFill>
                  <a:schemeClr val="bg1"/>
                </a:solidFill>
              </a:rPr>
              <a:t>Doel van </a:t>
            </a:r>
            <a:r>
              <a:rPr lang="en-NL" err="1">
                <a:solidFill>
                  <a:schemeClr val="bg1"/>
                </a:solidFill>
              </a:rPr>
              <a:t>aanpassingen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CB65EA21-BE1D-5999-7800-E0CBE99B3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258AD66-1A2B-D2B5-9C64-6E5DA1FE3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A6F96E3-A204-569A-3DCA-EF131053F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947EF9E-E7E6-3EB0-1048-B8A970F2C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E10BDD7-DA0A-7888-6F1B-6DEA07ED7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28BA49A-02B0-BEF7-6902-A86E3723C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6" name="Picture 2" descr="error message - Wikidata">
            <a:extLst>
              <a:ext uri="{FF2B5EF4-FFF2-40B4-BE49-F238E27FC236}">
                <a16:creationId xmlns:a16="http://schemas.microsoft.com/office/drawing/2014/main" id="{75B378C0-9032-DD60-244B-5E0AF8CE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20" y="3213291"/>
            <a:ext cx="409515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43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8269-5A03-86EA-B224-EE5EEA4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br>
              <a:rPr lang="en-NL" sz="3100">
                <a:solidFill>
                  <a:schemeClr val="bg1"/>
                </a:solidFill>
              </a:rPr>
            </a:br>
            <a:endParaRPr lang="en-NL" sz="3100">
              <a:solidFill>
                <a:schemeClr val="bg1"/>
              </a:solidFill>
            </a:endParaRPr>
          </a:p>
        </p:txBody>
      </p:sp>
      <p:grpSp>
        <p:nvGrpSpPr>
          <p:cNvPr id="36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5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8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35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D26C92-F32B-0D1D-2C5A-6E978DBF8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2087" y="1685734"/>
            <a:ext cx="5443330" cy="34865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NL" sz="4000" b="1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NL" sz="4000" b="1">
                <a:solidFill>
                  <a:schemeClr val="bg1"/>
                </a:solidFill>
                <a:latin typeface="+mj-lt"/>
              </a:rPr>
              <a:t>   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546B509-1DFF-02BB-71A4-0DC8BB282CF4}"/>
              </a:ext>
            </a:extLst>
          </p:cNvPr>
          <p:cNvSpPr txBox="1">
            <a:spLocks/>
          </p:cNvSpPr>
          <p:nvPr/>
        </p:nvSpPr>
        <p:spPr>
          <a:xfrm>
            <a:off x="1176177" y="763117"/>
            <a:ext cx="4030132" cy="321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NL">
                <a:solidFill>
                  <a:schemeClr val="bg1"/>
                </a:solidFill>
              </a:rPr>
              <a:t>Ozon sensor code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9C6F89-D44B-F8DD-1549-2628C1513E82}"/>
              </a:ext>
            </a:extLst>
          </p:cNvPr>
          <p:cNvSpPr txBox="1">
            <a:spLocks/>
          </p:cNvSpPr>
          <p:nvPr/>
        </p:nvSpPr>
        <p:spPr>
          <a:xfrm>
            <a:off x="6096000" y="1623827"/>
            <a:ext cx="52171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</a:rPr>
              <a:t>I2C</a:t>
            </a:r>
          </a:p>
          <a:p>
            <a:r>
              <a:rPr lang="en-GB" err="1">
                <a:solidFill>
                  <a:schemeClr val="bg1"/>
                </a:solidFill>
              </a:rPr>
              <a:t>Structuur</a:t>
            </a:r>
            <a:endParaRPr lang="en-GB">
              <a:solidFill>
                <a:schemeClr val="bg1"/>
              </a:solidFill>
            </a:endParaRPr>
          </a:p>
          <a:p>
            <a:r>
              <a:rPr lang="en-GB">
                <a:solidFill>
                  <a:schemeClr val="bg1"/>
                </a:solidFill>
              </a:rPr>
              <a:t>Verbinding</a:t>
            </a:r>
          </a:p>
        </p:txBody>
      </p:sp>
      <p:pic>
        <p:nvPicPr>
          <p:cNvPr id="5" name="Picture 4" descr="SOLDERED Ontwikkelboards - Gassensor, ozon (O3), MQ-131 | Sensoren en  modules tegen zeer gunstige prijzen | reichelt elektronik">
            <a:extLst>
              <a:ext uri="{FF2B5EF4-FFF2-40B4-BE49-F238E27FC236}">
                <a16:creationId xmlns:a16="http://schemas.microsoft.com/office/drawing/2014/main" id="{0056B41B-AE0D-3BBC-C75D-40A25EBE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815" y="2805792"/>
            <a:ext cx="3701143" cy="34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2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96FA5-2E7F-FAC5-A312-077545E2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674" y="1082814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Opleverset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aanpassingen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Content Placeholder 3" descr="A black background with white text and colorful text&#10;&#10;AI-generated content may be incorrect.">
            <a:extLst>
              <a:ext uri="{FF2B5EF4-FFF2-40B4-BE49-F238E27FC236}">
                <a16:creationId xmlns:a16="http://schemas.microsoft.com/office/drawing/2014/main" id="{03270DD7-02F7-638B-A5EE-B7C1102F7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1392" y="378957"/>
            <a:ext cx="3495675" cy="1857375"/>
          </a:xfrm>
          <a:prstGeom prst="rect">
            <a:avLst/>
          </a:prstGeom>
        </p:spPr>
      </p:pic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B3438065-F486-A66E-4878-CF68DEF70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770" y="2452688"/>
            <a:ext cx="5589732" cy="1941080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0F42662-AC7A-0967-1085-A4A2711A0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634" y="4947804"/>
            <a:ext cx="6501823" cy="104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5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04D72-33E2-49BF-EF50-40B18CA0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90" y="1455310"/>
            <a:ext cx="5554264" cy="3587786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BMP met </a:t>
            </a:r>
            <a:r>
              <a:rPr lang="en-NL" err="1">
                <a:solidFill>
                  <a:schemeClr val="bg1"/>
                </a:solidFill>
              </a:rPr>
              <a:t>pico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786D-1F61-34DE-AFDA-8709F544B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845" y="2597101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solidFill>
                  <a:schemeClr val="bg1"/>
                </a:solidFill>
              </a:rPr>
              <a:t>Loopt</a:t>
            </a:r>
            <a:r>
              <a:rPr lang="en-US">
                <a:solidFill>
                  <a:schemeClr val="bg1"/>
                </a:solidFill>
              </a:rPr>
              <a:t> door in </a:t>
            </a:r>
            <a:r>
              <a:rPr lang="en-US" err="1">
                <a:solidFill>
                  <a:schemeClr val="bg1"/>
                </a:solidFill>
              </a:rPr>
              <a:t>volgende</a:t>
            </a:r>
            <a:r>
              <a:rPr lang="en-US">
                <a:solidFill>
                  <a:schemeClr val="bg1"/>
                </a:solidFill>
              </a:rPr>
              <a:t> sprint</a:t>
            </a:r>
          </a:p>
        </p:txBody>
      </p:sp>
      <p:pic>
        <p:nvPicPr>
          <p:cNvPr id="4" name="Picture 3" descr="Overview | Adafruit BMP280 Barometric Pressure + Temperature Sensor  Breakout | Adafruit Learning System">
            <a:extLst>
              <a:ext uri="{FF2B5EF4-FFF2-40B4-BE49-F238E27FC236}">
                <a16:creationId xmlns:a16="http://schemas.microsoft.com/office/drawing/2014/main" id="{547390C2-2A23-5BBE-2A04-108F1E94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707" y="3558321"/>
            <a:ext cx="2743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8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9CD8B-CD78-4302-25A0-A022402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914120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NL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Sprint 7</a:t>
            </a:r>
            <a:endParaRPr lang="en-US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6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3649DF3-D9B2-354C-0704-BFCA0C6EE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653" y="3028246"/>
            <a:ext cx="965969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8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1292D-8F90-6084-BC63-ABF7256A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503833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Retrospective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9C039-9A03-AAB9-B8F0-C91D3921D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7801" y="1231412"/>
            <a:ext cx="5217173" cy="4351338"/>
          </a:xfrm>
        </p:spPr>
        <p:txBody>
          <a:bodyPr>
            <a:normAutofit/>
          </a:bodyPr>
          <a:lstStyle/>
          <a:p>
            <a:r>
              <a:rPr lang="en-NL" err="1">
                <a:solidFill>
                  <a:schemeClr val="bg1"/>
                </a:solidFill>
              </a:rPr>
              <a:t>Sommige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afspraken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niet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nagekomen</a:t>
            </a:r>
            <a:endParaRPr lang="en-NL">
              <a:solidFill>
                <a:schemeClr val="bg1"/>
              </a:solidFill>
            </a:endParaRPr>
          </a:p>
          <a:p>
            <a:r>
              <a:rPr lang="en-NL" err="1">
                <a:solidFill>
                  <a:schemeClr val="bg1"/>
                </a:solidFill>
              </a:rPr>
              <a:t>Vakantie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zat</a:t>
            </a:r>
            <a:r>
              <a:rPr lang="en-NL">
                <a:solidFill>
                  <a:schemeClr val="bg1"/>
                </a:solidFill>
              </a:rPr>
              <a:t> </a:t>
            </a:r>
            <a:r>
              <a:rPr lang="en-NL" err="1">
                <a:solidFill>
                  <a:schemeClr val="bg1"/>
                </a:solidFill>
              </a:rPr>
              <a:t>ertussen</a:t>
            </a:r>
            <a:endParaRPr lang="en-NL">
              <a:solidFill>
                <a:schemeClr val="bg1"/>
              </a:solidFill>
            </a:endParaRPr>
          </a:p>
          <a:p>
            <a:r>
              <a:rPr lang="en-NL">
                <a:solidFill>
                  <a:schemeClr val="bg1"/>
                </a:solidFill>
              </a:rPr>
              <a:t>Wel </a:t>
            </a:r>
            <a:r>
              <a:rPr lang="en-NL" err="1">
                <a:solidFill>
                  <a:schemeClr val="bg1"/>
                </a:solidFill>
              </a:rPr>
              <a:t>vooruitgang</a:t>
            </a:r>
            <a:r>
              <a:rPr lang="en-NL">
                <a:solidFill>
                  <a:schemeClr val="bg1"/>
                </a:solidFill>
              </a:rPr>
              <a:t>, maar minder</a:t>
            </a:r>
          </a:p>
        </p:txBody>
      </p:sp>
    </p:spTree>
    <p:extLst>
      <p:ext uri="{BB962C8B-B14F-4D97-AF65-F5344CB8AC3E}">
        <p14:creationId xmlns:p14="http://schemas.microsoft.com/office/powerpoint/2010/main" val="205670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D0698-E03B-6A30-464C-3CF567CA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Vragen?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1672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99D5-FCA8-4766-60A1-DAC47B7AE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F640D-ABFA-A8D1-5A17-393A8BED0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8B4357-E10D-216E-DC92-4F79D01B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5D03AB-B763-C5A0-865C-66B655FE1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25522D-0C9E-C6C6-AA03-0FFA68C46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2DBE73-F706-8BE4-1CD0-F405899E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563764"/>
            <a:ext cx="4030132" cy="3215373"/>
          </a:xfrm>
        </p:spPr>
        <p:txBody>
          <a:bodyPr>
            <a:normAutofit/>
          </a:bodyPr>
          <a:lstStyle/>
          <a:p>
            <a:pPr algn="ctr"/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804C92-C8A1-A90C-15EB-D454470E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63CCA8-149F-A136-B9F0-A87FA332F2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9BA3245-B875-DCDA-DB63-D951FF9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CA89F7F1-9D66-95F7-5761-17529B568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D4C27073-212E-B9D8-46AF-B934C6086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D9F0932-9D3F-E771-2664-F428B3DA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8A2AF0-BE06-7B0E-CDAB-56E757D75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7D2432EC-FEC3-835A-440B-826A9B7DD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0CC3AD4-E8A4-7382-D8C8-B6DBE32639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2110F11-35CE-7DE4-9DE8-B1FB7E2D7F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51C727D-E839-227F-3016-A9110D97F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F7B23FC-E41B-4A79-E414-008ADCBC8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00F09C7-1318-BB67-36C2-C7963207D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741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C11DF-57B6-C93E-DE2F-6D33F5F7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8985EE8-75EA-9FF5-0035-E5776D10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876CD0-2018-049B-12AF-8F88884BC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A9C1AB-1604-EBD4-6B6C-D58135C3C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AD3E813-A63D-9695-3AD8-D91BD6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6085D-FC29-E5E2-8008-B7ED550E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563764"/>
            <a:ext cx="4030132" cy="3215373"/>
          </a:xfrm>
        </p:spPr>
        <p:txBody>
          <a:bodyPr>
            <a:normAutofit/>
          </a:bodyPr>
          <a:lstStyle/>
          <a:p>
            <a:pPr algn="ctr"/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FA9672-F030-E293-2636-D388CA162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003A1D0-2D50-1611-2301-0252420145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0C70F3-3C6F-749E-3F3B-67989BFF45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FFC7C562-2F60-F371-E2C5-95C11B9AD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9A460351-23D7-E103-946C-386E3525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5279A8-95EF-800F-283C-76B275B77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9F820CA-ACB4-5CC6-F993-1C012AD1D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718B6015-BE4D-A3E4-6E1D-CB7990EC1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BE6FCB-FB3B-3418-70E9-24CCECCA3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FD4C238-B368-3161-234F-B75D2836B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CA3409E-CE3A-D9B0-DECE-1C54FD6CC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F54FB3E-232C-786F-4627-C4A85DC25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DF479B-05F6-D2EC-90D6-4022DD525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939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1" ma:contentTypeDescription="Create a new document." ma:contentTypeScope="" ma:versionID="b91045e47f069336ae4937b4b289239b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c90cb3e74293a755eda67fa8ae9be840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9F50E2D-D0D4-44B0-BDC7-5B50B26B90CB}">
  <ds:schemaRefs>
    <ds:schemaRef ds:uri="8e26a412-eb24-4fd0-bbc0-2e15db2be7b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339AF74-0613-4003-B2C5-AAD6690F01D2}">
  <ds:schemaRefs>
    <ds:schemaRef ds:uri="8e26a412-eb24-4fd0-bbc0-2e15db2be7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Dynamic Translator Board</vt:lpstr>
      <vt:lpstr>Inhoud</vt:lpstr>
      <vt:lpstr>Wat is ons project</vt:lpstr>
      <vt:lpstr>Wat hebben we gedaan?</vt:lpstr>
      <vt:lpstr>Pico code</vt:lpstr>
      <vt:lpstr> </vt:lpstr>
      <vt:lpstr>Opleverset aanpassingen</vt:lpstr>
      <vt:lpstr>BMP met pico</vt:lpstr>
      <vt:lpstr>Sprint 7</vt:lpstr>
      <vt:lpstr>Retrospective</vt:lpstr>
      <vt:lpstr>Vragen?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Translator Board</dc:title>
  <dc:creator>Tijmen Groenevelt (1103197)</dc:creator>
  <cp:revision>2</cp:revision>
  <dcterms:created xsi:type="dcterms:W3CDTF">2025-09-16T10:42:24Z</dcterms:created>
  <dcterms:modified xsi:type="dcterms:W3CDTF">2026-01-27T13:52:59Z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