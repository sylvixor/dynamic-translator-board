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67" r:id="rId7"/>
    <p:sldId id="258" r:id="rId8"/>
    <p:sldId id="270" r:id="rId9"/>
    <p:sldId id="264" r:id="rId10"/>
    <p:sldId id="266" r:id="rId11"/>
    <p:sldId id="265" r:id="rId12"/>
    <p:sldId id="268" r:id="rId1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FE3794-0C7D-7763-2EB5-DFF3DCAD61B7}" v="5" dt="2026-01-27T13:52:02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03BA-41D0-CE7C-C882-0637233B8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D29E9-6EA5-D100-AF27-081490EE8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7F3A0-1F63-AEFA-A9BD-3A6E2F96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1CAE6-E959-3A4B-9D2C-FA883E76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83834-F60B-0C0C-7BEC-EC0A0944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609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577F-1E6E-F778-B983-7E4FD53C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0612-528E-4E60-F97F-EF44B12C5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9D227-BED1-A0C3-A71C-5E7AEECF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0F0C-B3A7-4797-AE96-22380AF7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E5239-C20A-E549-DAD9-6335608C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197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68C0-55D2-0FC9-D0EB-B9A41C58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78AAD-7D29-B353-5618-77FC7F240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92062-29CB-6AD0-B8CF-D1A86C37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F3083-E79F-D313-BEC0-84410660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6F0D8-5F80-2974-EB40-900D43A2B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9088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80D0-49CD-985E-54FD-AB9BFDAD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916CD-2415-2487-2200-B1EB9471D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7AD00-CDA2-7949-A390-CD6E1887A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F8364-46EB-4042-770A-28FFB9B4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8B022-26AF-E353-4304-63819FEF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F813A-4E4D-89C9-7AA8-B334E962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667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16C7-B21C-5AF8-9FF0-1839061B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CC0EE-8FA3-F497-D0ED-6260DD075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1A07A-162D-469A-98A9-2D6F8AF0B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D8A53-CEEF-BA37-BF90-E3FA085FF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B503C-D5EF-93FE-0FE2-B779F351B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B5FA1C-3274-5EC5-48B8-CF16D2DA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B603D-747A-F87C-6374-884A2367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CC793-F9A8-FB44-B951-502E22A2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305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A8E7-B3D1-5401-A56B-CB85A45F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DF8FC-484B-D4E0-D92E-805881C4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C9D4F-0947-7B2F-DE22-38EC8074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C7084-1B4D-AACB-8EA8-1FE1B7D8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5848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F7222-06CA-D164-C246-7BA51431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2E625-D6FB-C6B2-6D8F-ED1CE364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5A25F-3ECF-B09C-A7F2-262E64B5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39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82F11-77EB-139C-BC59-C502B009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76A1-A66D-61E9-E01B-575EAE061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4DC53-CBA9-D795-1F2F-AA4759A8B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3C77B-51FB-D1CF-87FE-BE62FDEA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5AAAB-940D-E4F2-DF29-2E9DE172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D786E-8893-D0E2-316E-AA4CC049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5060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1DA0-9046-DCB1-3996-2149616B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9499E-57F8-00ED-334E-255005F58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53389-71F5-4090-9E68-BB89E2A84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BCA2C-A4F4-7E3F-AA7E-704BD7C1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C44B2-63ED-E2F0-C635-62CDB7C0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55D95-5451-CE88-55D7-FA5B8CB8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9891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1134-5D7B-827E-B591-2637F82A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77531-C046-BB3E-0CC2-53951BCC0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A8353-7616-2201-0B82-8D22A3DB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2667-C02B-65B1-AC74-B30BBD9E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86FEA-6B2F-798C-39F5-C6100D12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16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846B40-62DF-8B6A-53D5-DB3396995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4D3D8-CA4E-6772-17BA-36BC688BD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C723F-EADB-9D71-1C11-F7AB23EB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ACC3-A429-3763-AB05-1FF40832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F78E-2BE3-9AC7-8851-D57C7827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14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6A918-E7C1-A29D-2E7E-A9F4F6EA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DED73-7FC5-AE9A-361F-764A8FA6E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9CDF-1E00-C0D7-ED44-DC013B3B2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12188-0886-25C5-002A-ACA2A4142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283E-7CDF-9265-7111-93FD6720F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2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4AA3D-46A2-C31A-8822-3A5566944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NL" sz="5400">
                <a:solidFill>
                  <a:schemeClr val="bg1"/>
                </a:solidFill>
              </a:rPr>
              <a:t>Dynamic Translator 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17DD8-C0F8-9D9B-FC4D-653E2FC46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NL" sz="2000">
                <a:solidFill>
                  <a:schemeClr val="bg1"/>
                </a:solidFill>
              </a:rPr>
              <a:t>Sprint 5</a:t>
            </a:r>
          </a:p>
          <a:p>
            <a:r>
              <a:rPr lang="en-NL" sz="2000">
                <a:solidFill>
                  <a:schemeClr val="bg1"/>
                </a:solidFill>
              </a:rPr>
              <a:t>Scott, Arda, Omar, Tijmen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812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910DC-7F77-C8DE-B875-CF9E756D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err="1">
                <a:solidFill>
                  <a:schemeClr val="bg1"/>
                </a:solidFill>
              </a:rPr>
              <a:t>Inhoud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A4AC-141D-41A6-E740-B582AC1BB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NL">
                <a:solidFill>
                  <a:schemeClr val="bg1"/>
                </a:solidFill>
              </a:rPr>
              <a:t>Wat is </a:t>
            </a:r>
            <a:r>
              <a:rPr lang="en-NL" err="1">
                <a:solidFill>
                  <a:schemeClr val="bg1"/>
                </a:solidFill>
              </a:rPr>
              <a:t>ons</a:t>
            </a:r>
            <a:r>
              <a:rPr lang="en-NL">
                <a:solidFill>
                  <a:schemeClr val="bg1"/>
                </a:solidFill>
              </a:rPr>
              <a:t> project?</a:t>
            </a:r>
          </a:p>
          <a:p>
            <a:r>
              <a:rPr lang="nl-NL">
                <a:solidFill>
                  <a:schemeClr val="bg1"/>
                </a:solidFill>
              </a:rPr>
              <a:t>Wat hebben we gedaan?</a:t>
            </a:r>
            <a:endParaRPr lang="en-NL">
              <a:solidFill>
                <a:schemeClr val="bg1"/>
              </a:solidFill>
            </a:endParaRPr>
          </a:p>
          <a:p>
            <a:r>
              <a:rPr lang="en-NL">
                <a:solidFill>
                  <a:schemeClr val="bg1"/>
                </a:solidFill>
              </a:rPr>
              <a:t>Retrospective</a:t>
            </a:r>
          </a:p>
          <a:p>
            <a:r>
              <a:rPr lang="en-NL">
                <a:solidFill>
                  <a:schemeClr val="bg1"/>
                </a:solidFill>
              </a:rPr>
              <a:t>Sprint 6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177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Rectangle 54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B4564-D0F6-0AD3-8CC7-398D30A91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Wat is ons project</a:t>
            </a:r>
          </a:p>
        </p:txBody>
      </p:sp>
      <p:grpSp>
        <p:nvGrpSpPr>
          <p:cNvPr id="547" name="Group 546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4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549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51" name="Oval 550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52" name="Content Placeholder 2">
            <a:extLst>
              <a:ext uri="{FF2B5EF4-FFF2-40B4-BE49-F238E27FC236}">
                <a16:creationId xmlns:a16="http://schemas.microsoft.com/office/drawing/2014/main" id="{D0691311-3471-5CB8-22C1-8D2086BA0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NL">
                <a:solidFill>
                  <a:schemeClr val="bg1"/>
                </a:solidFill>
              </a:rPr>
              <a:t>Dynamic translator board</a:t>
            </a:r>
          </a:p>
          <a:p>
            <a:r>
              <a:rPr lang="en-NL" err="1">
                <a:solidFill>
                  <a:schemeClr val="bg1"/>
                </a:solidFill>
              </a:rPr>
              <a:t>Cyrb</a:t>
            </a:r>
            <a:endParaRPr lang="en-NL">
              <a:solidFill>
                <a:schemeClr val="bg1"/>
              </a:solidFill>
            </a:endParaRPr>
          </a:p>
          <a:p>
            <a:r>
              <a:rPr lang="en-NL" err="1">
                <a:solidFill>
                  <a:schemeClr val="bg1"/>
                </a:solidFill>
              </a:rPr>
              <a:t>Modulaire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sensoren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553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AutoShape 2">
            <a:extLst>
              <a:ext uri="{FF2B5EF4-FFF2-40B4-BE49-F238E27FC236}">
                <a16:creationId xmlns:a16="http://schemas.microsoft.com/office/drawing/2014/main" id="{B97A2DC0-C062-30A9-F48E-693B8CCFB0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747176" cy="274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DAA3687-7839-1F70-9B0C-3D8387DE87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AC702A11-08EA-B6E3-42B7-9078EEF3B9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151078" cy="3151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pic>
        <p:nvPicPr>
          <p:cNvPr id="7" name="Picture 6" descr="A white battery charger on a table&#10;&#10;AI-generated content may be incorrect.">
            <a:extLst>
              <a:ext uri="{FF2B5EF4-FFF2-40B4-BE49-F238E27FC236}">
                <a16:creationId xmlns:a16="http://schemas.microsoft.com/office/drawing/2014/main" id="{483FA0D4-25C1-C0C4-BE0E-4EC794281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0" r="25559" b="33333"/>
          <a:stretch/>
        </p:blipFill>
        <p:spPr>
          <a:xfrm rot="5400000">
            <a:off x="6763958" y="2691263"/>
            <a:ext cx="3576684" cy="391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21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7593E-BC95-4827-2743-9B102ABA4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028" y="1728718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nl-NL">
                <a:solidFill>
                  <a:schemeClr val="bg1"/>
                </a:solidFill>
              </a:rPr>
              <a:t>Wat hebben we gedaan?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5FA245A-F21A-B318-0F95-1A61B1A249A4}"/>
              </a:ext>
            </a:extLst>
          </p:cNvPr>
          <p:cNvSpPr txBox="1"/>
          <p:nvPr/>
        </p:nvSpPr>
        <p:spPr>
          <a:xfrm>
            <a:off x="6430953" y="2993459"/>
            <a:ext cx="53470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2800" err="1">
                <a:solidFill>
                  <a:schemeClr val="bg1"/>
                </a:solidFill>
              </a:rPr>
              <a:t>Gesprek</a:t>
            </a:r>
            <a:r>
              <a:rPr lang="en-NL" sz="2800">
                <a:solidFill>
                  <a:schemeClr val="bg1"/>
                </a:solidFill>
              </a:rPr>
              <a:t> </a:t>
            </a:r>
            <a:r>
              <a:rPr lang="en-NL" sz="2800" err="1">
                <a:solidFill>
                  <a:schemeClr val="bg1"/>
                </a:solidFill>
              </a:rPr>
              <a:t>opdrachtgever</a:t>
            </a:r>
            <a:endParaRPr lang="en-NL" sz="28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2800">
                <a:solidFill>
                  <a:schemeClr val="bg1"/>
                </a:solidFill>
              </a:rPr>
              <a:t>Feedback </a:t>
            </a:r>
            <a:r>
              <a:rPr lang="en-NL" sz="2800" err="1">
                <a:solidFill>
                  <a:schemeClr val="bg1"/>
                </a:solidFill>
              </a:rPr>
              <a:t>opleverset</a:t>
            </a:r>
            <a:r>
              <a:rPr lang="en-NL" sz="2800">
                <a:solidFill>
                  <a:schemeClr val="bg1"/>
                </a:solidFill>
              </a:rPr>
              <a:t> </a:t>
            </a:r>
            <a:r>
              <a:rPr lang="en-NL" sz="2800" err="1">
                <a:solidFill>
                  <a:schemeClr val="bg1"/>
                </a:solidFill>
              </a:rPr>
              <a:t>verwerken</a:t>
            </a:r>
            <a:endParaRPr lang="en-NL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23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96FA5-2E7F-FAC5-A312-077545E2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2" y="1636538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Feedback </a:t>
            </a:r>
            <a:r>
              <a:rPr lang="en-NL" err="1">
                <a:solidFill>
                  <a:schemeClr val="bg1"/>
                </a:solidFill>
              </a:rPr>
              <a:t>opleverset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3A681-3455-7F3D-97DA-F76302CD5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59BCEC8-6AC9-835D-DF7E-A66AEA4D3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78" t="4901" r="8726"/>
          <a:stretch/>
        </p:blipFill>
        <p:spPr>
          <a:xfrm>
            <a:off x="3554289" y="150035"/>
            <a:ext cx="3881237" cy="6557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A93DEA-052A-5C06-B711-6D2C00EA9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5" t="1209" r="5142" b="2995"/>
          <a:stretch/>
        </p:blipFill>
        <p:spPr>
          <a:xfrm>
            <a:off x="7689770" y="150035"/>
            <a:ext cx="4118453" cy="65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50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36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58269-5A03-86EA-B224-EE5EEA42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br>
              <a:rPr lang="en-NL" sz="3100">
                <a:solidFill>
                  <a:schemeClr val="bg1"/>
                </a:solidFill>
              </a:rPr>
            </a:br>
            <a:endParaRPr lang="en-NL" sz="3100">
              <a:solidFill>
                <a:schemeClr val="bg1"/>
              </a:solidFill>
            </a:endParaRPr>
          </a:p>
        </p:txBody>
      </p:sp>
      <p:grpSp>
        <p:nvGrpSpPr>
          <p:cNvPr id="363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5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6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67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68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34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535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26C92-F32B-0D1D-2C5A-6E978DBF8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116" y="190661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L" sz="4000" b="1">
                <a:solidFill>
                  <a:schemeClr val="bg1"/>
                </a:solidFill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en-NL" sz="4000" b="1">
                <a:solidFill>
                  <a:schemeClr val="bg1"/>
                </a:solidFill>
                <a:latin typeface="+mj-lt"/>
              </a:rPr>
              <a:t>    </a:t>
            </a:r>
          </a:p>
        </p:txBody>
      </p:sp>
      <p:pic>
        <p:nvPicPr>
          <p:cNvPr id="5" name="Picture 4" descr="A diagram of a sensor module&#10;&#10;AI-generated content may be incorrect.">
            <a:extLst>
              <a:ext uri="{FF2B5EF4-FFF2-40B4-BE49-F238E27FC236}">
                <a16:creationId xmlns:a16="http://schemas.microsoft.com/office/drawing/2014/main" id="{ED39A8A0-F2B7-C1B3-A4A9-E5EF44683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1" y="907434"/>
            <a:ext cx="6123450" cy="3444440"/>
          </a:xfrm>
          <a:prstGeom prst="rect">
            <a:avLst/>
          </a:prstGeom>
        </p:spPr>
      </p:pic>
      <p:pic>
        <p:nvPicPr>
          <p:cNvPr id="8" name="Picture 7" descr="A diagram of a sensor module&#10;&#10;AI-generated content may be incorrect.">
            <a:extLst>
              <a:ext uri="{FF2B5EF4-FFF2-40B4-BE49-F238E27FC236}">
                <a16:creationId xmlns:a16="http://schemas.microsoft.com/office/drawing/2014/main" id="{7E7824E5-8D18-975F-FBAD-386EB5E29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045" y="2823209"/>
            <a:ext cx="5994844" cy="337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25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F04D72-33E2-49BF-EF50-40B18CA06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90" y="1455310"/>
            <a:ext cx="5554264" cy="3587786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Wat </a:t>
            </a:r>
            <a:r>
              <a:rPr lang="en-NL" err="1">
                <a:solidFill>
                  <a:schemeClr val="bg1"/>
                </a:solidFill>
              </a:rPr>
              <a:t>betekent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dit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voor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ons</a:t>
            </a:r>
            <a:r>
              <a:rPr lang="en-NL">
                <a:solidFill>
                  <a:schemeClr val="bg1"/>
                </a:solidFill>
              </a:rPr>
              <a:t> met sprint 6 </a:t>
            </a:r>
            <a:r>
              <a:rPr lang="en-NL" err="1">
                <a:solidFill>
                  <a:schemeClr val="bg1"/>
                </a:solidFill>
              </a:rPr>
              <a:t>en</a:t>
            </a:r>
            <a:r>
              <a:rPr lang="en-NL">
                <a:solidFill>
                  <a:schemeClr val="bg1"/>
                </a:solidFill>
              </a:rPr>
              <a:t> verder?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5493226-B95F-DDC2-0E78-FC4AFE6E2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67" y="3140617"/>
            <a:ext cx="5707277" cy="2568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22CD6C-211E-5236-662F-177DE74DA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884" y="1455310"/>
            <a:ext cx="1517642" cy="13434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85EEF9-A356-DA8F-1E93-ABDE0A097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904" y="1482845"/>
            <a:ext cx="1084677" cy="124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87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B807F-4A64-B292-170F-E79D136A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536" y="1635106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Retrospective</a:t>
            </a:r>
            <a:br>
              <a:rPr lang="en-NL">
                <a:solidFill>
                  <a:schemeClr val="bg1"/>
                </a:solidFill>
              </a:rPr>
            </a:b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2C4EE-F950-0ACD-84C7-6F1ED1E93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r>
              <a:rPr lang="en-NL" err="1">
                <a:solidFill>
                  <a:schemeClr val="bg1"/>
                </a:solidFill>
              </a:rPr>
              <a:t>Onzekerheid</a:t>
            </a:r>
            <a:r>
              <a:rPr lang="en-NL">
                <a:solidFill>
                  <a:schemeClr val="bg1"/>
                </a:solidFill>
              </a:rPr>
              <a:t> over het project nu</a:t>
            </a:r>
          </a:p>
          <a:p>
            <a:r>
              <a:rPr lang="en-NL" err="1">
                <a:solidFill>
                  <a:schemeClr val="bg1"/>
                </a:solidFill>
              </a:rPr>
              <a:t>Iedereen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ziek</a:t>
            </a:r>
            <a:endParaRPr lang="en-NL">
              <a:solidFill>
                <a:schemeClr val="bg1"/>
              </a:solidFill>
            </a:endParaRPr>
          </a:p>
          <a:p>
            <a:pPr lvl="1"/>
            <a:r>
              <a:rPr lang="en-NL">
                <a:solidFill>
                  <a:schemeClr val="bg1"/>
                </a:solidFill>
              </a:rPr>
              <a:t>Contact </a:t>
            </a:r>
            <a:r>
              <a:rPr lang="en-NL" err="1">
                <a:solidFill>
                  <a:schemeClr val="bg1"/>
                </a:solidFill>
              </a:rPr>
              <a:t>wel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goed</a:t>
            </a:r>
            <a:endParaRPr lang="en-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116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D0698-E03B-6A30-464C-3CF567CA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err="1">
                <a:solidFill>
                  <a:schemeClr val="bg1"/>
                </a:solidFill>
              </a:rPr>
              <a:t>Vragen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8E5F1-4917-D2CF-5772-92C077016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6432" y="1513159"/>
            <a:ext cx="5217173" cy="4351338"/>
          </a:xfrm>
        </p:spPr>
        <p:txBody>
          <a:bodyPr>
            <a:normAutofit/>
          </a:bodyPr>
          <a:lstStyle/>
          <a:p>
            <a:r>
              <a:rPr lang="en-NL">
                <a:solidFill>
                  <a:schemeClr val="bg1"/>
                </a:solidFill>
              </a:rPr>
              <a:t>?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050" name="Picture 2" descr="De kunst van het vragen stellen - ManagementSite">
            <a:extLst>
              <a:ext uri="{FF2B5EF4-FFF2-40B4-BE49-F238E27FC236}">
                <a16:creationId xmlns:a16="http://schemas.microsoft.com/office/drawing/2014/main" id="{ABC6C1C6-93ED-B825-32E7-B213ED597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102" y="1513159"/>
            <a:ext cx="5462268" cy="305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672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26a412-eb24-4fd0-bbc0-2e15db2be7b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A73766C730E1499570ED6FBE966F3C" ma:contentTypeVersion="11" ma:contentTypeDescription="Create a new document." ma:contentTypeScope="" ma:versionID="b91045e47f069336ae4937b4b289239b">
  <xsd:schema xmlns:xsd="http://www.w3.org/2001/XMLSchema" xmlns:xs="http://www.w3.org/2001/XMLSchema" xmlns:p="http://schemas.microsoft.com/office/2006/metadata/properties" xmlns:ns3="8e26a412-eb24-4fd0-bbc0-2e15db2be7b7" targetNamespace="http://schemas.microsoft.com/office/2006/metadata/properties" ma:root="true" ma:fieldsID="c90cb3e74293a755eda67fa8ae9be840" ns3:_="">
    <xsd:import namespace="8e26a412-eb24-4fd0-bbc0-2e15db2be7b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6a412-eb24-4fd0-bbc0-2e15db2be7b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1C5064-87E1-4A77-9528-556EFDE1BC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F50E2D-D0D4-44B0-BDC7-5B50B26B90CB}">
  <ds:schemaRefs>
    <ds:schemaRef ds:uri="8e26a412-eb24-4fd0-bbc0-2e15db2be7b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339AF74-0613-4003-B2C5-AAD6690F01D2}">
  <ds:schemaRefs>
    <ds:schemaRef ds:uri="8e26a412-eb24-4fd0-bbc0-2e15db2be7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Dynamic Translator Board</vt:lpstr>
      <vt:lpstr>Inhoud</vt:lpstr>
      <vt:lpstr>Wat is ons project</vt:lpstr>
      <vt:lpstr>Wat hebben we gedaan?</vt:lpstr>
      <vt:lpstr>Feedback opleverset</vt:lpstr>
      <vt:lpstr> </vt:lpstr>
      <vt:lpstr>Wat betekent dit voor ons met sprint 6 en verder?</vt:lpstr>
      <vt:lpstr>Retrospective </vt:lpstr>
      <vt:lpstr>Vragen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Tijmen Groenevelt (1103197)</dc:creator>
  <cp:revision>9</cp:revision>
  <dcterms:created xsi:type="dcterms:W3CDTF">2025-09-16T10:42:24Z</dcterms:created>
  <dcterms:modified xsi:type="dcterms:W3CDTF">2026-01-27T13:52:09Z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0x010100BFA73766C730E1499570ED6FBE966F3C</vt:lpwstr>
  </property>
</Properties>
</file>