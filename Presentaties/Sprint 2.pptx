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customXml/itemProps1.xml" ContentType="application/vnd.openxmlformats-officedocument.customXmlProperties+xml"/>
  <Override PartName="/customXml/itemProps2.xml" ContentType="application/vnd.openxmlformats-officedocument.customXmlProperties+xml"/>
  <Override PartName="/customXml/itemProps3.xml" ContentType="application/vnd.openxmlformats-officedocument.customXmlProperties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  <Override PartName="/docProps/custom.xml" ContentType="application/vnd.openxmlformats-officedocument.custom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5" Type="http://schemas.openxmlformats.org/officeDocument/2006/relationships/custom-properties" Target="docProps/custom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4"/>
  </p:sldMasterIdLst>
  <p:sldIdLst>
    <p:sldId id="256" r:id="rId5"/>
    <p:sldId id="263" r:id="rId6"/>
    <p:sldId id="267" r:id="rId7"/>
    <p:sldId id="258" r:id="rId8"/>
    <p:sldId id="266" r:id="rId9"/>
    <p:sldId id="264" r:id="rId10"/>
    <p:sldId id="265" r:id="rId11"/>
    <p:sldId id="268" r:id="rId12"/>
    <p:sldId id="270" r:id="rId13"/>
    <p:sldId id="261" r:id="rId14"/>
    <p:sldId id="262" r:id="rId15"/>
  </p:sldIdLst>
  <p:sldSz cx="12192000" cy="6858000"/>
  <p:notesSz cx="6858000" cy="9144000"/>
  <p:defaultTextStyle>
    <a:defPPr>
      <a:defRPr lang="en-NL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5620"/>
    <p:restoredTop sz="94660"/>
  </p:normalViewPr>
  <p:slideViewPr>
    <p:cSldViewPr snapToGrid="0">
      <p:cViewPr varScale="1">
        <p:scale>
          <a:sx n="85" d="100"/>
          <a:sy n="85" d="100"/>
        </p:scale>
        <p:origin x="147" y="4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4.xml"/><Relationship Id="rId13" Type="http://schemas.openxmlformats.org/officeDocument/2006/relationships/slide" Target="slides/slide9.xml"/><Relationship Id="rId18" Type="http://schemas.openxmlformats.org/officeDocument/2006/relationships/theme" Target="theme/theme1.xml"/><Relationship Id="rId3" Type="http://schemas.openxmlformats.org/officeDocument/2006/relationships/customXml" Target="../customXml/item3.xml"/><Relationship Id="rId7" Type="http://schemas.openxmlformats.org/officeDocument/2006/relationships/slide" Target="slides/slide3.xml"/><Relationship Id="rId12" Type="http://schemas.openxmlformats.org/officeDocument/2006/relationships/slide" Target="slides/slide8.xml"/><Relationship Id="rId17" Type="http://schemas.openxmlformats.org/officeDocument/2006/relationships/viewProps" Target="viewProps.xml"/><Relationship Id="rId2" Type="http://schemas.openxmlformats.org/officeDocument/2006/relationships/customXml" Target="../customXml/item2.xml"/><Relationship Id="rId16" Type="http://schemas.openxmlformats.org/officeDocument/2006/relationships/presProps" Target="presProps.xml"/><Relationship Id="rId1" Type="http://schemas.openxmlformats.org/officeDocument/2006/relationships/customXml" Target="../customXml/item1.xml"/><Relationship Id="rId6" Type="http://schemas.openxmlformats.org/officeDocument/2006/relationships/slide" Target="slides/slide2.xml"/><Relationship Id="rId11" Type="http://schemas.openxmlformats.org/officeDocument/2006/relationships/slide" Target="slides/slide7.xml"/><Relationship Id="rId5" Type="http://schemas.openxmlformats.org/officeDocument/2006/relationships/slide" Target="slides/slide1.xml"/><Relationship Id="rId15" Type="http://schemas.openxmlformats.org/officeDocument/2006/relationships/slide" Target="slides/slide11.xml"/><Relationship Id="rId10" Type="http://schemas.openxmlformats.org/officeDocument/2006/relationships/slide" Target="slides/slide6.xml"/><Relationship Id="rId19" Type="http://schemas.openxmlformats.org/officeDocument/2006/relationships/tableStyles" Target="tableStyles.xml"/><Relationship Id="rId4" Type="http://schemas.openxmlformats.org/officeDocument/2006/relationships/slideMaster" Target="slideMasters/slideMaster1.xml"/><Relationship Id="rId9" Type="http://schemas.openxmlformats.org/officeDocument/2006/relationships/slide" Target="slides/slide5.xml"/><Relationship Id="rId14" Type="http://schemas.openxmlformats.org/officeDocument/2006/relationships/slide" Target="slides/slide10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5D2B03BA-41D0-CE7C-C882-0637233B854F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en-GB"/>
              <a:t>Click to edit Master title style</a:t>
            </a:r>
            <a:endParaRPr lang="en-NL"/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44BD29E9-6EA5-D100-AF27-081490EE890A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GB"/>
              <a:t>Click to edit Master subtitle style</a:t>
            </a:r>
            <a:endParaRPr lang="en-NL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DDC7F3A0-1F63-AEFA-A9BD-3A6E2F962D6F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EF435E6-835A-4FC4-801C-EB185CBEBA8B}" type="datetimeFigureOut">
              <a:rPr lang="en-NL" smtClean="0"/>
              <a:t>01/27/2026</a:t>
            </a:fld>
            <a:endParaRPr lang="en-NL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8AC1CAE6-E959-3A4B-9D2C-FA883E76CE71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NL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FB383834-F60B-0C0C-7BEC-EC0A09444AAE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DB9911E-A59D-48D9-9836-78219BD8AA1C}" type="slidenum">
              <a:rPr lang="en-NL" smtClean="0"/>
              <a:t>‹#›</a:t>
            </a:fld>
            <a:endParaRPr lang="en-NL"/>
          </a:p>
        </p:txBody>
      </p:sp>
    </p:spTree>
    <p:extLst>
      <p:ext uri="{BB962C8B-B14F-4D97-AF65-F5344CB8AC3E}">
        <p14:creationId xmlns:p14="http://schemas.microsoft.com/office/powerpoint/2010/main" val="2416096854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DA3E577F-1E6E-F778-B983-7E4FD53C7931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GB"/>
              <a:t>Click to edit Master title style</a:t>
            </a:r>
            <a:endParaRPr lang="en-NL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04450612-528E-4E60-F97F-EF44B12C5B58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GB"/>
              <a:t>Click to edit Master text styles</a:t>
            </a:r>
          </a:p>
          <a:p>
            <a:pPr lvl="1"/>
            <a:r>
              <a:rPr lang="en-GB"/>
              <a:t>Second level</a:t>
            </a:r>
          </a:p>
          <a:p>
            <a:pPr lvl="2"/>
            <a:r>
              <a:rPr lang="en-GB"/>
              <a:t>Third level</a:t>
            </a:r>
          </a:p>
          <a:p>
            <a:pPr lvl="3"/>
            <a:r>
              <a:rPr lang="en-GB"/>
              <a:t>Fourth level</a:t>
            </a:r>
          </a:p>
          <a:p>
            <a:pPr lvl="4"/>
            <a:r>
              <a:rPr lang="en-GB"/>
              <a:t>Fifth level</a:t>
            </a:r>
            <a:endParaRPr lang="en-NL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46E9D227-BED1-A0C3-A71C-5E7AEECFE334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EF435E6-835A-4FC4-801C-EB185CBEBA8B}" type="datetimeFigureOut">
              <a:rPr lang="en-NL" smtClean="0"/>
              <a:t>01/27/2026</a:t>
            </a:fld>
            <a:endParaRPr lang="en-NL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4DC10F0C-B3A7-4797-AE96-22380AF73F4F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NL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B3AE5239-C20A-E549-DAD9-6335608C0D40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DB9911E-A59D-48D9-9836-78219BD8AA1C}" type="slidenum">
              <a:rPr lang="en-NL" smtClean="0"/>
              <a:t>‹#›</a:t>
            </a:fld>
            <a:endParaRPr lang="en-NL"/>
          </a:p>
        </p:txBody>
      </p:sp>
    </p:spTree>
    <p:extLst>
      <p:ext uri="{BB962C8B-B14F-4D97-AF65-F5344CB8AC3E}">
        <p14:creationId xmlns:p14="http://schemas.microsoft.com/office/powerpoint/2010/main" val="4071978647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8C6268C0-55D2-0FC9-D0EB-B9A41C58A6A2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en-GB"/>
              <a:t>Click to edit Master title style</a:t>
            </a:r>
            <a:endParaRPr lang="en-NL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BFA78AAD-7D29-B353-5618-77FC7F2406D8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82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82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82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9pPr>
          </a:lstStyle>
          <a:p>
            <a:pPr lvl="0"/>
            <a:r>
              <a:rPr lang="en-GB"/>
              <a:t>Click to edit Master text styles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25492062-29CB-6AD0-B8CF-D1A86C37D6DF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EF435E6-835A-4FC4-801C-EB185CBEBA8B}" type="datetimeFigureOut">
              <a:rPr lang="en-NL" smtClean="0"/>
              <a:t>01/27/2026</a:t>
            </a:fld>
            <a:endParaRPr lang="en-NL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334F3083-E79F-D313-BEC0-84410660DCFB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NL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1156F0D8-5F80-2974-EB40-900D43A2BDB8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DB9911E-A59D-48D9-9836-78219BD8AA1C}" type="slidenum">
              <a:rPr lang="en-NL" smtClean="0"/>
              <a:t>‹#›</a:t>
            </a:fld>
            <a:endParaRPr lang="en-NL"/>
          </a:p>
        </p:txBody>
      </p:sp>
    </p:spTree>
    <p:extLst>
      <p:ext uri="{BB962C8B-B14F-4D97-AF65-F5344CB8AC3E}">
        <p14:creationId xmlns:p14="http://schemas.microsoft.com/office/powerpoint/2010/main" val="4290886497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753F80D0-49CD-985E-54FD-AB9BFDADF211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GB"/>
              <a:t>Click to edit Master title style</a:t>
            </a:r>
            <a:endParaRPr lang="en-NL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279916CD-2415-2487-2200-B1EB9471D1E9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en-GB"/>
              <a:t>Click to edit Master text styles</a:t>
            </a:r>
          </a:p>
          <a:p>
            <a:pPr lvl="1"/>
            <a:r>
              <a:rPr lang="en-GB"/>
              <a:t>Second level</a:t>
            </a:r>
          </a:p>
          <a:p>
            <a:pPr lvl="2"/>
            <a:r>
              <a:rPr lang="en-GB"/>
              <a:t>Third level</a:t>
            </a:r>
          </a:p>
          <a:p>
            <a:pPr lvl="3"/>
            <a:r>
              <a:rPr lang="en-GB"/>
              <a:t>Fourth level</a:t>
            </a:r>
          </a:p>
          <a:p>
            <a:pPr lvl="4"/>
            <a:r>
              <a:rPr lang="en-GB"/>
              <a:t>Fifth level</a:t>
            </a:r>
            <a:endParaRPr lang="en-NL"/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8A67AD00-CDA2-7949-A390-CD6E1887AC09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en-GB"/>
              <a:t>Click to edit Master text styles</a:t>
            </a:r>
          </a:p>
          <a:p>
            <a:pPr lvl="1"/>
            <a:r>
              <a:rPr lang="en-GB"/>
              <a:t>Second level</a:t>
            </a:r>
          </a:p>
          <a:p>
            <a:pPr lvl="2"/>
            <a:r>
              <a:rPr lang="en-GB"/>
              <a:t>Third level</a:t>
            </a:r>
          </a:p>
          <a:p>
            <a:pPr lvl="3"/>
            <a:r>
              <a:rPr lang="en-GB"/>
              <a:t>Fourth level</a:t>
            </a:r>
          </a:p>
          <a:p>
            <a:pPr lvl="4"/>
            <a:r>
              <a:rPr lang="en-GB"/>
              <a:t>Fifth level</a:t>
            </a:r>
            <a:endParaRPr lang="en-NL"/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EB3F8364-46EB-4042-770A-28FFB9B4D9A1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EF435E6-835A-4FC4-801C-EB185CBEBA8B}" type="datetimeFigureOut">
              <a:rPr lang="en-NL" smtClean="0"/>
              <a:t>01/27/2026</a:t>
            </a:fld>
            <a:endParaRPr lang="en-NL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ED08B022-26AF-E353-4304-63819FEFBD6D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NL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AF4F813A-4E4D-89C9-7AA8-B334E9626D00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DB9911E-A59D-48D9-9836-78219BD8AA1C}" type="slidenum">
              <a:rPr lang="en-NL" smtClean="0"/>
              <a:t>‹#›</a:t>
            </a:fld>
            <a:endParaRPr lang="en-NL"/>
          </a:p>
        </p:txBody>
      </p:sp>
    </p:spTree>
    <p:extLst>
      <p:ext uri="{BB962C8B-B14F-4D97-AF65-F5344CB8AC3E}">
        <p14:creationId xmlns:p14="http://schemas.microsoft.com/office/powerpoint/2010/main" val="1766674823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7BCC16C7-B21C-5AF8-9FF0-1839061B7F08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en-GB"/>
              <a:t>Click to edit Master title style</a:t>
            </a:r>
            <a:endParaRPr lang="en-NL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56FCC0EE-8FA3-F497-D0ED-6260DD0753C0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GB"/>
              <a:t>Click to edit Master text styles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7691A07A-162D-469A-98A9-2D6F8AF0BD7D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en-GB"/>
              <a:t>Click to edit Master text styles</a:t>
            </a:r>
          </a:p>
          <a:p>
            <a:pPr lvl="1"/>
            <a:r>
              <a:rPr lang="en-GB"/>
              <a:t>Second level</a:t>
            </a:r>
          </a:p>
          <a:p>
            <a:pPr lvl="2"/>
            <a:r>
              <a:rPr lang="en-GB"/>
              <a:t>Third level</a:t>
            </a:r>
          </a:p>
          <a:p>
            <a:pPr lvl="3"/>
            <a:r>
              <a:rPr lang="en-GB"/>
              <a:t>Fourth level</a:t>
            </a:r>
          </a:p>
          <a:p>
            <a:pPr lvl="4"/>
            <a:r>
              <a:rPr lang="en-GB"/>
              <a:t>Fifth level</a:t>
            </a:r>
            <a:endParaRPr lang="en-NL"/>
          </a:p>
        </p:txBody>
      </p:sp>
      <p:sp>
        <p:nvSpPr>
          <p:cNvPr id="5" name="Text Placeholder 4">
            <a:extLst>
              <a:ext uri="{FF2B5EF4-FFF2-40B4-BE49-F238E27FC236}">
                <a16:creationId xmlns:a16="http://schemas.microsoft.com/office/drawing/2014/main" id="{B67D8A53-CEEF-BA37-BF90-E3FA085FF686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GB"/>
              <a:t>Click to edit Master text styles</a:t>
            </a:r>
          </a:p>
        </p:txBody>
      </p:sp>
      <p:sp>
        <p:nvSpPr>
          <p:cNvPr id="6" name="Content Placeholder 5">
            <a:extLst>
              <a:ext uri="{FF2B5EF4-FFF2-40B4-BE49-F238E27FC236}">
                <a16:creationId xmlns:a16="http://schemas.microsoft.com/office/drawing/2014/main" id="{FC7B503C-D5EF-93FE-0FE2-B779F351B50E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en-GB"/>
              <a:t>Click to edit Master text styles</a:t>
            </a:r>
          </a:p>
          <a:p>
            <a:pPr lvl="1"/>
            <a:r>
              <a:rPr lang="en-GB"/>
              <a:t>Second level</a:t>
            </a:r>
          </a:p>
          <a:p>
            <a:pPr lvl="2"/>
            <a:r>
              <a:rPr lang="en-GB"/>
              <a:t>Third level</a:t>
            </a:r>
          </a:p>
          <a:p>
            <a:pPr lvl="3"/>
            <a:r>
              <a:rPr lang="en-GB"/>
              <a:t>Fourth level</a:t>
            </a:r>
          </a:p>
          <a:p>
            <a:pPr lvl="4"/>
            <a:r>
              <a:rPr lang="en-GB"/>
              <a:t>Fifth level</a:t>
            </a:r>
            <a:endParaRPr lang="en-NL"/>
          </a:p>
        </p:txBody>
      </p:sp>
      <p:sp>
        <p:nvSpPr>
          <p:cNvPr id="7" name="Date Placeholder 6">
            <a:extLst>
              <a:ext uri="{FF2B5EF4-FFF2-40B4-BE49-F238E27FC236}">
                <a16:creationId xmlns:a16="http://schemas.microsoft.com/office/drawing/2014/main" id="{7EB5FA1C-3274-5EC5-48B8-CF16D2DA77ED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EF435E6-835A-4FC4-801C-EB185CBEBA8B}" type="datetimeFigureOut">
              <a:rPr lang="en-NL" smtClean="0"/>
              <a:t>01/27/2026</a:t>
            </a:fld>
            <a:endParaRPr lang="en-NL"/>
          </a:p>
        </p:txBody>
      </p:sp>
      <p:sp>
        <p:nvSpPr>
          <p:cNvPr id="8" name="Footer Placeholder 7">
            <a:extLst>
              <a:ext uri="{FF2B5EF4-FFF2-40B4-BE49-F238E27FC236}">
                <a16:creationId xmlns:a16="http://schemas.microsoft.com/office/drawing/2014/main" id="{EB5B603D-747A-F87C-6374-884A23677CF6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NL"/>
          </a:p>
        </p:txBody>
      </p:sp>
      <p:sp>
        <p:nvSpPr>
          <p:cNvPr id="9" name="Slide Number Placeholder 8">
            <a:extLst>
              <a:ext uri="{FF2B5EF4-FFF2-40B4-BE49-F238E27FC236}">
                <a16:creationId xmlns:a16="http://schemas.microsoft.com/office/drawing/2014/main" id="{5E9CC793-F9A8-FB44-B951-502E22A21E5A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DB9911E-A59D-48D9-9836-78219BD8AA1C}" type="slidenum">
              <a:rPr lang="en-NL" smtClean="0"/>
              <a:t>‹#›</a:t>
            </a:fld>
            <a:endParaRPr lang="en-NL"/>
          </a:p>
        </p:txBody>
      </p:sp>
    </p:spTree>
    <p:extLst>
      <p:ext uri="{BB962C8B-B14F-4D97-AF65-F5344CB8AC3E}">
        <p14:creationId xmlns:p14="http://schemas.microsoft.com/office/powerpoint/2010/main" val="2163055697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B5F7A8E7-B3D1-5401-A56B-CB85A45F6317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GB"/>
              <a:t>Click to edit Master title style</a:t>
            </a:r>
            <a:endParaRPr lang="en-NL"/>
          </a:p>
        </p:txBody>
      </p:sp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7B9DF8FC-484B-D4E0-D92E-805881C42A73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EF435E6-835A-4FC4-801C-EB185CBEBA8B}" type="datetimeFigureOut">
              <a:rPr lang="en-NL" smtClean="0"/>
              <a:t>01/27/2026</a:t>
            </a:fld>
            <a:endParaRPr lang="en-NL"/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E8FC9D4F-0947-7B2F-DE22-38EC80744683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NL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4BDC7084-1B4D-AACB-8EA8-1FE1B7D8C988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DB9911E-A59D-48D9-9836-78219BD8AA1C}" type="slidenum">
              <a:rPr lang="en-NL" smtClean="0"/>
              <a:t>‹#›</a:t>
            </a:fld>
            <a:endParaRPr lang="en-NL"/>
          </a:p>
        </p:txBody>
      </p:sp>
    </p:spTree>
    <p:extLst>
      <p:ext uri="{BB962C8B-B14F-4D97-AF65-F5344CB8AC3E}">
        <p14:creationId xmlns:p14="http://schemas.microsoft.com/office/powerpoint/2010/main" val="3495848869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>
            <a:extLst>
              <a:ext uri="{FF2B5EF4-FFF2-40B4-BE49-F238E27FC236}">
                <a16:creationId xmlns:a16="http://schemas.microsoft.com/office/drawing/2014/main" id="{78EF7222-06CA-D164-C246-7BA51431B191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EF435E6-835A-4FC4-801C-EB185CBEBA8B}" type="datetimeFigureOut">
              <a:rPr lang="en-NL" smtClean="0"/>
              <a:t>01/27/2026</a:t>
            </a:fld>
            <a:endParaRPr lang="en-NL"/>
          </a:p>
        </p:txBody>
      </p:sp>
      <p:sp>
        <p:nvSpPr>
          <p:cNvPr id="3" name="Footer Placeholder 2">
            <a:extLst>
              <a:ext uri="{FF2B5EF4-FFF2-40B4-BE49-F238E27FC236}">
                <a16:creationId xmlns:a16="http://schemas.microsoft.com/office/drawing/2014/main" id="{6832E625-D6FB-C6B2-6D8F-ED1CE36459D6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NL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7495A25F-3ECF-B09C-A7F2-262E64B578F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DB9911E-A59D-48D9-9836-78219BD8AA1C}" type="slidenum">
              <a:rPr lang="en-NL" smtClean="0"/>
              <a:t>‹#›</a:t>
            </a:fld>
            <a:endParaRPr lang="en-NL"/>
          </a:p>
        </p:txBody>
      </p:sp>
    </p:spTree>
    <p:extLst>
      <p:ext uri="{BB962C8B-B14F-4D97-AF65-F5344CB8AC3E}">
        <p14:creationId xmlns:p14="http://schemas.microsoft.com/office/powerpoint/2010/main" val="1459390052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FFF82F11-77EB-139C-BC59-C502B009C900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GB"/>
              <a:t>Click to edit Master title style</a:t>
            </a:r>
            <a:endParaRPr lang="en-NL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DFE776A1-A66D-61E9-E01B-575EAE0617C6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GB"/>
              <a:t>Click to edit Master text styles</a:t>
            </a:r>
          </a:p>
          <a:p>
            <a:pPr lvl="1"/>
            <a:r>
              <a:rPr lang="en-GB"/>
              <a:t>Second level</a:t>
            </a:r>
          </a:p>
          <a:p>
            <a:pPr lvl="2"/>
            <a:r>
              <a:rPr lang="en-GB"/>
              <a:t>Third level</a:t>
            </a:r>
          </a:p>
          <a:p>
            <a:pPr lvl="3"/>
            <a:r>
              <a:rPr lang="en-GB"/>
              <a:t>Fourth level</a:t>
            </a:r>
          </a:p>
          <a:p>
            <a:pPr lvl="4"/>
            <a:r>
              <a:rPr lang="en-GB"/>
              <a:t>Fifth level</a:t>
            </a:r>
            <a:endParaRPr lang="en-NL"/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D484DC53-CBA9-D795-1F2F-AA4759A8B148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GB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6363C77B-51FB-D1CF-87FE-BE62FDEABB59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EF435E6-835A-4FC4-801C-EB185CBEBA8B}" type="datetimeFigureOut">
              <a:rPr lang="en-NL" smtClean="0"/>
              <a:t>01/27/2026</a:t>
            </a:fld>
            <a:endParaRPr lang="en-NL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0BE5AAAB-940D-E4F2-DF29-2E9DE172FBF4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NL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2ECD786E-8893-D0E2-316E-AA4CC0498B41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DB9911E-A59D-48D9-9836-78219BD8AA1C}" type="slidenum">
              <a:rPr lang="en-NL" smtClean="0"/>
              <a:t>‹#›</a:t>
            </a:fld>
            <a:endParaRPr lang="en-NL"/>
          </a:p>
        </p:txBody>
      </p:sp>
    </p:spTree>
    <p:extLst>
      <p:ext uri="{BB962C8B-B14F-4D97-AF65-F5344CB8AC3E}">
        <p14:creationId xmlns:p14="http://schemas.microsoft.com/office/powerpoint/2010/main" val="685060773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B4661DA0-9046-DCB1-3996-2149616BEA7F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GB"/>
              <a:t>Click to edit Master title style</a:t>
            </a:r>
            <a:endParaRPr lang="en-NL"/>
          </a:p>
        </p:txBody>
      </p:sp>
      <p:sp>
        <p:nvSpPr>
          <p:cNvPr id="3" name="Picture Placeholder 2">
            <a:extLst>
              <a:ext uri="{FF2B5EF4-FFF2-40B4-BE49-F238E27FC236}">
                <a16:creationId xmlns:a16="http://schemas.microsoft.com/office/drawing/2014/main" id="{C4D9499E-57F8-00ED-334E-255005F581E9}"/>
              </a:ext>
            </a:extLst>
          </p:cNvPr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NL"/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DC353389-71F5-4090-9E68-BB89E2A84A9C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GB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767BCA2C-A4F4-7E3F-AA7E-704BD7C145BA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EF435E6-835A-4FC4-801C-EB185CBEBA8B}" type="datetimeFigureOut">
              <a:rPr lang="en-NL" smtClean="0"/>
              <a:t>01/27/2026</a:t>
            </a:fld>
            <a:endParaRPr lang="en-NL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7FEC44B2-63ED-E2F0-C635-62CDB7C0F0A0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NL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90D55D95-5451-CE88-55D7-FA5B8CB8E987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DB9911E-A59D-48D9-9836-78219BD8AA1C}" type="slidenum">
              <a:rPr lang="en-NL" smtClean="0"/>
              <a:t>‹#›</a:t>
            </a:fld>
            <a:endParaRPr lang="en-NL"/>
          </a:p>
        </p:txBody>
      </p:sp>
    </p:spTree>
    <p:extLst>
      <p:ext uri="{BB962C8B-B14F-4D97-AF65-F5344CB8AC3E}">
        <p14:creationId xmlns:p14="http://schemas.microsoft.com/office/powerpoint/2010/main" val="3659891648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37DC1134-5D7B-827E-B591-2637F82A5B42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GB"/>
              <a:t>Click to edit Master title style</a:t>
            </a:r>
            <a:endParaRPr lang="en-NL"/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5FC77531-C046-BB3E-0CC2-53951BCC058F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GB"/>
              <a:t>Click to edit Master text styles</a:t>
            </a:r>
          </a:p>
          <a:p>
            <a:pPr lvl="1"/>
            <a:r>
              <a:rPr lang="en-GB"/>
              <a:t>Second level</a:t>
            </a:r>
          </a:p>
          <a:p>
            <a:pPr lvl="2"/>
            <a:r>
              <a:rPr lang="en-GB"/>
              <a:t>Third level</a:t>
            </a:r>
          </a:p>
          <a:p>
            <a:pPr lvl="3"/>
            <a:r>
              <a:rPr lang="en-GB"/>
              <a:t>Fourth level</a:t>
            </a:r>
          </a:p>
          <a:p>
            <a:pPr lvl="4"/>
            <a:r>
              <a:rPr lang="en-GB"/>
              <a:t>Fifth level</a:t>
            </a:r>
            <a:endParaRPr lang="en-NL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9D0A8353-7616-2201-0B82-8D22A3DBBD8E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EF435E6-835A-4FC4-801C-EB185CBEBA8B}" type="datetimeFigureOut">
              <a:rPr lang="en-NL" smtClean="0"/>
              <a:t>01/27/2026</a:t>
            </a:fld>
            <a:endParaRPr lang="en-NL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38FC2667-C02B-65B1-AC74-B30BBD9E2090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NL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A5186FEA-6B2F-798C-39F5-C6100D12FF55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DB9911E-A59D-48D9-9836-78219BD8AA1C}" type="slidenum">
              <a:rPr lang="en-NL" smtClean="0"/>
              <a:t>‹#›</a:t>
            </a:fld>
            <a:endParaRPr lang="en-NL"/>
          </a:p>
        </p:txBody>
      </p:sp>
    </p:spTree>
    <p:extLst>
      <p:ext uri="{BB962C8B-B14F-4D97-AF65-F5344CB8AC3E}">
        <p14:creationId xmlns:p14="http://schemas.microsoft.com/office/powerpoint/2010/main" val="861162972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>
            <a:extLst>
              <a:ext uri="{FF2B5EF4-FFF2-40B4-BE49-F238E27FC236}">
                <a16:creationId xmlns:a16="http://schemas.microsoft.com/office/drawing/2014/main" id="{D5846B40-62DF-8B6A-53D5-DB33969951E0}"/>
              </a:ext>
            </a:extLst>
          </p:cNvPr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en-GB"/>
              <a:t>Click to edit Master title style</a:t>
            </a:r>
            <a:endParaRPr lang="en-NL"/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3384D3D8-CA4E-6772-17BA-36BC688BD92C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en-GB"/>
              <a:t>Click to edit Master text styles</a:t>
            </a:r>
          </a:p>
          <a:p>
            <a:pPr lvl="1"/>
            <a:r>
              <a:rPr lang="en-GB"/>
              <a:t>Second level</a:t>
            </a:r>
          </a:p>
          <a:p>
            <a:pPr lvl="2"/>
            <a:r>
              <a:rPr lang="en-GB"/>
              <a:t>Third level</a:t>
            </a:r>
          </a:p>
          <a:p>
            <a:pPr lvl="3"/>
            <a:r>
              <a:rPr lang="en-GB"/>
              <a:t>Fourth level</a:t>
            </a:r>
          </a:p>
          <a:p>
            <a:pPr lvl="4"/>
            <a:r>
              <a:rPr lang="en-GB"/>
              <a:t>Fifth level</a:t>
            </a:r>
            <a:endParaRPr lang="en-NL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653C723F-EADB-9D71-1C11-F7AB23EBAA91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EF435E6-835A-4FC4-801C-EB185CBEBA8B}" type="datetimeFigureOut">
              <a:rPr lang="en-NL" smtClean="0"/>
              <a:t>01/27/2026</a:t>
            </a:fld>
            <a:endParaRPr lang="en-NL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A024ACC3-A429-3763-AB05-1FF408323772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NL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924DF78E-2BE3-9AC7-8851-D57C7827C054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DB9911E-A59D-48D9-9836-78219BD8AA1C}" type="slidenum">
              <a:rPr lang="en-NL" smtClean="0"/>
              <a:t>‹#›</a:t>
            </a:fld>
            <a:endParaRPr lang="en-NL"/>
          </a:p>
        </p:txBody>
      </p:sp>
    </p:spTree>
    <p:extLst>
      <p:ext uri="{BB962C8B-B14F-4D97-AF65-F5344CB8AC3E}">
        <p14:creationId xmlns:p14="http://schemas.microsoft.com/office/powerpoint/2010/main" val="357141786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>
            <a:extLst>
              <a:ext uri="{FF2B5EF4-FFF2-40B4-BE49-F238E27FC236}">
                <a16:creationId xmlns:a16="http://schemas.microsoft.com/office/drawing/2014/main" id="{A326A918-E7C1-A29D-2E7E-A9F4F6EAD703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GB"/>
              <a:t>Click to edit Master title style</a:t>
            </a:r>
            <a:endParaRPr lang="en-NL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865DED73-7FC5-AE9A-361F-764A8FA6E41A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GB"/>
              <a:t>Click to edit Master text styles</a:t>
            </a:r>
          </a:p>
          <a:p>
            <a:pPr lvl="1"/>
            <a:r>
              <a:rPr lang="en-GB"/>
              <a:t>Second level</a:t>
            </a:r>
          </a:p>
          <a:p>
            <a:pPr lvl="2"/>
            <a:r>
              <a:rPr lang="en-GB"/>
              <a:t>Third level</a:t>
            </a:r>
          </a:p>
          <a:p>
            <a:pPr lvl="3"/>
            <a:r>
              <a:rPr lang="en-GB"/>
              <a:t>Fourth level</a:t>
            </a:r>
          </a:p>
          <a:p>
            <a:pPr lvl="4"/>
            <a:r>
              <a:rPr lang="en-GB"/>
              <a:t>Fifth level</a:t>
            </a:r>
            <a:endParaRPr lang="en-NL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2D139CDF-1E00-C0D7-ED44-DC013B3B2A8C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AEF435E6-835A-4FC4-801C-EB185CBEBA8B}" type="datetimeFigureOut">
              <a:rPr lang="en-NL" smtClean="0"/>
              <a:t>01/27/2026</a:t>
            </a:fld>
            <a:endParaRPr lang="en-NL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CA212188-0886-25C5-002A-ACA2A4142C28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endParaRPr lang="en-NL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7EC8283E-7CDF-9265-7111-93FD6720F506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7DB9911E-A59D-48D9-9836-78219BD8AA1C}" type="slidenum">
              <a:rPr lang="en-NL" smtClean="0"/>
              <a:t>‹#›</a:t>
            </a:fld>
            <a:endParaRPr lang="en-NL"/>
          </a:p>
        </p:txBody>
      </p:sp>
    </p:spTree>
    <p:extLst>
      <p:ext uri="{BB962C8B-B14F-4D97-AF65-F5344CB8AC3E}">
        <p14:creationId xmlns:p14="http://schemas.microsoft.com/office/powerpoint/2010/main" val="36229412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NL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2.xml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2.xml"/></Relationships>
</file>

<file path=ppt/slides/_rels/slide6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png"/><Relationship Id="rId1" Type="http://schemas.openxmlformats.org/officeDocument/2006/relationships/slideLayout" Target="../slideLayouts/slideLayout2.xml"/></Relationships>
</file>

<file path=ppt/slides/_rels/slide7.xml.rels><?xml version="1.0" encoding="UTF-8" standalone="yes"?>
<Relationships xmlns="http://schemas.openxmlformats.org/package/2006/relationships"><Relationship Id="rId2" Type="http://schemas.openxmlformats.org/officeDocument/2006/relationships/image" Target="../media/image4.png"/><Relationship Id="rId1" Type="http://schemas.openxmlformats.org/officeDocument/2006/relationships/slideLayout" Target="../slideLayouts/slideLayout2.xml"/></Relationships>
</file>

<file path=ppt/slides/_rels/slide8.xml.rels><?xml version="1.0" encoding="UTF-8" standalone="yes"?>
<Relationships xmlns="http://schemas.openxmlformats.org/package/2006/relationships"><Relationship Id="rId2" Type="http://schemas.openxmlformats.org/officeDocument/2006/relationships/image" Target="../media/image5.png"/><Relationship Id="rId1" Type="http://schemas.openxmlformats.org/officeDocument/2006/relationships/slideLayout" Target="../slideLayouts/slideLayout2.xml"/></Relationships>
</file>

<file path=ppt/slides/_rels/slide9.xml.rels><?xml version="1.0" encoding="UTF-8" standalone="yes"?>
<Relationships xmlns="http://schemas.openxmlformats.org/package/2006/relationships"><Relationship Id="rId2" Type="http://schemas.openxmlformats.org/officeDocument/2006/relationships/image" Target="../media/image6.png"/><Relationship Id="rId1" Type="http://schemas.openxmlformats.org/officeDocument/2006/relationships/slideLayout" Target="../slideLayouts/slideLayout2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1.xml.rels><?xml version="1.0" encoding="UTF-8" standalone="yes"?>
<Relationships xmlns="http://schemas.openxmlformats.org/package/2006/relationships"><Relationship Id="rId2" Type="http://schemas.openxmlformats.org/officeDocument/2006/relationships/image" Target="../media/image7.png"/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Rectangle 7">
            <a:extLst>
              <a:ext uri="{FF2B5EF4-FFF2-40B4-BE49-F238E27FC236}">
                <a16:creationId xmlns:a16="http://schemas.microsoft.com/office/drawing/2014/main" id="{3677BAFB-3BD3-41BB-9107-FAE224AE21C4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chemeClr val="tx1"/>
          </a:solidFill>
          <a:ln w="12700" cap="flat" cmpd="sng" algn="ctr">
            <a:noFill/>
            <a:prstDash val="solid"/>
            <a:miter lim="800000"/>
          </a:ln>
          <a:effectLst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0" name="Oval 9">
            <a:extLst>
              <a:ext uri="{FF2B5EF4-FFF2-40B4-BE49-F238E27FC236}">
                <a16:creationId xmlns:a16="http://schemas.microsoft.com/office/drawing/2014/main" id="{E6823A9B-C188-42D4-847C-3AD928DB145C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3142784" y="253140"/>
            <a:ext cx="6184555" cy="6184555"/>
          </a:xfrm>
          <a:prstGeom prst="ellipse">
            <a:avLst/>
          </a:prstGeom>
          <a:solidFill>
            <a:srgbClr val="FFFFFF"/>
          </a:solidFill>
          <a:ln w="28575"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2" name="Oval 11">
            <a:extLst>
              <a:ext uri="{FF2B5EF4-FFF2-40B4-BE49-F238E27FC236}">
                <a16:creationId xmlns:a16="http://schemas.microsoft.com/office/drawing/2014/main" id="{34B557F3-1A0C-4749-A6DB-EAC082DF390B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3124848" y="253140"/>
            <a:ext cx="6184555" cy="6184555"/>
          </a:xfrm>
          <a:prstGeom prst="ellipse">
            <a:avLst/>
          </a:prstGeom>
          <a:solidFill>
            <a:schemeClr val="accent6">
              <a:alpha val="30000"/>
            </a:schemeClr>
          </a:solidFill>
          <a:ln w="28575">
            <a:solidFill>
              <a:schemeClr val="bg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>
              <a:solidFill>
                <a:schemeClr val="accent3"/>
              </a:solidFill>
            </a:endParaRPr>
          </a:p>
        </p:txBody>
      </p:sp>
      <p:sp>
        <p:nvSpPr>
          <p:cNvPr id="14" name="Oval 13">
            <a:extLst>
              <a:ext uri="{FF2B5EF4-FFF2-40B4-BE49-F238E27FC236}">
                <a16:creationId xmlns:a16="http://schemas.microsoft.com/office/drawing/2014/main" id="{55D55AA6-3751-494F-868A-DCEDC5CE82BF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3003723" y="136525"/>
            <a:ext cx="6184555" cy="6184555"/>
          </a:xfrm>
          <a:prstGeom prst="ellipse">
            <a:avLst/>
          </a:prstGeom>
          <a:solidFill>
            <a:schemeClr val="tx1"/>
          </a:solidFill>
          <a:ln w="28575">
            <a:solidFill>
              <a:schemeClr val="bg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8AD4AA3D-46A2-C31A-8822-3A556694476D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3581400" y="965580"/>
            <a:ext cx="5204489" cy="3160593"/>
          </a:xfrm>
        </p:spPr>
        <p:txBody>
          <a:bodyPr>
            <a:normAutofit/>
          </a:bodyPr>
          <a:lstStyle/>
          <a:p>
            <a:r>
              <a:rPr lang="en-NL" sz="5400" dirty="0">
                <a:solidFill>
                  <a:schemeClr val="bg1"/>
                </a:solidFill>
              </a:rPr>
              <a:t>Dynamic Translator Board</a:t>
            </a:r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13C17DD8-C0F8-9D9B-FC4D-653E2FC462F6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3820817" y="4409960"/>
            <a:ext cx="4508641" cy="1116414"/>
          </a:xfrm>
        </p:spPr>
        <p:txBody>
          <a:bodyPr>
            <a:normAutofit/>
          </a:bodyPr>
          <a:lstStyle/>
          <a:p>
            <a:r>
              <a:rPr lang="en-NL" sz="2000">
                <a:solidFill>
                  <a:schemeClr val="bg1"/>
                </a:solidFill>
              </a:rPr>
              <a:t>Sprint 2</a:t>
            </a:r>
          </a:p>
          <a:p>
            <a:r>
              <a:rPr lang="en-NL" sz="2000">
                <a:solidFill>
                  <a:schemeClr val="bg1"/>
                </a:solidFill>
              </a:rPr>
              <a:t>Scott, Arda, Amine, Omar, Tijmen</a:t>
            </a:r>
          </a:p>
        </p:txBody>
      </p:sp>
      <p:sp>
        <p:nvSpPr>
          <p:cNvPr id="16" name="Graphic 212">
            <a:extLst>
              <a:ext uri="{FF2B5EF4-FFF2-40B4-BE49-F238E27FC236}">
                <a16:creationId xmlns:a16="http://schemas.microsoft.com/office/drawing/2014/main" id="{4D4C00DC-4DC6-4CD2-9E31-F17E6CEBC5A6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10256275" y="975977"/>
            <a:ext cx="413564" cy="413564"/>
          </a:xfrm>
          <a:custGeom>
            <a:avLst/>
            <a:gdLst>
              <a:gd name="connsiteX0" fmla="*/ 403574 w 807148"/>
              <a:gd name="connsiteY0" fmla="*/ 0 h 807148"/>
              <a:gd name="connsiteX1" fmla="*/ 0 w 807148"/>
              <a:gd name="connsiteY1" fmla="*/ 403574 h 807148"/>
              <a:gd name="connsiteX2" fmla="*/ 403574 w 807148"/>
              <a:gd name="connsiteY2" fmla="*/ 807149 h 807148"/>
              <a:gd name="connsiteX3" fmla="*/ 807149 w 807148"/>
              <a:gd name="connsiteY3" fmla="*/ 403574 h 807148"/>
              <a:gd name="connsiteX4" fmla="*/ 403574 w 807148"/>
              <a:gd name="connsiteY4" fmla="*/ 0 h 807148"/>
              <a:gd name="connsiteX5" fmla="*/ 403574 w 807148"/>
              <a:gd name="connsiteY5" fmla="*/ 667988 h 807148"/>
              <a:gd name="connsiteX6" fmla="*/ 139160 w 807148"/>
              <a:gd name="connsiteY6" fmla="*/ 403574 h 807148"/>
              <a:gd name="connsiteX7" fmla="*/ 403574 w 807148"/>
              <a:gd name="connsiteY7" fmla="*/ 139160 h 807148"/>
              <a:gd name="connsiteX8" fmla="*/ 667988 w 807148"/>
              <a:gd name="connsiteY8" fmla="*/ 403574 h 807148"/>
              <a:gd name="connsiteX9" fmla="*/ 403574 w 807148"/>
              <a:gd name="connsiteY9" fmla="*/ 667988 h 807148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</a:cxnLst>
            <a:rect l="l" t="t" r="r" b="b"/>
            <a:pathLst>
              <a:path w="807148" h="807148">
                <a:moveTo>
                  <a:pt x="403574" y="0"/>
                </a:moveTo>
                <a:cubicBezTo>
                  <a:pt x="180689" y="0"/>
                  <a:pt x="0" y="180689"/>
                  <a:pt x="0" y="403574"/>
                </a:cubicBezTo>
                <a:cubicBezTo>
                  <a:pt x="0" y="626459"/>
                  <a:pt x="180689" y="807149"/>
                  <a:pt x="403574" y="807149"/>
                </a:cubicBezTo>
                <a:cubicBezTo>
                  <a:pt x="626459" y="807149"/>
                  <a:pt x="807149" y="626459"/>
                  <a:pt x="807149" y="403574"/>
                </a:cubicBezTo>
                <a:cubicBezTo>
                  <a:pt x="807149" y="180689"/>
                  <a:pt x="626459" y="0"/>
                  <a:pt x="403574" y="0"/>
                </a:cubicBezTo>
                <a:close/>
                <a:moveTo>
                  <a:pt x="403574" y="667988"/>
                </a:moveTo>
                <a:cubicBezTo>
                  <a:pt x="257556" y="667988"/>
                  <a:pt x="139160" y="549593"/>
                  <a:pt x="139160" y="403574"/>
                </a:cubicBezTo>
                <a:cubicBezTo>
                  <a:pt x="139160" y="257556"/>
                  <a:pt x="257556" y="139160"/>
                  <a:pt x="403574" y="139160"/>
                </a:cubicBezTo>
                <a:cubicBezTo>
                  <a:pt x="549593" y="139160"/>
                  <a:pt x="667988" y="257556"/>
                  <a:pt x="667988" y="403574"/>
                </a:cubicBezTo>
                <a:cubicBezTo>
                  <a:pt x="667988" y="549593"/>
                  <a:pt x="549593" y="667988"/>
                  <a:pt x="403574" y="667988"/>
                </a:cubicBezTo>
                <a:close/>
              </a:path>
            </a:pathLst>
          </a:custGeom>
          <a:solidFill>
            <a:srgbClr val="FFFFFF"/>
          </a:solidFill>
          <a:ln w="28575"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endParaRPr lang="en-US">
              <a:solidFill>
                <a:schemeClr val="lt1"/>
              </a:solidFill>
            </a:endParaRPr>
          </a:p>
        </p:txBody>
      </p:sp>
      <p:sp>
        <p:nvSpPr>
          <p:cNvPr id="18" name="Graphic 212">
            <a:extLst>
              <a:ext uri="{FF2B5EF4-FFF2-40B4-BE49-F238E27FC236}">
                <a16:creationId xmlns:a16="http://schemas.microsoft.com/office/drawing/2014/main" id="{D82AB1B2-7970-42CF-8BF5-567C69E9FFFB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10256275" y="975977"/>
            <a:ext cx="413564" cy="413564"/>
          </a:xfrm>
          <a:custGeom>
            <a:avLst/>
            <a:gdLst>
              <a:gd name="connsiteX0" fmla="*/ 403574 w 807148"/>
              <a:gd name="connsiteY0" fmla="*/ 0 h 807148"/>
              <a:gd name="connsiteX1" fmla="*/ 0 w 807148"/>
              <a:gd name="connsiteY1" fmla="*/ 403574 h 807148"/>
              <a:gd name="connsiteX2" fmla="*/ 403574 w 807148"/>
              <a:gd name="connsiteY2" fmla="*/ 807149 h 807148"/>
              <a:gd name="connsiteX3" fmla="*/ 807149 w 807148"/>
              <a:gd name="connsiteY3" fmla="*/ 403574 h 807148"/>
              <a:gd name="connsiteX4" fmla="*/ 403574 w 807148"/>
              <a:gd name="connsiteY4" fmla="*/ 0 h 807148"/>
              <a:gd name="connsiteX5" fmla="*/ 403574 w 807148"/>
              <a:gd name="connsiteY5" fmla="*/ 667988 h 807148"/>
              <a:gd name="connsiteX6" fmla="*/ 139160 w 807148"/>
              <a:gd name="connsiteY6" fmla="*/ 403574 h 807148"/>
              <a:gd name="connsiteX7" fmla="*/ 403574 w 807148"/>
              <a:gd name="connsiteY7" fmla="*/ 139160 h 807148"/>
              <a:gd name="connsiteX8" fmla="*/ 667988 w 807148"/>
              <a:gd name="connsiteY8" fmla="*/ 403574 h 807148"/>
              <a:gd name="connsiteX9" fmla="*/ 403574 w 807148"/>
              <a:gd name="connsiteY9" fmla="*/ 667988 h 807148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</a:cxnLst>
            <a:rect l="l" t="t" r="r" b="b"/>
            <a:pathLst>
              <a:path w="807148" h="807148">
                <a:moveTo>
                  <a:pt x="403574" y="0"/>
                </a:moveTo>
                <a:cubicBezTo>
                  <a:pt x="180689" y="0"/>
                  <a:pt x="0" y="180689"/>
                  <a:pt x="0" y="403574"/>
                </a:cubicBezTo>
                <a:cubicBezTo>
                  <a:pt x="0" y="626459"/>
                  <a:pt x="180689" y="807149"/>
                  <a:pt x="403574" y="807149"/>
                </a:cubicBezTo>
                <a:cubicBezTo>
                  <a:pt x="626459" y="807149"/>
                  <a:pt x="807149" y="626459"/>
                  <a:pt x="807149" y="403574"/>
                </a:cubicBezTo>
                <a:cubicBezTo>
                  <a:pt x="807149" y="180689"/>
                  <a:pt x="626459" y="0"/>
                  <a:pt x="403574" y="0"/>
                </a:cubicBezTo>
                <a:close/>
                <a:moveTo>
                  <a:pt x="403574" y="667988"/>
                </a:moveTo>
                <a:cubicBezTo>
                  <a:pt x="257556" y="667988"/>
                  <a:pt x="139160" y="549593"/>
                  <a:pt x="139160" y="403574"/>
                </a:cubicBezTo>
                <a:cubicBezTo>
                  <a:pt x="139160" y="257556"/>
                  <a:pt x="257556" y="139160"/>
                  <a:pt x="403574" y="139160"/>
                </a:cubicBezTo>
                <a:cubicBezTo>
                  <a:pt x="549593" y="139160"/>
                  <a:pt x="667988" y="257556"/>
                  <a:pt x="667988" y="403574"/>
                </a:cubicBezTo>
                <a:cubicBezTo>
                  <a:pt x="667988" y="549593"/>
                  <a:pt x="549593" y="667988"/>
                  <a:pt x="403574" y="667988"/>
                </a:cubicBezTo>
                <a:close/>
              </a:path>
            </a:pathLst>
          </a:custGeom>
          <a:solidFill>
            <a:schemeClr val="accent2">
              <a:alpha val="30000"/>
            </a:schemeClr>
          </a:solidFill>
          <a:ln w="28575">
            <a:solidFill>
              <a:schemeClr val="bg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endParaRPr lang="en-US">
              <a:solidFill>
                <a:schemeClr val="lt1"/>
              </a:solidFill>
            </a:endParaRPr>
          </a:p>
        </p:txBody>
      </p:sp>
      <p:grpSp>
        <p:nvGrpSpPr>
          <p:cNvPr id="20" name="Graphic 190">
            <a:extLst>
              <a:ext uri="{FF2B5EF4-FFF2-40B4-BE49-F238E27FC236}">
                <a16:creationId xmlns:a16="http://schemas.microsoft.com/office/drawing/2014/main" id="{66FB5A75-BDE2-4F12-A95B-C48788A7685C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GrpSpPr>
            <a:grpSpLocks noGrp="1" noUngrp="1" noRot="1" noChangeAspect="1" noMove="1" noResize="1"/>
          </p:cNvGrp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GrpSpPr>
        <p:grpSpPr>
          <a:xfrm>
            <a:off x="2080947" y="1755501"/>
            <a:ext cx="1598829" cy="531293"/>
            <a:chOff x="2504802" y="1755501"/>
            <a:chExt cx="1598829" cy="531293"/>
          </a:xfrm>
          <a:solidFill>
            <a:schemeClr val="bg1"/>
          </a:solidFill>
        </p:grpSpPr>
        <p:sp>
          <p:nvSpPr>
            <p:cNvPr id="21" name="Freeform: Shape 20">
              <a:extLst>
                <a:ext uri="{FF2B5EF4-FFF2-40B4-BE49-F238E27FC236}">
                  <a16:creationId xmlns:a16="http://schemas.microsoft.com/office/drawing/2014/main" id="{DC86CBC8-A814-4C0C-A287-7C549693D2E9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2504802" y="2113855"/>
              <a:ext cx="1598614" cy="172939"/>
            </a:xfrm>
            <a:custGeom>
              <a:avLst/>
              <a:gdLst>
                <a:gd name="connsiteX0" fmla="*/ 1248648 w 1598614"/>
                <a:gd name="connsiteY0" fmla="*/ 172939 h 172939"/>
                <a:gd name="connsiteX1" fmla="*/ 1123031 w 1598614"/>
                <a:gd name="connsiteY1" fmla="*/ 92708 h 172939"/>
                <a:gd name="connsiteX2" fmla="*/ 1024085 w 1598614"/>
                <a:gd name="connsiteY2" fmla="*/ 29469 h 172939"/>
                <a:gd name="connsiteX3" fmla="*/ 925140 w 1598614"/>
                <a:gd name="connsiteY3" fmla="*/ 92708 h 172939"/>
                <a:gd name="connsiteX4" fmla="*/ 799522 w 1598614"/>
                <a:gd name="connsiteY4" fmla="*/ 172939 h 172939"/>
                <a:gd name="connsiteX5" fmla="*/ 799522 w 1598614"/>
                <a:gd name="connsiteY5" fmla="*/ 172939 h 172939"/>
                <a:gd name="connsiteX6" fmla="*/ 673905 w 1598614"/>
                <a:gd name="connsiteY6" fmla="*/ 92708 h 172939"/>
                <a:gd name="connsiteX7" fmla="*/ 574959 w 1598614"/>
                <a:gd name="connsiteY7" fmla="*/ 29469 h 172939"/>
                <a:gd name="connsiteX8" fmla="*/ 476014 w 1598614"/>
                <a:gd name="connsiteY8" fmla="*/ 92708 h 172939"/>
                <a:gd name="connsiteX9" fmla="*/ 350396 w 1598614"/>
                <a:gd name="connsiteY9" fmla="*/ 172939 h 172939"/>
                <a:gd name="connsiteX10" fmla="*/ 224778 w 1598614"/>
                <a:gd name="connsiteY10" fmla="*/ 92708 h 172939"/>
                <a:gd name="connsiteX11" fmla="*/ 125833 w 1598614"/>
                <a:gd name="connsiteY11" fmla="*/ 29469 h 172939"/>
                <a:gd name="connsiteX12" fmla="*/ 26887 w 1598614"/>
                <a:gd name="connsiteY12" fmla="*/ 92708 h 172939"/>
                <a:gd name="connsiteX13" fmla="*/ 0 w 1598614"/>
                <a:gd name="connsiteY13" fmla="*/ 80232 h 172939"/>
                <a:gd name="connsiteX14" fmla="*/ 125618 w 1598614"/>
                <a:gd name="connsiteY14" fmla="*/ 0 h 172939"/>
                <a:gd name="connsiteX15" fmla="*/ 251235 w 1598614"/>
                <a:gd name="connsiteY15" fmla="*/ 80232 h 172939"/>
                <a:gd name="connsiteX16" fmla="*/ 350181 w 1598614"/>
                <a:gd name="connsiteY16" fmla="*/ 143471 h 172939"/>
                <a:gd name="connsiteX17" fmla="*/ 449126 w 1598614"/>
                <a:gd name="connsiteY17" fmla="*/ 80232 h 172939"/>
                <a:gd name="connsiteX18" fmla="*/ 574744 w 1598614"/>
                <a:gd name="connsiteY18" fmla="*/ 0 h 172939"/>
                <a:gd name="connsiteX19" fmla="*/ 700362 w 1598614"/>
                <a:gd name="connsiteY19" fmla="*/ 80232 h 172939"/>
                <a:gd name="connsiteX20" fmla="*/ 799307 w 1598614"/>
                <a:gd name="connsiteY20" fmla="*/ 143471 h 172939"/>
                <a:gd name="connsiteX21" fmla="*/ 799307 w 1598614"/>
                <a:gd name="connsiteY21" fmla="*/ 143471 h 172939"/>
                <a:gd name="connsiteX22" fmla="*/ 898253 w 1598614"/>
                <a:gd name="connsiteY22" fmla="*/ 80232 h 172939"/>
                <a:gd name="connsiteX23" fmla="*/ 1023870 w 1598614"/>
                <a:gd name="connsiteY23" fmla="*/ 0 h 172939"/>
                <a:gd name="connsiteX24" fmla="*/ 1149488 w 1598614"/>
                <a:gd name="connsiteY24" fmla="*/ 80232 h 172939"/>
                <a:gd name="connsiteX25" fmla="*/ 1248433 w 1598614"/>
                <a:gd name="connsiteY25" fmla="*/ 143471 h 172939"/>
                <a:gd name="connsiteX26" fmla="*/ 1347379 w 1598614"/>
                <a:gd name="connsiteY26" fmla="*/ 80232 h 172939"/>
                <a:gd name="connsiteX27" fmla="*/ 1472997 w 1598614"/>
                <a:gd name="connsiteY27" fmla="*/ 0 h 172939"/>
                <a:gd name="connsiteX28" fmla="*/ 1598614 w 1598614"/>
                <a:gd name="connsiteY28" fmla="*/ 80232 h 172939"/>
                <a:gd name="connsiteX29" fmla="*/ 1571942 w 1598614"/>
                <a:gd name="connsiteY29" fmla="*/ 92708 h 172939"/>
                <a:gd name="connsiteX30" fmla="*/ 1472997 w 1598614"/>
                <a:gd name="connsiteY30" fmla="*/ 29469 h 172939"/>
                <a:gd name="connsiteX31" fmla="*/ 1374051 w 1598614"/>
                <a:gd name="connsiteY31" fmla="*/ 92708 h 172939"/>
                <a:gd name="connsiteX32" fmla="*/ 1248648 w 1598614"/>
                <a:gd name="connsiteY32" fmla="*/ 172939 h 172939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  <a:cxn ang="0">
                  <a:pos x="connsiteX32" y="connsiteY32"/>
                </a:cxn>
              </a:cxnLst>
              <a:rect l="l" t="t" r="r" b="b"/>
              <a:pathLst>
                <a:path w="1598614" h="172939">
                  <a:moveTo>
                    <a:pt x="1248648" y="172939"/>
                  </a:moveTo>
                  <a:cubicBezTo>
                    <a:pt x="1194229" y="172939"/>
                    <a:pt x="1146046" y="142180"/>
                    <a:pt x="1123031" y="92708"/>
                  </a:cubicBezTo>
                  <a:cubicBezTo>
                    <a:pt x="1104962" y="53775"/>
                    <a:pt x="1067105" y="29469"/>
                    <a:pt x="1024085" y="29469"/>
                  </a:cubicBezTo>
                  <a:cubicBezTo>
                    <a:pt x="981066" y="29469"/>
                    <a:pt x="943208" y="53775"/>
                    <a:pt x="925140" y="92708"/>
                  </a:cubicBezTo>
                  <a:cubicBezTo>
                    <a:pt x="902124" y="142180"/>
                    <a:pt x="853942" y="172939"/>
                    <a:pt x="799522" y="172939"/>
                  </a:cubicBezTo>
                  <a:cubicBezTo>
                    <a:pt x="799522" y="172939"/>
                    <a:pt x="799522" y="172939"/>
                    <a:pt x="799522" y="172939"/>
                  </a:cubicBezTo>
                  <a:cubicBezTo>
                    <a:pt x="744887" y="172939"/>
                    <a:pt x="696920" y="142180"/>
                    <a:pt x="673905" y="92708"/>
                  </a:cubicBezTo>
                  <a:cubicBezTo>
                    <a:pt x="655836" y="53775"/>
                    <a:pt x="617979" y="29469"/>
                    <a:pt x="574959" y="29469"/>
                  </a:cubicBezTo>
                  <a:cubicBezTo>
                    <a:pt x="531939" y="29469"/>
                    <a:pt x="494082" y="53775"/>
                    <a:pt x="476014" y="92708"/>
                  </a:cubicBezTo>
                  <a:cubicBezTo>
                    <a:pt x="452998" y="142180"/>
                    <a:pt x="405031" y="172939"/>
                    <a:pt x="350396" y="172939"/>
                  </a:cubicBezTo>
                  <a:cubicBezTo>
                    <a:pt x="295976" y="172939"/>
                    <a:pt x="247794" y="142180"/>
                    <a:pt x="224778" y="92708"/>
                  </a:cubicBezTo>
                  <a:cubicBezTo>
                    <a:pt x="206710" y="53775"/>
                    <a:pt x="168853" y="29469"/>
                    <a:pt x="125833" y="29469"/>
                  </a:cubicBezTo>
                  <a:cubicBezTo>
                    <a:pt x="82813" y="29469"/>
                    <a:pt x="44956" y="53775"/>
                    <a:pt x="26887" y="92708"/>
                  </a:cubicBezTo>
                  <a:lnTo>
                    <a:pt x="0" y="80232"/>
                  </a:lnTo>
                  <a:cubicBezTo>
                    <a:pt x="23016" y="30759"/>
                    <a:pt x="70983" y="0"/>
                    <a:pt x="125618" y="0"/>
                  </a:cubicBezTo>
                  <a:cubicBezTo>
                    <a:pt x="180253" y="0"/>
                    <a:pt x="228220" y="30759"/>
                    <a:pt x="251235" y="80232"/>
                  </a:cubicBezTo>
                  <a:cubicBezTo>
                    <a:pt x="269304" y="119165"/>
                    <a:pt x="307376" y="143471"/>
                    <a:pt x="350181" y="143471"/>
                  </a:cubicBezTo>
                  <a:cubicBezTo>
                    <a:pt x="393201" y="143471"/>
                    <a:pt x="431058" y="119165"/>
                    <a:pt x="449126" y="80232"/>
                  </a:cubicBezTo>
                  <a:cubicBezTo>
                    <a:pt x="472142" y="30759"/>
                    <a:pt x="520324" y="0"/>
                    <a:pt x="574744" y="0"/>
                  </a:cubicBezTo>
                  <a:cubicBezTo>
                    <a:pt x="629164" y="0"/>
                    <a:pt x="677346" y="30759"/>
                    <a:pt x="700362" y="80232"/>
                  </a:cubicBezTo>
                  <a:cubicBezTo>
                    <a:pt x="718430" y="119165"/>
                    <a:pt x="756287" y="143471"/>
                    <a:pt x="799307" y="143471"/>
                  </a:cubicBezTo>
                  <a:lnTo>
                    <a:pt x="799307" y="143471"/>
                  </a:lnTo>
                  <a:cubicBezTo>
                    <a:pt x="842327" y="143471"/>
                    <a:pt x="880184" y="119165"/>
                    <a:pt x="898253" y="80232"/>
                  </a:cubicBezTo>
                  <a:cubicBezTo>
                    <a:pt x="921268" y="30759"/>
                    <a:pt x="969235" y="0"/>
                    <a:pt x="1023870" y="0"/>
                  </a:cubicBezTo>
                  <a:cubicBezTo>
                    <a:pt x="1078505" y="0"/>
                    <a:pt x="1126472" y="30759"/>
                    <a:pt x="1149488" y="80232"/>
                  </a:cubicBezTo>
                  <a:cubicBezTo>
                    <a:pt x="1167556" y="119165"/>
                    <a:pt x="1205414" y="143471"/>
                    <a:pt x="1248433" y="143471"/>
                  </a:cubicBezTo>
                  <a:cubicBezTo>
                    <a:pt x="1291453" y="143471"/>
                    <a:pt x="1329311" y="119165"/>
                    <a:pt x="1347379" y="80232"/>
                  </a:cubicBezTo>
                  <a:cubicBezTo>
                    <a:pt x="1370394" y="30759"/>
                    <a:pt x="1418361" y="0"/>
                    <a:pt x="1472997" y="0"/>
                  </a:cubicBezTo>
                  <a:cubicBezTo>
                    <a:pt x="1527632" y="0"/>
                    <a:pt x="1575814" y="30759"/>
                    <a:pt x="1598614" y="80232"/>
                  </a:cubicBezTo>
                  <a:lnTo>
                    <a:pt x="1571942" y="92708"/>
                  </a:lnTo>
                  <a:cubicBezTo>
                    <a:pt x="1553874" y="53775"/>
                    <a:pt x="1515801" y="29469"/>
                    <a:pt x="1472997" y="29469"/>
                  </a:cubicBezTo>
                  <a:cubicBezTo>
                    <a:pt x="1429977" y="29469"/>
                    <a:pt x="1392119" y="53775"/>
                    <a:pt x="1374051" y="92708"/>
                  </a:cubicBezTo>
                  <a:cubicBezTo>
                    <a:pt x="1351251" y="142180"/>
                    <a:pt x="1303069" y="172939"/>
                    <a:pt x="1248648" y="172939"/>
                  </a:cubicBezTo>
                  <a:close/>
                </a:path>
              </a:pathLst>
            </a:custGeom>
            <a:grpFill/>
            <a:ln w="21496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22" name="Freeform: Shape 21">
              <a:extLst>
                <a:ext uri="{FF2B5EF4-FFF2-40B4-BE49-F238E27FC236}">
                  <a16:creationId xmlns:a16="http://schemas.microsoft.com/office/drawing/2014/main" id="{6AA52F4F-14E6-402F-A196-668B9CA9BC62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2504802" y="1755501"/>
              <a:ext cx="1598829" cy="172724"/>
            </a:xfrm>
            <a:custGeom>
              <a:avLst/>
              <a:gdLst>
                <a:gd name="connsiteX0" fmla="*/ 1248648 w 1598829"/>
                <a:gd name="connsiteY0" fmla="*/ 172724 h 172724"/>
                <a:gd name="connsiteX1" fmla="*/ 1123031 w 1598829"/>
                <a:gd name="connsiteY1" fmla="*/ 92492 h 172724"/>
                <a:gd name="connsiteX2" fmla="*/ 1024085 w 1598829"/>
                <a:gd name="connsiteY2" fmla="*/ 29253 h 172724"/>
                <a:gd name="connsiteX3" fmla="*/ 925140 w 1598829"/>
                <a:gd name="connsiteY3" fmla="*/ 92492 h 172724"/>
                <a:gd name="connsiteX4" fmla="*/ 799522 w 1598829"/>
                <a:gd name="connsiteY4" fmla="*/ 172724 h 172724"/>
                <a:gd name="connsiteX5" fmla="*/ 799522 w 1598829"/>
                <a:gd name="connsiteY5" fmla="*/ 172724 h 172724"/>
                <a:gd name="connsiteX6" fmla="*/ 673905 w 1598829"/>
                <a:gd name="connsiteY6" fmla="*/ 92492 h 172724"/>
                <a:gd name="connsiteX7" fmla="*/ 574959 w 1598829"/>
                <a:gd name="connsiteY7" fmla="*/ 29253 h 172724"/>
                <a:gd name="connsiteX8" fmla="*/ 476014 w 1598829"/>
                <a:gd name="connsiteY8" fmla="*/ 92492 h 172724"/>
                <a:gd name="connsiteX9" fmla="*/ 350396 w 1598829"/>
                <a:gd name="connsiteY9" fmla="*/ 172724 h 172724"/>
                <a:gd name="connsiteX10" fmla="*/ 224778 w 1598829"/>
                <a:gd name="connsiteY10" fmla="*/ 92492 h 172724"/>
                <a:gd name="connsiteX11" fmla="*/ 125833 w 1598829"/>
                <a:gd name="connsiteY11" fmla="*/ 29253 h 172724"/>
                <a:gd name="connsiteX12" fmla="*/ 26887 w 1598829"/>
                <a:gd name="connsiteY12" fmla="*/ 92492 h 172724"/>
                <a:gd name="connsiteX13" fmla="*/ 0 w 1598829"/>
                <a:gd name="connsiteY13" fmla="*/ 80232 h 172724"/>
                <a:gd name="connsiteX14" fmla="*/ 125618 w 1598829"/>
                <a:gd name="connsiteY14" fmla="*/ 0 h 172724"/>
                <a:gd name="connsiteX15" fmla="*/ 251235 w 1598829"/>
                <a:gd name="connsiteY15" fmla="*/ 80232 h 172724"/>
                <a:gd name="connsiteX16" fmla="*/ 350181 w 1598829"/>
                <a:gd name="connsiteY16" fmla="*/ 143471 h 172724"/>
                <a:gd name="connsiteX17" fmla="*/ 449126 w 1598829"/>
                <a:gd name="connsiteY17" fmla="*/ 80232 h 172724"/>
                <a:gd name="connsiteX18" fmla="*/ 574744 w 1598829"/>
                <a:gd name="connsiteY18" fmla="*/ 0 h 172724"/>
                <a:gd name="connsiteX19" fmla="*/ 700362 w 1598829"/>
                <a:gd name="connsiteY19" fmla="*/ 80232 h 172724"/>
                <a:gd name="connsiteX20" fmla="*/ 799307 w 1598829"/>
                <a:gd name="connsiteY20" fmla="*/ 143471 h 172724"/>
                <a:gd name="connsiteX21" fmla="*/ 799307 w 1598829"/>
                <a:gd name="connsiteY21" fmla="*/ 143471 h 172724"/>
                <a:gd name="connsiteX22" fmla="*/ 898253 w 1598829"/>
                <a:gd name="connsiteY22" fmla="*/ 80232 h 172724"/>
                <a:gd name="connsiteX23" fmla="*/ 1024085 w 1598829"/>
                <a:gd name="connsiteY23" fmla="*/ 0 h 172724"/>
                <a:gd name="connsiteX24" fmla="*/ 1149703 w 1598829"/>
                <a:gd name="connsiteY24" fmla="*/ 80232 h 172724"/>
                <a:gd name="connsiteX25" fmla="*/ 1248648 w 1598829"/>
                <a:gd name="connsiteY25" fmla="*/ 143471 h 172724"/>
                <a:gd name="connsiteX26" fmla="*/ 1347594 w 1598829"/>
                <a:gd name="connsiteY26" fmla="*/ 80232 h 172724"/>
                <a:gd name="connsiteX27" fmla="*/ 1473212 w 1598829"/>
                <a:gd name="connsiteY27" fmla="*/ 0 h 172724"/>
                <a:gd name="connsiteX28" fmla="*/ 1598829 w 1598829"/>
                <a:gd name="connsiteY28" fmla="*/ 80232 h 172724"/>
                <a:gd name="connsiteX29" fmla="*/ 1572157 w 1598829"/>
                <a:gd name="connsiteY29" fmla="*/ 92492 h 172724"/>
                <a:gd name="connsiteX30" fmla="*/ 1473212 w 1598829"/>
                <a:gd name="connsiteY30" fmla="*/ 29253 h 172724"/>
                <a:gd name="connsiteX31" fmla="*/ 1374266 w 1598829"/>
                <a:gd name="connsiteY31" fmla="*/ 92492 h 172724"/>
                <a:gd name="connsiteX32" fmla="*/ 1248648 w 1598829"/>
                <a:gd name="connsiteY32" fmla="*/ 172724 h 172724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  <a:cxn ang="0">
                  <a:pos x="connsiteX32" y="connsiteY32"/>
                </a:cxn>
              </a:cxnLst>
              <a:rect l="l" t="t" r="r" b="b"/>
              <a:pathLst>
                <a:path w="1598829" h="172724">
                  <a:moveTo>
                    <a:pt x="1248648" y="172724"/>
                  </a:moveTo>
                  <a:cubicBezTo>
                    <a:pt x="1194229" y="172724"/>
                    <a:pt x="1146046" y="141965"/>
                    <a:pt x="1123031" y="92492"/>
                  </a:cubicBezTo>
                  <a:cubicBezTo>
                    <a:pt x="1104962" y="53560"/>
                    <a:pt x="1067105" y="29253"/>
                    <a:pt x="1024085" y="29253"/>
                  </a:cubicBezTo>
                  <a:cubicBezTo>
                    <a:pt x="981066" y="29253"/>
                    <a:pt x="943208" y="53560"/>
                    <a:pt x="925140" y="92492"/>
                  </a:cubicBezTo>
                  <a:cubicBezTo>
                    <a:pt x="902124" y="141965"/>
                    <a:pt x="853942" y="172724"/>
                    <a:pt x="799522" y="172724"/>
                  </a:cubicBezTo>
                  <a:cubicBezTo>
                    <a:pt x="799522" y="172724"/>
                    <a:pt x="799522" y="172724"/>
                    <a:pt x="799522" y="172724"/>
                  </a:cubicBezTo>
                  <a:cubicBezTo>
                    <a:pt x="744887" y="172724"/>
                    <a:pt x="696920" y="141965"/>
                    <a:pt x="673905" y="92492"/>
                  </a:cubicBezTo>
                  <a:cubicBezTo>
                    <a:pt x="655836" y="53560"/>
                    <a:pt x="617979" y="29253"/>
                    <a:pt x="574959" y="29253"/>
                  </a:cubicBezTo>
                  <a:cubicBezTo>
                    <a:pt x="531939" y="29253"/>
                    <a:pt x="494082" y="53560"/>
                    <a:pt x="476014" y="92492"/>
                  </a:cubicBezTo>
                  <a:cubicBezTo>
                    <a:pt x="452998" y="141965"/>
                    <a:pt x="405031" y="172724"/>
                    <a:pt x="350396" y="172724"/>
                  </a:cubicBezTo>
                  <a:cubicBezTo>
                    <a:pt x="295976" y="172724"/>
                    <a:pt x="247794" y="141965"/>
                    <a:pt x="224778" y="92492"/>
                  </a:cubicBezTo>
                  <a:cubicBezTo>
                    <a:pt x="206710" y="53560"/>
                    <a:pt x="168853" y="29253"/>
                    <a:pt x="125833" y="29253"/>
                  </a:cubicBezTo>
                  <a:cubicBezTo>
                    <a:pt x="82813" y="29253"/>
                    <a:pt x="44956" y="53560"/>
                    <a:pt x="26887" y="92492"/>
                  </a:cubicBezTo>
                  <a:lnTo>
                    <a:pt x="0" y="80232"/>
                  </a:lnTo>
                  <a:cubicBezTo>
                    <a:pt x="23016" y="30759"/>
                    <a:pt x="70983" y="0"/>
                    <a:pt x="125618" y="0"/>
                  </a:cubicBezTo>
                  <a:cubicBezTo>
                    <a:pt x="180253" y="0"/>
                    <a:pt x="228220" y="30759"/>
                    <a:pt x="251235" y="80232"/>
                  </a:cubicBezTo>
                  <a:cubicBezTo>
                    <a:pt x="269304" y="119165"/>
                    <a:pt x="307376" y="143471"/>
                    <a:pt x="350181" y="143471"/>
                  </a:cubicBezTo>
                  <a:cubicBezTo>
                    <a:pt x="393201" y="143471"/>
                    <a:pt x="431058" y="119165"/>
                    <a:pt x="449126" y="80232"/>
                  </a:cubicBezTo>
                  <a:cubicBezTo>
                    <a:pt x="472142" y="30759"/>
                    <a:pt x="520324" y="0"/>
                    <a:pt x="574744" y="0"/>
                  </a:cubicBezTo>
                  <a:cubicBezTo>
                    <a:pt x="629164" y="0"/>
                    <a:pt x="677346" y="30759"/>
                    <a:pt x="700362" y="80232"/>
                  </a:cubicBezTo>
                  <a:cubicBezTo>
                    <a:pt x="718430" y="119165"/>
                    <a:pt x="756287" y="143471"/>
                    <a:pt x="799307" y="143471"/>
                  </a:cubicBezTo>
                  <a:lnTo>
                    <a:pt x="799307" y="143471"/>
                  </a:lnTo>
                  <a:cubicBezTo>
                    <a:pt x="842327" y="143471"/>
                    <a:pt x="880184" y="119165"/>
                    <a:pt x="898253" y="80232"/>
                  </a:cubicBezTo>
                  <a:cubicBezTo>
                    <a:pt x="921483" y="30759"/>
                    <a:pt x="969450" y="0"/>
                    <a:pt x="1024085" y="0"/>
                  </a:cubicBezTo>
                  <a:cubicBezTo>
                    <a:pt x="1078720" y="0"/>
                    <a:pt x="1126688" y="30759"/>
                    <a:pt x="1149703" y="80232"/>
                  </a:cubicBezTo>
                  <a:cubicBezTo>
                    <a:pt x="1167771" y="119165"/>
                    <a:pt x="1205629" y="143471"/>
                    <a:pt x="1248648" y="143471"/>
                  </a:cubicBezTo>
                  <a:cubicBezTo>
                    <a:pt x="1291668" y="143471"/>
                    <a:pt x="1329526" y="119165"/>
                    <a:pt x="1347594" y="80232"/>
                  </a:cubicBezTo>
                  <a:cubicBezTo>
                    <a:pt x="1370610" y="30759"/>
                    <a:pt x="1418792" y="0"/>
                    <a:pt x="1473212" y="0"/>
                  </a:cubicBezTo>
                  <a:cubicBezTo>
                    <a:pt x="1527847" y="0"/>
                    <a:pt x="1576029" y="30759"/>
                    <a:pt x="1598829" y="80232"/>
                  </a:cubicBezTo>
                  <a:lnTo>
                    <a:pt x="1572157" y="92492"/>
                  </a:lnTo>
                  <a:cubicBezTo>
                    <a:pt x="1554089" y="53560"/>
                    <a:pt x="1516016" y="29253"/>
                    <a:pt x="1473212" y="29253"/>
                  </a:cubicBezTo>
                  <a:cubicBezTo>
                    <a:pt x="1430192" y="29253"/>
                    <a:pt x="1392335" y="53560"/>
                    <a:pt x="1374266" y="92492"/>
                  </a:cubicBezTo>
                  <a:cubicBezTo>
                    <a:pt x="1351251" y="141965"/>
                    <a:pt x="1303069" y="172724"/>
                    <a:pt x="1248648" y="172724"/>
                  </a:cubicBezTo>
                  <a:close/>
                </a:path>
              </a:pathLst>
            </a:custGeom>
            <a:grpFill/>
            <a:ln w="21496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</p:grpSp>
      <p:sp>
        <p:nvSpPr>
          <p:cNvPr id="24" name="Oval 23">
            <a:extLst>
              <a:ext uri="{FF2B5EF4-FFF2-40B4-BE49-F238E27FC236}">
                <a16:creationId xmlns:a16="http://schemas.microsoft.com/office/drawing/2014/main" id="{C10FB9CA-E7FA-462C-B537-F1224ED1ACF4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1719820" y="4236107"/>
            <a:ext cx="510988" cy="510988"/>
          </a:xfrm>
          <a:prstGeom prst="ellipse">
            <a:avLst/>
          </a:prstGeom>
          <a:solidFill>
            <a:srgbClr val="FFFFFF"/>
          </a:solidFill>
          <a:ln w="28575"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endParaRPr lang="en-US"/>
          </a:p>
        </p:txBody>
      </p:sp>
      <p:sp>
        <p:nvSpPr>
          <p:cNvPr id="26" name="Oval 25">
            <a:extLst>
              <a:ext uri="{FF2B5EF4-FFF2-40B4-BE49-F238E27FC236}">
                <a16:creationId xmlns:a16="http://schemas.microsoft.com/office/drawing/2014/main" id="{D8469AE7-A75B-4F37-850B-EF5974ABED2C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1719820" y="4236107"/>
            <a:ext cx="510988" cy="510988"/>
          </a:xfrm>
          <a:prstGeom prst="ellipse">
            <a:avLst/>
          </a:prstGeom>
          <a:solidFill>
            <a:schemeClr val="accent2">
              <a:alpha val="30000"/>
            </a:schemeClr>
          </a:solidFill>
          <a:ln w="28575">
            <a:solidFill>
              <a:schemeClr val="bg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endParaRPr lang="en-US"/>
          </a:p>
        </p:txBody>
      </p:sp>
      <p:grpSp>
        <p:nvGrpSpPr>
          <p:cNvPr id="28" name="Graphic 4">
            <a:extLst>
              <a:ext uri="{FF2B5EF4-FFF2-40B4-BE49-F238E27FC236}">
                <a16:creationId xmlns:a16="http://schemas.microsoft.com/office/drawing/2014/main" id="{63301095-70B2-49AA-8DA9-A35629AD621C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GrpSpPr>
            <a:grpSpLocks noGrp="1" noUngrp="1" noRot="1" noChangeAspect="1" noMove="1" noResize="1"/>
          </p:cNvGrp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GrpSpPr>
        <p:grpSpPr>
          <a:xfrm>
            <a:off x="8597506" y="4175798"/>
            <a:ext cx="1861486" cy="1861665"/>
            <a:chOff x="5734053" y="3067000"/>
            <a:chExt cx="724484" cy="724549"/>
          </a:xfrm>
          <a:solidFill>
            <a:schemeClr val="bg1"/>
          </a:solidFill>
        </p:grpSpPr>
        <p:sp>
          <p:nvSpPr>
            <p:cNvPr id="29" name="Freeform: Shape 28">
              <a:extLst>
                <a:ext uri="{FF2B5EF4-FFF2-40B4-BE49-F238E27FC236}">
                  <a16:creationId xmlns:a16="http://schemas.microsoft.com/office/drawing/2014/main" id="{D218E08C-0BEA-45C2-8C09-4141DDDA0011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5734055" y="3067000"/>
              <a:ext cx="14192" cy="14097"/>
            </a:xfrm>
            <a:custGeom>
              <a:avLst/>
              <a:gdLst>
                <a:gd name="connsiteX0" fmla="*/ 14192 w 14192"/>
                <a:gd name="connsiteY0" fmla="*/ 7049 h 14097"/>
                <a:gd name="connsiteX1" fmla="*/ 7144 w 14192"/>
                <a:gd name="connsiteY1" fmla="*/ 14097 h 14097"/>
                <a:gd name="connsiteX2" fmla="*/ 0 w 14192"/>
                <a:gd name="connsiteY2" fmla="*/ 7049 h 14097"/>
                <a:gd name="connsiteX3" fmla="*/ 7049 w 14192"/>
                <a:gd name="connsiteY3" fmla="*/ 0 h 14097"/>
                <a:gd name="connsiteX4" fmla="*/ 14192 w 14192"/>
                <a:gd name="connsiteY4" fmla="*/ 7049 h 14097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14192" h="14097">
                  <a:moveTo>
                    <a:pt x="14192" y="7049"/>
                  </a:moveTo>
                  <a:cubicBezTo>
                    <a:pt x="14192" y="10954"/>
                    <a:pt x="11049" y="14097"/>
                    <a:pt x="7144" y="14097"/>
                  </a:cubicBezTo>
                  <a:cubicBezTo>
                    <a:pt x="3239" y="14097"/>
                    <a:pt x="0" y="10954"/>
                    <a:pt x="0" y="7049"/>
                  </a:cubicBezTo>
                  <a:cubicBezTo>
                    <a:pt x="0" y="3143"/>
                    <a:pt x="3143" y="0"/>
                    <a:pt x="7049" y="0"/>
                  </a:cubicBezTo>
                  <a:cubicBezTo>
                    <a:pt x="10954" y="0"/>
                    <a:pt x="14192" y="3143"/>
                    <a:pt x="14192" y="7049"/>
                  </a:cubicBezTo>
                  <a:close/>
                </a:path>
              </a:pathLst>
            </a:custGeom>
            <a:grpFill/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30" name="Freeform: Shape 29">
              <a:extLst>
                <a:ext uri="{FF2B5EF4-FFF2-40B4-BE49-F238E27FC236}">
                  <a16:creationId xmlns:a16="http://schemas.microsoft.com/office/drawing/2014/main" id="{232F6090-14E0-44C6-B9FC-C91047BCDC47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5793300" y="3067000"/>
              <a:ext cx="14097" cy="14097"/>
            </a:xfrm>
            <a:custGeom>
              <a:avLst/>
              <a:gdLst>
                <a:gd name="connsiteX0" fmla="*/ 14097 w 14097"/>
                <a:gd name="connsiteY0" fmla="*/ 7049 h 14097"/>
                <a:gd name="connsiteX1" fmla="*/ 7049 w 14097"/>
                <a:gd name="connsiteY1" fmla="*/ 14097 h 14097"/>
                <a:gd name="connsiteX2" fmla="*/ 0 w 14097"/>
                <a:gd name="connsiteY2" fmla="*/ 7049 h 14097"/>
                <a:gd name="connsiteX3" fmla="*/ 7049 w 14097"/>
                <a:gd name="connsiteY3" fmla="*/ 0 h 14097"/>
                <a:gd name="connsiteX4" fmla="*/ 14097 w 14097"/>
                <a:gd name="connsiteY4" fmla="*/ 7049 h 14097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14097" h="14097">
                  <a:moveTo>
                    <a:pt x="14097" y="7049"/>
                  </a:moveTo>
                  <a:cubicBezTo>
                    <a:pt x="14097" y="10941"/>
                    <a:pt x="10941" y="14097"/>
                    <a:pt x="7049" y="14097"/>
                  </a:cubicBezTo>
                  <a:cubicBezTo>
                    <a:pt x="3156" y="14097"/>
                    <a:pt x="0" y="10941"/>
                    <a:pt x="0" y="7049"/>
                  </a:cubicBezTo>
                  <a:cubicBezTo>
                    <a:pt x="0" y="3156"/>
                    <a:pt x="3156" y="0"/>
                    <a:pt x="7049" y="0"/>
                  </a:cubicBezTo>
                  <a:cubicBezTo>
                    <a:pt x="10941" y="0"/>
                    <a:pt x="14097" y="3156"/>
                    <a:pt x="14097" y="7049"/>
                  </a:cubicBezTo>
                  <a:close/>
                </a:path>
              </a:pathLst>
            </a:custGeom>
            <a:grpFill/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31" name="Freeform: Shape 30">
              <a:extLst>
                <a:ext uri="{FF2B5EF4-FFF2-40B4-BE49-F238E27FC236}">
                  <a16:creationId xmlns:a16="http://schemas.microsoft.com/office/drawing/2014/main" id="{FDB9402B-335C-4892-9E7C-C400E95BE05F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5852450" y="3067000"/>
              <a:ext cx="14096" cy="14097"/>
            </a:xfrm>
            <a:custGeom>
              <a:avLst/>
              <a:gdLst>
                <a:gd name="connsiteX0" fmla="*/ 14097 w 14096"/>
                <a:gd name="connsiteY0" fmla="*/ 7049 h 14097"/>
                <a:gd name="connsiteX1" fmla="*/ 7048 w 14096"/>
                <a:gd name="connsiteY1" fmla="*/ 14097 h 14097"/>
                <a:gd name="connsiteX2" fmla="*/ 0 w 14096"/>
                <a:gd name="connsiteY2" fmla="*/ 7049 h 14097"/>
                <a:gd name="connsiteX3" fmla="*/ 7048 w 14096"/>
                <a:gd name="connsiteY3" fmla="*/ 0 h 14097"/>
                <a:gd name="connsiteX4" fmla="*/ 14097 w 14096"/>
                <a:gd name="connsiteY4" fmla="*/ 7049 h 14097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14096" h="14097">
                  <a:moveTo>
                    <a:pt x="14097" y="7049"/>
                  </a:moveTo>
                  <a:cubicBezTo>
                    <a:pt x="14097" y="10954"/>
                    <a:pt x="10954" y="14097"/>
                    <a:pt x="7048" y="14097"/>
                  </a:cubicBezTo>
                  <a:cubicBezTo>
                    <a:pt x="3143" y="14097"/>
                    <a:pt x="0" y="10954"/>
                    <a:pt x="0" y="7049"/>
                  </a:cubicBezTo>
                  <a:cubicBezTo>
                    <a:pt x="0" y="3143"/>
                    <a:pt x="3143" y="0"/>
                    <a:pt x="7048" y="0"/>
                  </a:cubicBezTo>
                  <a:cubicBezTo>
                    <a:pt x="10954" y="0"/>
                    <a:pt x="14097" y="3143"/>
                    <a:pt x="14097" y="7049"/>
                  </a:cubicBezTo>
                  <a:close/>
                </a:path>
              </a:pathLst>
            </a:custGeom>
            <a:grpFill/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32" name="Freeform: Shape 31">
              <a:extLst>
                <a:ext uri="{FF2B5EF4-FFF2-40B4-BE49-F238E27FC236}">
                  <a16:creationId xmlns:a16="http://schemas.microsoft.com/office/drawing/2014/main" id="{E7A4371D-4448-409A-93F3-0C92E3EBDCF2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5911695" y="3067000"/>
              <a:ext cx="14096" cy="14097"/>
            </a:xfrm>
            <a:custGeom>
              <a:avLst/>
              <a:gdLst>
                <a:gd name="connsiteX0" fmla="*/ 14097 w 14096"/>
                <a:gd name="connsiteY0" fmla="*/ 7049 h 14097"/>
                <a:gd name="connsiteX1" fmla="*/ 7048 w 14096"/>
                <a:gd name="connsiteY1" fmla="*/ 14097 h 14097"/>
                <a:gd name="connsiteX2" fmla="*/ 0 w 14096"/>
                <a:gd name="connsiteY2" fmla="*/ 7049 h 14097"/>
                <a:gd name="connsiteX3" fmla="*/ 7048 w 14096"/>
                <a:gd name="connsiteY3" fmla="*/ 0 h 14097"/>
                <a:gd name="connsiteX4" fmla="*/ 14097 w 14096"/>
                <a:gd name="connsiteY4" fmla="*/ 7049 h 14097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14096" h="14097">
                  <a:moveTo>
                    <a:pt x="14097" y="7049"/>
                  </a:moveTo>
                  <a:cubicBezTo>
                    <a:pt x="14097" y="10954"/>
                    <a:pt x="10954" y="14097"/>
                    <a:pt x="7048" y="14097"/>
                  </a:cubicBezTo>
                  <a:cubicBezTo>
                    <a:pt x="3143" y="14097"/>
                    <a:pt x="0" y="10954"/>
                    <a:pt x="0" y="7049"/>
                  </a:cubicBezTo>
                  <a:cubicBezTo>
                    <a:pt x="0" y="3143"/>
                    <a:pt x="3143" y="0"/>
                    <a:pt x="7048" y="0"/>
                  </a:cubicBezTo>
                  <a:cubicBezTo>
                    <a:pt x="10954" y="0"/>
                    <a:pt x="14097" y="3143"/>
                    <a:pt x="14097" y="7049"/>
                  </a:cubicBezTo>
                  <a:close/>
                </a:path>
              </a:pathLst>
            </a:custGeom>
            <a:grpFill/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33" name="Freeform: Shape 32">
              <a:extLst>
                <a:ext uri="{FF2B5EF4-FFF2-40B4-BE49-F238E27FC236}">
                  <a16:creationId xmlns:a16="http://schemas.microsoft.com/office/drawing/2014/main" id="{780149CB-4B8F-4FD1-AC5E-25670C9EA0AF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5970846" y="3067000"/>
              <a:ext cx="14096" cy="14097"/>
            </a:xfrm>
            <a:custGeom>
              <a:avLst/>
              <a:gdLst>
                <a:gd name="connsiteX0" fmla="*/ 14097 w 14096"/>
                <a:gd name="connsiteY0" fmla="*/ 7049 h 14097"/>
                <a:gd name="connsiteX1" fmla="*/ 7048 w 14096"/>
                <a:gd name="connsiteY1" fmla="*/ 14097 h 14097"/>
                <a:gd name="connsiteX2" fmla="*/ 0 w 14096"/>
                <a:gd name="connsiteY2" fmla="*/ 7049 h 14097"/>
                <a:gd name="connsiteX3" fmla="*/ 7048 w 14096"/>
                <a:gd name="connsiteY3" fmla="*/ 0 h 14097"/>
                <a:gd name="connsiteX4" fmla="*/ 14097 w 14096"/>
                <a:gd name="connsiteY4" fmla="*/ 7049 h 14097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14096" h="14097">
                  <a:moveTo>
                    <a:pt x="14097" y="7049"/>
                  </a:moveTo>
                  <a:cubicBezTo>
                    <a:pt x="14097" y="10954"/>
                    <a:pt x="10954" y="14097"/>
                    <a:pt x="7048" y="14097"/>
                  </a:cubicBezTo>
                  <a:cubicBezTo>
                    <a:pt x="3143" y="14097"/>
                    <a:pt x="0" y="10954"/>
                    <a:pt x="0" y="7049"/>
                  </a:cubicBezTo>
                  <a:cubicBezTo>
                    <a:pt x="0" y="3143"/>
                    <a:pt x="3143" y="0"/>
                    <a:pt x="7048" y="0"/>
                  </a:cubicBezTo>
                  <a:cubicBezTo>
                    <a:pt x="10954" y="0"/>
                    <a:pt x="14097" y="3143"/>
                    <a:pt x="14097" y="7049"/>
                  </a:cubicBezTo>
                  <a:close/>
                </a:path>
              </a:pathLst>
            </a:custGeom>
            <a:grpFill/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34" name="Freeform: Shape 33">
              <a:extLst>
                <a:ext uri="{FF2B5EF4-FFF2-40B4-BE49-F238E27FC236}">
                  <a16:creationId xmlns:a16="http://schemas.microsoft.com/office/drawing/2014/main" id="{92D49A1A-35B0-4620-9D1E-A782A0E97804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6030092" y="3067000"/>
              <a:ext cx="14097" cy="14097"/>
            </a:xfrm>
            <a:custGeom>
              <a:avLst/>
              <a:gdLst>
                <a:gd name="connsiteX0" fmla="*/ 14097 w 14097"/>
                <a:gd name="connsiteY0" fmla="*/ 7049 h 14097"/>
                <a:gd name="connsiteX1" fmla="*/ 7049 w 14097"/>
                <a:gd name="connsiteY1" fmla="*/ 14097 h 14097"/>
                <a:gd name="connsiteX2" fmla="*/ 0 w 14097"/>
                <a:gd name="connsiteY2" fmla="*/ 7049 h 14097"/>
                <a:gd name="connsiteX3" fmla="*/ 7049 w 14097"/>
                <a:gd name="connsiteY3" fmla="*/ 0 h 14097"/>
                <a:gd name="connsiteX4" fmla="*/ 14097 w 14097"/>
                <a:gd name="connsiteY4" fmla="*/ 7049 h 14097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14097" h="14097">
                  <a:moveTo>
                    <a:pt x="14097" y="7049"/>
                  </a:moveTo>
                  <a:cubicBezTo>
                    <a:pt x="14097" y="10941"/>
                    <a:pt x="10941" y="14097"/>
                    <a:pt x="7049" y="14097"/>
                  </a:cubicBezTo>
                  <a:cubicBezTo>
                    <a:pt x="3156" y="14097"/>
                    <a:pt x="0" y="10941"/>
                    <a:pt x="0" y="7049"/>
                  </a:cubicBezTo>
                  <a:cubicBezTo>
                    <a:pt x="0" y="3156"/>
                    <a:pt x="3156" y="0"/>
                    <a:pt x="7049" y="0"/>
                  </a:cubicBezTo>
                  <a:cubicBezTo>
                    <a:pt x="10941" y="0"/>
                    <a:pt x="14097" y="3156"/>
                    <a:pt x="14097" y="7049"/>
                  </a:cubicBezTo>
                  <a:close/>
                </a:path>
              </a:pathLst>
            </a:custGeom>
            <a:grpFill/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35" name="Freeform: Shape 34">
              <a:extLst>
                <a:ext uri="{FF2B5EF4-FFF2-40B4-BE49-F238E27FC236}">
                  <a16:creationId xmlns:a16="http://schemas.microsoft.com/office/drawing/2014/main" id="{AFF46F08-B1E4-44C1-BD4A-4191D6EAD904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6089242" y="3067000"/>
              <a:ext cx="14096" cy="14097"/>
            </a:xfrm>
            <a:custGeom>
              <a:avLst/>
              <a:gdLst>
                <a:gd name="connsiteX0" fmla="*/ 14097 w 14096"/>
                <a:gd name="connsiteY0" fmla="*/ 7049 h 14097"/>
                <a:gd name="connsiteX1" fmla="*/ 7048 w 14096"/>
                <a:gd name="connsiteY1" fmla="*/ 14097 h 14097"/>
                <a:gd name="connsiteX2" fmla="*/ 0 w 14096"/>
                <a:gd name="connsiteY2" fmla="*/ 7049 h 14097"/>
                <a:gd name="connsiteX3" fmla="*/ 7048 w 14096"/>
                <a:gd name="connsiteY3" fmla="*/ 0 h 14097"/>
                <a:gd name="connsiteX4" fmla="*/ 14097 w 14096"/>
                <a:gd name="connsiteY4" fmla="*/ 7049 h 14097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14096" h="14097">
                  <a:moveTo>
                    <a:pt x="14097" y="7049"/>
                  </a:moveTo>
                  <a:cubicBezTo>
                    <a:pt x="14097" y="10954"/>
                    <a:pt x="10954" y="14097"/>
                    <a:pt x="7048" y="14097"/>
                  </a:cubicBezTo>
                  <a:cubicBezTo>
                    <a:pt x="3143" y="14097"/>
                    <a:pt x="0" y="10954"/>
                    <a:pt x="0" y="7049"/>
                  </a:cubicBezTo>
                  <a:cubicBezTo>
                    <a:pt x="0" y="3143"/>
                    <a:pt x="3143" y="0"/>
                    <a:pt x="7048" y="0"/>
                  </a:cubicBezTo>
                  <a:cubicBezTo>
                    <a:pt x="10954" y="0"/>
                    <a:pt x="14097" y="3143"/>
                    <a:pt x="14097" y="7049"/>
                  </a:cubicBezTo>
                  <a:close/>
                </a:path>
              </a:pathLst>
            </a:custGeom>
            <a:grpFill/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36" name="Freeform: Shape 35">
              <a:extLst>
                <a:ext uri="{FF2B5EF4-FFF2-40B4-BE49-F238E27FC236}">
                  <a16:creationId xmlns:a16="http://schemas.microsoft.com/office/drawing/2014/main" id="{8DB16610-3D81-4E5C-850D-5D1245C0DCA5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5734055" y="3126244"/>
              <a:ext cx="14192" cy="14097"/>
            </a:xfrm>
            <a:custGeom>
              <a:avLst/>
              <a:gdLst>
                <a:gd name="connsiteX0" fmla="*/ 14192 w 14192"/>
                <a:gd name="connsiteY0" fmla="*/ 7049 h 14097"/>
                <a:gd name="connsiteX1" fmla="*/ 7144 w 14192"/>
                <a:gd name="connsiteY1" fmla="*/ 14097 h 14097"/>
                <a:gd name="connsiteX2" fmla="*/ 0 w 14192"/>
                <a:gd name="connsiteY2" fmla="*/ 7049 h 14097"/>
                <a:gd name="connsiteX3" fmla="*/ 7049 w 14192"/>
                <a:gd name="connsiteY3" fmla="*/ 0 h 14097"/>
                <a:gd name="connsiteX4" fmla="*/ 14192 w 14192"/>
                <a:gd name="connsiteY4" fmla="*/ 7049 h 14097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14192" h="14097">
                  <a:moveTo>
                    <a:pt x="14192" y="7049"/>
                  </a:moveTo>
                  <a:cubicBezTo>
                    <a:pt x="14192" y="10954"/>
                    <a:pt x="11049" y="14097"/>
                    <a:pt x="7144" y="14097"/>
                  </a:cubicBezTo>
                  <a:cubicBezTo>
                    <a:pt x="3239" y="14097"/>
                    <a:pt x="0" y="10954"/>
                    <a:pt x="0" y="7049"/>
                  </a:cubicBezTo>
                  <a:cubicBezTo>
                    <a:pt x="0" y="3143"/>
                    <a:pt x="3143" y="0"/>
                    <a:pt x="7049" y="0"/>
                  </a:cubicBezTo>
                  <a:cubicBezTo>
                    <a:pt x="10954" y="0"/>
                    <a:pt x="14192" y="3143"/>
                    <a:pt x="14192" y="7049"/>
                  </a:cubicBezTo>
                  <a:close/>
                </a:path>
              </a:pathLst>
            </a:custGeom>
            <a:grpFill/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37" name="Freeform: Shape 36">
              <a:extLst>
                <a:ext uri="{FF2B5EF4-FFF2-40B4-BE49-F238E27FC236}">
                  <a16:creationId xmlns:a16="http://schemas.microsoft.com/office/drawing/2014/main" id="{E05501B2-83AC-4299-BE5A-8CA16B40897A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5793300" y="3126242"/>
              <a:ext cx="14097" cy="14099"/>
            </a:xfrm>
            <a:custGeom>
              <a:avLst/>
              <a:gdLst>
                <a:gd name="connsiteX0" fmla="*/ 14097 w 14097"/>
                <a:gd name="connsiteY0" fmla="*/ 7051 h 14099"/>
                <a:gd name="connsiteX1" fmla="*/ 7049 w 14097"/>
                <a:gd name="connsiteY1" fmla="*/ 14099 h 14099"/>
                <a:gd name="connsiteX2" fmla="*/ 0 w 14097"/>
                <a:gd name="connsiteY2" fmla="*/ 7051 h 14099"/>
                <a:gd name="connsiteX3" fmla="*/ 7049 w 14097"/>
                <a:gd name="connsiteY3" fmla="*/ 2 h 14099"/>
                <a:gd name="connsiteX4" fmla="*/ 14097 w 14097"/>
                <a:gd name="connsiteY4" fmla="*/ 7051 h 14099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14097" h="14099">
                  <a:moveTo>
                    <a:pt x="14097" y="7051"/>
                  </a:moveTo>
                  <a:cubicBezTo>
                    <a:pt x="14097" y="10956"/>
                    <a:pt x="10954" y="14099"/>
                    <a:pt x="7049" y="14099"/>
                  </a:cubicBezTo>
                  <a:cubicBezTo>
                    <a:pt x="3143" y="14099"/>
                    <a:pt x="0" y="10956"/>
                    <a:pt x="0" y="7051"/>
                  </a:cubicBezTo>
                  <a:cubicBezTo>
                    <a:pt x="0" y="3145"/>
                    <a:pt x="3143" y="2"/>
                    <a:pt x="7049" y="2"/>
                  </a:cubicBezTo>
                  <a:cubicBezTo>
                    <a:pt x="10954" y="-93"/>
                    <a:pt x="14097" y="3145"/>
                    <a:pt x="14097" y="7051"/>
                  </a:cubicBezTo>
                  <a:close/>
                </a:path>
              </a:pathLst>
            </a:custGeom>
            <a:grpFill/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38" name="Freeform: Shape 37">
              <a:extLst>
                <a:ext uri="{FF2B5EF4-FFF2-40B4-BE49-F238E27FC236}">
                  <a16:creationId xmlns:a16="http://schemas.microsoft.com/office/drawing/2014/main" id="{07CF1B90-3B3A-403E-A94F-8B82945D073B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5852450" y="3126242"/>
              <a:ext cx="14096" cy="14099"/>
            </a:xfrm>
            <a:custGeom>
              <a:avLst/>
              <a:gdLst>
                <a:gd name="connsiteX0" fmla="*/ 14097 w 14096"/>
                <a:gd name="connsiteY0" fmla="*/ 7051 h 14099"/>
                <a:gd name="connsiteX1" fmla="*/ 7048 w 14096"/>
                <a:gd name="connsiteY1" fmla="*/ 14099 h 14099"/>
                <a:gd name="connsiteX2" fmla="*/ 0 w 14096"/>
                <a:gd name="connsiteY2" fmla="*/ 7051 h 14099"/>
                <a:gd name="connsiteX3" fmla="*/ 7048 w 14096"/>
                <a:gd name="connsiteY3" fmla="*/ 2 h 14099"/>
                <a:gd name="connsiteX4" fmla="*/ 14097 w 14096"/>
                <a:gd name="connsiteY4" fmla="*/ 7051 h 14099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14096" h="14099">
                  <a:moveTo>
                    <a:pt x="14097" y="7051"/>
                  </a:moveTo>
                  <a:cubicBezTo>
                    <a:pt x="14097" y="10956"/>
                    <a:pt x="10954" y="14099"/>
                    <a:pt x="7048" y="14099"/>
                  </a:cubicBezTo>
                  <a:cubicBezTo>
                    <a:pt x="3143" y="14099"/>
                    <a:pt x="0" y="10956"/>
                    <a:pt x="0" y="7051"/>
                  </a:cubicBezTo>
                  <a:cubicBezTo>
                    <a:pt x="0" y="3145"/>
                    <a:pt x="3143" y="2"/>
                    <a:pt x="7048" y="2"/>
                  </a:cubicBezTo>
                  <a:cubicBezTo>
                    <a:pt x="10954" y="-93"/>
                    <a:pt x="14097" y="3145"/>
                    <a:pt x="14097" y="7051"/>
                  </a:cubicBezTo>
                  <a:close/>
                </a:path>
              </a:pathLst>
            </a:custGeom>
            <a:grpFill/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39" name="Freeform: Shape 38">
              <a:extLst>
                <a:ext uri="{FF2B5EF4-FFF2-40B4-BE49-F238E27FC236}">
                  <a16:creationId xmlns:a16="http://schemas.microsoft.com/office/drawing/2014/main" id="{56A1CBA9-4AC1-4C42-9429-3FF31DF282AA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5911695" y="3126242"/>
              <a:ext cx="14096" cy="14099"/>
            </a:xfrm>
            <a:custGeom>
              <a:avLst/>
              <a:gdLst>
                <a:gd name="connsiteX0" fmla="*/ 14097 w 14096"/>
                <a:gd name="connsiteY0" fmla="*/ 7051 h 14099"/>
                <a:gd name="connsiteX1" fmla="*/ 7048 w 14096"/>
                <a:gd name="connsiteY1" fmla="*/ 14099 h 14099"/>
                <a:gd name="connsiteX2" fmla="*/ 0 w 14096"/>
                <a:gd name="connsiteY2" fmla="*/ 7051 h 14099"/>
                <a:gd name="connsiteX3" fmla="*/ 7048 w 14096"/>
                <a:gd name="connsiteY3" fmla="*/ 2 h 14099"/>
                <a:gd name="connsiteX4" fmla="*/ 14097 w 14096"/>
                <a:gd name="connsiteY4" fmla="*/ 7051 h 14099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14096" h="14099">
                  <a:moveTo>
                    <a:pt x="14097" y="7051"/>
                  </a:moveTo>
                  <a:cubicBezTo>
                    <a:pt x="14097" y="10956"/>
                    <a:pt x="10954" y="14099"/>
                    <a:pt x="7048" y="14099"/>
                  </a:cubicBezTo>
                  <a:cubicBezTo>
                    <a:pt x="3143" y="14099"/>
                    <a:pt x="0" y="10956"/>
                    <a:pt x="0" y="7051"/>
                  </a:cubicBezTo>
                  <a:cubicBezTo>
                    <a:pt x="0" y="3145"/>
                    <a:pt x="3143" y="2"/>
                    <a:pt x="7048" y="2"/>
                  </a:cubicBezTo>
                  <a:cubicBezTo>
                    <a:pt x="10954" y="-93"/>
                    <a:pt x="14097" y="3145"/>
                    <a:pt x="14097" y="7051"/>
                  </a:cubicBezTo>
                  <a:close/>
                </a:path>
              </a:pathLst>
            </a:custGeom>
            <a:grpFill/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40" name="Freeform: Shape 39">
              <a:extLst>
                <a:ext uri="{FF2B5EF4-FFF2-40B4-BE49-F238E27FC236}">
                  <a16:creationId xmlns:a16="http://schemas.microsoft.com/office/drawing/2014/main" id="{21318D9B-FD39-402A-ADFA-0E6CC789A769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5970846" y="3126242"/>
              <a:ext cx="14096" cy="14099"/>
            </a:xfrm>
            <a:custGeom>
              <a:avLst/>
              <a:gdLst>
                <a:gd name="connsiteX0" fmla="*/ 14097 w 14096"/>
                <a:gd name="connsiteY0" fmla="*/ 7051 h 14099"/>
                <a:gd name="connsiteX1" fmla="*/ 7048 w 14096"/>
                <a:gd name="connsiteY1" fmla="*/ 14099 h 14099"/>
                <a:gd name="connsiteX2" fmla="*/ 0 w 14096"/>
                <a:gd name="connsiteY2" fmla="*/ 7051 h 14099"/>
                <a:gd name="connsiteX3" fmla="*/ 7048 w 14096"/>
                <a:gd name="connsiteY3" fmla="*/ 2 h 14099"/>
                <a:gd name="connsiteX4" fmla="*/ 14097 w 14096"/>
                <a:gd name="connsiteY4" fmla="*/ 7051 h 14099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14096" h="14099">
                  <a:moveTo>
                    <a:pt x="14097" y="7051"/>
                  </a:moveTo>
                  <a:cubicBezTo>
                    <a:pt x="14097" y="10956"/>
                    <a:pt x="10954" y="14099"/>
                    <a:pt x="7048" y="14099"/>
                  </a:cubicBezTo>
                  <a:cubicBezTo>
                    <a:pt x="3143" y="14099"/>
                    <a:pt x="0" y="10956"/>
                    <a:pt x="0" y="7051"/>
                  </a:cubicBezTo>
                  <a:cubicBezTo>
                    <a:pt x="0" y="3145"/>
                    <a:pt x="3143" y="2"/>
                    <a:pt x="7048" y="2"/>
                  </a:cubicBezTo>
                  <a:cubicBezTo>
                    <a:pt x="10954" y="-93"/>
                    <a:pt x="14097" y="3145"/>
                    <a:pt x="14097" y="7051"/>
                  </a:cubicBezTo>
                  <a:close/>
                </a:path>
              </a:pathLst>
            </a:custGeom>
            <a:grpFill/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41" name="Freeform: Shape 40">
              <a:extLst>
                <a:ext uri="{FF2B5EF4-FFF2-40B4-BE49-F238E27FC236}">
                  <a16:creationId xmlns:a16="http://schemas.microsoft.com/office/drawing/2014/main" id="{333FB08F-B346-47C0-A7CD-1DE53E6C0D2A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6030091" y="3126244"/>
              <a:ext cx="14097" cy="14097"/>
            </a:xfrm>
            <a:custGeom>
              <a:avLst/>
              <a:gdLst>
                <a:gd name="connsiteX0" fmla="*/ 14097 w 14097"/>
                <a:gd name="connsiteY0" fmla="*/ 7049 h 14097"/>
                <a:gd name="connsiteX1" fmla="*/ 7048 w 14097"/>
                <a:gd name="connsiteY1" fmla="*/ 14097 h 14097"/>
                <a:gd name="connsiteX2" fmla="*/ 0 w 14097"/>
                <a:gd name="connsiteY2" fmla="*/ 7049 h 14097"/>
                <a:gd name="connsiteX3" fmla="*/ 7048 w 14097"/>
                <a:gd name="connsiteY3" fmla="*/ 0 h 14097"/>
                <a:gd name="connsiteX4" fmla="*/ 14097 w 14097"/>
                <a:gd name="connsiteY4" fmla="*/ 7049 h 14097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14097" h="14097">
                  <a:moveTo>
                    <a:pt x="14097" y="7049"/>
                  </a:moveTo>
                  <a:cubicBezTo>
                    <a:pt x="14097" y="10954"/>
                    <a:pt x="10954" y="14097"/>
                    <a:pt x="7048" y="14097"/>
                  </a:cubicBezTo>
                  <a:cubicBezTo>
                    <a:pt x="3143" y="14097"/>
                    <a:pt x="0" y="10954"/>
                    <a:pt x="0" y="7049"/>
                  </a:cubicBezTo>
                  <a:cubicBezTo>
                    <a:pt x="0" y="3143"/>
                    <a:pt x="3143" y="0"/>
                    <a:pt x="7048" y="0"/>
                  </a:cubicBezTo>
                  <a:cubicBezTo>
                    <a:pt x="10954" y="0"/>
                    <a:pt x="14097" y="3143"/>
                    <a:pt x="14097" y="7049"/>
                  </a:cubicBezTo>
                  <a:close/>
                </a:path>
              </a:pathLst>
            </a:custGeom>
            <a:grpFill/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42" name="Freeform: Shape 41">
              <a:extLst>
                <a:ext uri="{FF2B5EF4-FFF2-40B4-BE49-F238E27FC236}">
                  <a16:creationId xmlns:a16="http://schemas.microsoft.com/office/drawing/2014/main" id="{893AD6F2-6408-4A8E-9749-CB7388EF3DC9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6089242" y="3126242"/>
              <a:ext cx="14096" cy="14099"/>
            </a:xfrm>
            <a:custGeom>
              <a:avLst/>
              <a:gdLst>
                <a:gd name="connsiteX0" fmla="*/ 14097 w 14096"/>
                <a:gd name="connsiteY0" fmla="*/ 7051 h 14099"/>
                <a:gd name="connsiteX1" fmla="*/ 7048 w 14096"/>
                <a:gd name="connsiteY1" fmla="*/ 14099 h 14099"/>
                <a:gd name="connsiteX2" fmla="*/ 0 w 14096"/>
                <a:gd name="connsiteY2" fmla="*/ 7051 h 14099"/>
                <a:gd name="connsiteX3" fmla="*/ 7048 w 14096"/>
                <a:gd name="connsiteY3" fmla="*/ 2 h 14099"/>
                <a:gd name="connsiteX4" fmla="*/ 14097 w 14096"/>
                <a:gd name="connsiteY4" fmla="*/ 7051 h 14099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14096" h="14099">
                  <a:moveTo>
                    <a:pt x="14097" y="7051"/>
                  </a:moveTo>
                  <a:cubicBezTo>
                    <a:pt x="14097" y="10956"/>
                    <a:pt x="10954" y="14099"/>
                    <a:pt x="7048" y="14099"/>
                  </a:cubicBezTo>
                  <a:cubicBezTo>
                    <a:pt x="3143" y="14099"/>
                    <a:pt x="0" y="10956"/>
                    <a:pt x="0" y="7051"/>
                  </a:cubicBezTo>
                  <a:cubicBezTo>
                    <a:pt x="0" y="3145"/>
                    <a:pt x="3143" y="2"/>
                    <a:pt x="7048" y="2"/>
                  </a:cubicBezTo>
                  <a:cubicBezTo>
                    <a:pt x="10954" y="-93"/>
                    <a:pt x="14097" y="3145"/>
                    <a:pt x="14097" y="7051"/>
                  </a:cubicBezTo>
                  <a:close/>
                </a:path>
              </a:pathLst>
            </a:custGeom>
            <a:grpFill/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43" name="Freeform: Shape 42">
              <a:extLst>
                <a:ext uri="{FF2B5EF4-FFF2-40B4-BE49-F238E27FC236}">
                  <a16:creationId xmlns:a16="http://schemas.microsoft.com/office/drawing/2014/main" id="{715D9D2F-1568-4BE3-A54A-69F52492B0E1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5734055" y="3185393"/>
              <a:ext cx="14192" cy="14096"/>
            </a:xfrm>
            <a:custGeom>
              <a:avLst/>
              <a:gdLst>
                <a:gd name="connsiteX0" fmla="*/ 14192 w 14192"/>
                <a:gd name="connsiteY0" fmla="*/ 7048 h 14096"/>
                <a:gd name="connsiteX1" fmla="*/ 7144 w 14192"/>
                <a:gd name="connsiteY1" fmla="*/ 14097 h 14096"/>
                <a:gd name="connsiteX2" fmla="*/ 0 w 14192"/>
                <a:gd name="connsiteY2" fmla="*/ 7048 h 14096"/>
                <a:gd name="connsiteX3" fmla="*/ 7049 w 14192"/>
                <a:gd name="connsiteY3" fmla="*/ 0 h 14096"/>
                <a:gd name="connsiteX4" fmla="*/ 14192 w 14192"/>
                <a:gd name="connsiteY4" fmla="*/ 7048 h 1409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14192" h="14096">
                  <a:moveTo>
                    <a:pt x="14192" y="7048"/>
                  </a:moveTo>
                  <a:cubicBezTo>
                    <a:pt x="14192" y="10954"/>
                    <a:pt x="11049" y="14097"/>
                    <a:pt x="7144" y="14097"/>
                  </a:cubicBezTo>
                  <a:cubicBezTo>
                    <a:pt x="3239" y="14097"/>
                    <a:pt x="0" y="10954"/>
                    <a:pt x="0" y="7048"/>
                  </a:cubicBezTo>
                  <a:cubicBezTo>
                    <a:pt x="0" y="3143"/>
                    <a:pt x="3143" y="0"/>
                    <a:pt x="7049" y="0"/>
                  </a:cubicBezTo>
                  <a:cubicBezTo>
                    <a:pt x="10954" y="0"/>
                    <a:pt x="14192" y="3143"/>
                    <a:pt x="14192" y="7048"/>
                  </a:cubicBezTo>
                  <a:close/>
                </a:path>
              </a:pathLst>
            </a:custGeom>
            <a:grpFill/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44" name="Freeform: Shape 43">
              <a:extLst>
                <a:ext uri="{FF2B5EF4-FFF2-40B4-BE49-F238E27FC236}">
                  <a16:creationId xmlns:a16="http://schemas.microsoft.com/office/drawing/2014/main" id="{9AB547A7-0D80-491F-98B4-C6B7CC4FC4A5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5793300" y="3185393"/>
              <a:ext cx="14097" cy="14097"/>
            </a:xfrm>
            <a:custGeom>
              <a:avLst/>
              <a:gdLst>
                <a:gd name="connsiteX0" fmla="*/ 14097 w 14097"/>
                <a:gd name="connsiteY0" fmla="*/ 7049 h 14097"/>
                <a:gd name="connsiteX1" fmla="*/ 7049 w 14097"/>
                <a:gd name="connsiteY1" fmla="*/ 14097 h 14097"/>
                <a:gd name="connsiteX2" fmla="*/ 0 w 14097"/>
                <a:gd name="connsiteY2" fmla="*/ 7049 h 14097"/>
                <a:gd name="connsiteX3" fmla="*/ 7049 w 14097"/>
                <a:gd name="connsiteY3" fmla="*/ 0 h 14097"/>
                <a:gd name="connsiteX4" fmla="*/ 14097 w 14097"/>
                <a:gd name="connsiteY4" fmla="*/ 7049 h 14097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14097" h="14097">
                  <a:moveTo>
                    <a:pt x="14097" y="7049"/>
                  </a:moveTo>
                  <a:cubicBezTo>
                    <a:pt x="14097" y="10941"/>
                    <a:pt x="10941" y="14097"/>
                    <a:pt x="7049" y="14097"/>
                  </a:cubicBezTo>
                  <a:cubicBezTo>
                    <a:pt x="3156" y="14097"/>
                    <a:pt x="0" y="10941"/>
                    <a:pt x="0" y="7049"/>
                  </a:cubicBezTo>
                  <a:cubicBezTo>
                    <a:pt x="0" y="3156"/>
                    <a:pt x="3156" y="0"/>
                    <a:pt x="7049" y="0"/>
                  </a:cubicBezTo>
                  <a:cubicBezTo>
                    <a:pt x="10941" y="0"/>
                    <a:pt x="14097" y="3156"/>
                    <a:pt x="14097" y="7049"/>
                  </a:cubicBezTo>
                  <a:close/>
                </a:path>
              </a:pathLst>
            </a:custGeom>
            <a:grpFill/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45" name="Freeform: Shape 44">
              <a:extLst>
                <a:ext uri="{FF2B5EF4-FFF2-40B4-BE49-F238E27FC236}">
                  <a16:creationId xmlns:a16="http://schemas.microsoft.com/office/drawing/2014/main" id="{7E2693CD-DAF5-4B26-9A2F-17673BF31835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5852450" y="3185393"/>
              <a:ext cx="14096" cy="14096"/>
            </a:xfrm>
            <a:custGeom>
              <a:avLst/>
              <a:gdLst>
                <a:gd name="connsiteX0" fmla="*/ 14097 w 14096"/>
                <a:gd name="connsiteY0" fmla="*/ 7048 h 14096"/>
                <a:gd name="connsiteX1" fmla="*/ 7048 w 14096"/>
                <a:gd name="connsiteY1" fmla="*/ 14097 h 14096"/>
                <a:gd name="connsiteX2" fmla="*/ 0 w 14096"/>
                <a:gd name="connsiteY2" fmla="*/ 7048 h 14096"/>
                <a:gd name="connsiteX3" fmla="*/ 7048 w 14096"/>
                <a:gd name="connsiteY3" fmla="*/ 0 h 14096"/>
                <a:gd name="connsiteX4" fmla="*/ 14097 w 14096"/>
                <a:gd name="connsiteY4" fmla="*/ 7048 h 1409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14096" h="14096">
                  <a:moveTo>
                    <a:pt x="14097" y="7048"/>
                  </a:moveTo>
                  <a:cubicBezTo>
                    <a:pt x="14097" y="10954"/>
                    <a:pt x="10954" y="14097"/>
                    <a:pt x="7048" y="14097"/>
                  </a:cubicBezTo>
                  <a:cubicBezTo>
                    <a:pt x="3143" y="14097"/>
                    <a:pt x="0" y="10954"/>
                    <a:pt x="0" y="7048"/>
                  </a:cubicBezTo>
                  <a:cubicBezTo>
                    <a:pt x="0" y="3143"/>
                    <a:pt x="3143" y="0"/>
                    <a:pt x="7048" y="0"/>
                  </a:cubicBezTo>
                  <a:cubicBezTo>
                    <a:pt x="10954" y="0"/>
                    <a:pt x="14097" y="3143"/>
                    <a:pt x="14097" y="7048"/>
                  </a:cubicBezTo>
                  <a:close/>
                </a:path>
              </a:pathLst>
            </a:custGeom>
            <a:grpFill/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46" name="Freeform: Shape 45">
              <a:extLst>
                <a:ext uri="{FF2B5EF4-FFF2-40B4-BE49-F238E27FC236}">
                  <a16:creationId xmlns:a16="http://schemas.microsoft.com/office/drawing/2014/main" id="{A96EEE12-952A-4693-B161-D7071D601063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5911695" y="3185393"/>
              <a:ext cx="14096" cy="14096"/>
            </a:xfrm>
            <a:custGeom>
              <a:avLst/>
              <a:gdLst>
                <a:gd name="connsiteX0" fmla="*/ 14097 w 14096"/>
                <a:gd name="connsiteY0" fmla="*/ 7048 h 14096"/>
                <a:gd name="connsiteX1" fmla="*/ 7048 w 14096"/>
                <a:gd name="connsiteY1" fmla="*/ 14097 h 14096"/>
                <a:gd name="connsiteX2" fmla="*/ 0 w 14096"/>
                <a:gd name="connsiteY2" fmla="*/ 7048 h 14096"/>
                <a:gd name="connsiteX3" fmla="*/ 7048 w 14096"/>
                <a:gd name="connsiteY3" fmla="*/ 0 h 14096"/>
                <a:gd name="connsiteX4" fmla="*/ 14097 w 14096"/>
                <a:gd name="connsiteY4" fmla="*/ 7048 h 1409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14096" h="14096">
                  <a:moveTo>
                    <a:pt x="14097" y="7048"/>
                  </a:moveTo>
                  <a:cubicBezTo>
                    <a:pt x="14097" y="10954"/>
                    <a:pt x="10954" y="14097"/>
                    <a:pt x="7048" y="14097"/>
                  </a:cubicBezTo>
                  <a:cubicBezTo>
                    <a:pt x="3143" y="14097"/>
                    <a:pt x="0" y="10954"/>
                    <a:pt x="0" y="7048"/>
                  </a:cubicBezTo>
                  <a:cubicBezTo>
                    <a:pt x="0" y="3143"/>
                    <a:pt x="3143" y="0"/>
                    <a:pt x="7048" y="0"/>
                  </a:cubicBezTo>
                  <a:cubicBezTo>
                    <a:pt x="10954" y="0"/>
                    <a:pt x="14097" y="3143"/>
                    <a:pt x="14097" y="7048"/>
                  </a:cubicBezTo>
                  <a:close/>
                </a:path>
              </a:pathLst>
            </a:custGeom>
            <a:grpFill/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47" name="Freeform: Shape 46">
              <a:extLst>
                <a:ext uri="{FF2B5EF4-FFF2-40B4-BE49-F238E27FC236}">
                  <a16:creationId xmlns:a16="http://schemas.microsoft.com/office/drawing/2014/main" id="{F4228DCC-1611-4BDC-90AA-231F67EB116E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5970846" y="3185393"/>
              <a:ext cx="14096" cy="14096"/>
            </a:xfrm>
            <a:custGeom>
              <a:avLst/>
              <a:gdLst>
                <a:gd name="connsiteX0" fmla="*/ 14097 w 14096"/>
                <a:gd name="connsiteY0" fmla="*/ 7048 h 14096"/>
                <a:gd name="connsiteX1" fmla="*/ 7048 w 14096"/>
                <a:gd name="connsiteY1" fmla="*/ 14097 h 14096"/>
                <a:gd name="connsiteX2" fmla="*/ 0 w 14096"/>
                <a:gd name="connsiteY2" fmla="*/ 7048 h 14096"/>
                <a:gd name="connsiteX3" fmla="*/ 7048 w 14096"/>
                <a:gd name="connsiteY3" fmla="*/ 0 h 14096"/>
                <a:gd name="connsiteX4" fmla="*/ 14097 w 14096"/>
                <a:gd name="connsiteY4" fmla="*/ 7048 h 1409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14096" h="14096">
                  <a:moveTo>
                    <a:pt x="14097" y="7048"/>
                  </a:moveTo>
                  <a:cubicBezTo>
                    <a:pt x="14097" y="10954"/>
                    <a:pt x="10954" y="14097"/>
                    <a:pt x="7048" y="14097"/>
                  </a:cubicBezTo>
                  <a:cubicBezTo>
                    <a:pt x="3143" y="14097"/>
                    <a:pt x="0" y="10954"/>
                    <a:pt x="0" y="7048"/>
                  </a:cubicBezTo>
                  <a:cubicBezTo>
                    <a:pt x="0" y="3143"/>
                    <a:pt x="3143" y="0"/>
                    <a:pt x="7048" y="0"/>
                  </a:cubicBezTo>
                  <a:cubicBezTo>
                    <a:pt x="10954" y="0"/>
                    <a:pt x="14097" y="3143"/>
                    <a:pt x="14097" y="7048"/>
                  </a:cubicBezTo>
                  <a:close/>
                </a:path>
              </a:pathLst>
            </a:custGeom>
            <a:grpFill/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48" name="Freeform: Shape 47">
              <a:extLst>
                <a:ext uri="{FF2B5EF4-FFF2-40B4-BE49-F238E27FC236}">
                  <a16:creationId xmlns:a16="http://schemas.microsoft.com/office/drawing/2014/main" id="{DA163C3C-D3DF-461F-B6A8-90C7C227D121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6030092" y="3185393"/>
              <a:ext cx="14097" cy="14097"/>
            </a:xfrm>
            <a:custGeom>
              <a:avLst/>
              <a:gdLst>
                <a:gd name="connsiteX0" fmla="*/ 14097 w 14097"/>
                <a:gd name="connsiteY0" fmla="*/ 7049 h 14097"/>
                <a:gd name="connsiteX1" fmla="*/ 7049 w 14097"/>
                <a:gd name="connsiteY1" fmla="*/ 14097 h 14097"/>
                <a:gd name="connsiteX2" fmla="*/ 0 w 14097"/>
                <a:gd name="connsiteY2" fmla="*/ 7049 h 14097"/>
                <a:gd name="connsiteX3" fmla="*/ 7049 w 14097"/>
                <a:gd name="connsiteY3" fmla="*/ 0 h 14097"/>
                <a:gd name="connsiteX4" fmla="*/ 14097 w 14097"/>
                <a:gd name="connsiteY4" fmla="*/ 7049 h 14097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14097" h="14097">
                  <a:moveTo>
                    <a:pt x="14097" y="7049"/>
                  </a:moveTo>
                  <a:cubicBezTo>
                    <a:pt x="14097" y="10941"/>
                    <a:pt x="10941" y="14097"/>
                    <a:pt x="7049" y="14097"/>
                  </a:cubicBezTo>
                  <a:cubicBezTo>
                    <a:pt x="3156" y="14097"/>
                    <a:pt x="0" y="10941"/>
                    <a:pt x="0" y="7049"/>
                  </a:cubicBezTo>
                  <a:cubicBezTo>
                    <a:pt x="0" y="3156"/>
                    <a:pt x="3156" y="0"/>
                    <a:pt x="7049" y="0"/>
                  </a:cubicBezTo>
                  <a:cubicBezTo>
                    <a:pt x="10941" y="0"/>
                    <a:pt x="14097" y="3156"/>
                    <a:pt x="14097" y="7049"/>
                  </a:cubicBezTo>
                  <a:close/>
                </a:path>
              </a:pathLst>
            </a:custGeom>
            <a:grpFill/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49" name="Freeform: Shape 48">
              <a:extLst>
                <a:ext uri="{FF2B5EF4-FFF2-40B4-BE49-F238E27FC236}">
                  <a16:creationId xmlns:a16="http://schemas.microsoft.com/office/drawing/2014/main" id="{4D021D29-2980-41C3-AB83-DA93C105BCE5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6089242" y="3185393"/>
              <a:ext cx="14096" cy="14096"/>
            </a:xfrm>
            <a:custGeom>
              <a:avLst/>
              <a:gdLst>
                <a:gd name="connsiteX0" fmla="*/ 14097 w 14096"/>
                <a:gd name="connsiteY0" fmla="*/ 7048 h 14096"/>
                <a:gd name="connsiteX1" fmla="*/ 7048 w 14096"/>
                <a:gd name="connsiteY1" fmla="*/ 14097 h 14096"/>
                <a:gd name="connsiteX2" fmla="*/ 0 w 14096"/>
                <a:gd name="connsiteY2" fmla="*/ 7048 h 14096"/>
                <a:gd name="connsiteX3" fmla="*/ 7048 w 14096"/>
                <a:gd name="connsiteY3" fmla="*/ 0 h 14096"/>
                <a:gd name="connsiteX4" fmla="*/ 14097 w 14096"/>
                <a:gd name="connsiteY4" fmla="*/ 7048 h 1409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14096" h="14096">
                  <a:moveTo>
                    <a:pt x="14097" y="7048"/>
                  </a:moveTo>
                  <a:cubicBezTo>
                    <a:pt x="14097" y="10954"/>
                    <a:pt x="10954" y="14097"/>
                    <a:pt x="7048" y="14097"/>
                  </a:cubicBezTo>
                  <a:cubicBezTo>
                    <a:pt x="3143" y="14097"/>
                    <a:pt x="0" y="10954"/>
                    <a:pt x="0" y="7048"/>
                  </a:cubicBezTo>
                  <a:cubicBezTo>
                    <a:pt x="0" y="3143"/>
                    <a:pt x="3143" y="0"/>
                    <a:pt x="7048" y="0"/>
                  </a:cubicBezTo>
                  <a:cubicBezTo>
                    <a:pt x="10954" y="0"/>
                    <a:pt x="14097" y="3143"/>
                    <a:pt x="14097" y="7048"/>
                  </a:cubicBezTo>
                  <a:close/>
                </a:path>
              </a:pathLst>
            </a:custGeom>
            <a:grpFill/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50" name="Freeform: Shape 49">
              <a:extLst>
                <a:ext uri="{FF2B5EF4-FFF2-40B4-BE49-F238E27FC236}">
                  <a16:creationId xmlns:a16="http://schemas.microsoft.com/office/drawing/2014/main" id="{AC09C1FA-1A9D-49A7-9D73-8B777140A307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5734055" y="3244637"/>
              <a:ext cx="14192" cy="14096"/>
            </a:xfrm>
            <a:custGeom>
              <a:avLst/>
              <a:gdLst>
                <a:gd name="connsiteX0" fmla="*/ 14192 w 14192"/>
                <a:gd name="connsiteY0" fmla="*/ 7048 h 14096"/>
                <a:gd name="connsiteX1" fmla="*/ 7144 w 14192"/>
                <a:gd name="connsiteY1" fmla="*/ 14097 h 14096"/>
                <a:gd name="connsiteX2" fmla="*/ 0 w 14192"/>
                <a:gd name="connsiteY2" fmla="*/ 7048 h 14096"/>
                <a:gd name="connsiteX3" fmla="*/ 7049 w 14192"/>
                <a:gd name="connsiteY3" fmla="*/ 0 h 14096"/>
                <a:gd name="connsiteX4" fmla="*/ 14192 w 14192"/>
                <a:gd name="connsiteY4" fmla="*/ 7048 h 1409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14192" h="14096">
                  <a:moveTo>
                    <a:pt x="14192" y="7048"/>
                  </a:moveTo>
                  <a:cubicBezTo>
                    <a:pt x="14192" y="10954"/>
                    <a:pt x="11049" y="14097"/>
                    <a:pt x="7144" y="14097"/>
                  </a:cubicBezTo>
                  <a:cubicBezTo>
                    <a:pt x="3239" y="14097"/>
                    <a:pt x="0" y="10954"/>
                    <a:pt x="0" y="7048"/>
                  </a:cubicBezTo>
                  <a:cubicBezTo>
                    <a:pt x="0" y="3143"/>
                    <a:pt x="3143" y="0"/>
                    <a:pt x="7049" y="0"/>
                  </a:cubicBezTo>
                  <a:cubicBezTo>
                    <a:pt x="10954" y="0"/>
                    <a:pt x="14192" y="3143"/>
                    <a:pt x="14192" y="7048"/>
                  </a:cubicBezTo>
                  <a:close/>
                </a:path>
              </a:pathLst>
            </a:custGeom>
            <a:grpFill/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51" name="Freeform: Shape 50">
              <a:extLst>
                <a:ext uri="{FF2B5EF4-FFF2-40B4-BE49-F238E27FC236}">
                  <a16:creationId xmlns:a16="http://schemas.microsoft.com/office/drawing/2014/main" id="{0B8D8CD4-7B9B-48A5-BC59-0CB859354F74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5793300" y="3244635"/>
              <a:ext cx="14097" cy="14099"/>
            </a:xfrm>
            <a:custGeom>
              <a:avLst/>
              <a:gdLst>
                <a:gd name="connsiteX0" fmla="*/ 14097 w 14097"/>
                <a:gd name="connsiteY0" fmla="*/ 7051 h 14099"/>
                <a:gd name="connsiteX1" fmla="*/ 7049 w 14097"/>
                <a:gd name="connsiteY1" fmla="*/ 14099 h 14099"/>
                <a:gd name="connsiteX2" fmla="*/ 0 w 14097"/>
                <a:gd name="connsiteY2" fmla="*/ 7051 h 14099"/>
                <a:gd name="connsiteX3" fmla="*/ 7049 w 14097"/>
                <a:gd name="connsiteY3" fmla="*/ 2 h 14099"/>
                <a:gd name="connsiteX4" fmla="*/ 14097 w 14097"/>
                <a:gd name="connsiteY4" fmla="*/ 7051 h 14099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14097" h="14099">
                  <a:moveTo>
                    <a:pt x="14097" y="7051"/>
                  </a:moveTo>
                  <a:cubicBezTo>
                    <a:pt x="14097" y="10956"/>
                    <a:pt x="10954" y="14099"/>
                    <a:pt x="7049" y="14099"/>
                  </a:cubicBezTo>
                  <a:cubicBezTo>
                    <a:pt x="3143" y="14099"/>
                    <a:pt x="0" y="10956"/>
                    <a:pt x="0" y="7051"/>
                  </a:cubicBezTo>
                  <a:cubicBezTo>
                    <a:pt x="0" y="3145"/>
                    <a:pt x="3143" y="2"/>
                    <a:pt x="7049" y="2"/>
                  </a:cubicBezTo>
                  <a:cubicBezTo>
                    <a:pt x="10954" y="-93"/>
                    <a:pt x="14097" y="3145"/>
                    <a:pt x="14097" y="7051"/>
                  </a:cubicBezTo>
                  <a:close/>
                </a:path>
              </a:pathLst>
            </a:custGeom>
            <a:grpFill/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52" name="Freeform: Shape 51">
              <a:extLst>
                <a:ext uri="{FF2B5EF4-FFF2-40B4-BE49-F238E27FC236}">
                  <a16:creationId xmlns:a16="http://schemas.microsoft.com/office/drawing/2014/main" id="{224D0A27-A8B0-4020-9399-24127726E658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5852450" y="3244635"/>
              <a:ext cx="14096" cy="14099"/>
            </a:xfrm>
            <a:custGeom>
              <a:avLst/>
              <a:gdLst>
                <a:gd name="connsiteX0" fmla="*/ 14097 w 14096"/>
                <a:gd name="connsiteY0" fmla="*/ 7051 h 14099"/>
                <a:gd name="connsiteX1" fmla="*/ 7048 w 14096"/>
                <a:gd name="connsiteY1" fmla="*/ 14099 h 14099"/>
                <a:gd name="connsiteX2" fmla="*/ 0 w 14096"/>
                <a:gd name="connsiteY2" fmla="*/ 7051 h 14099"/>
                <a:gd name="connsiteX3" fmla="*/ 7048 w 14096"/>
                <a:gd name="connsiteY3" fmla="*/ 2 h 14099"/>
                <a:gd name="connsiteX4" fmla="*/ 14097 w 14096"/>
                <a:gd name="connsiteY4" fmla="*/ 7051 h 14099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14096" h="14099">
                  <a:moveTo>
                    <a:pt x="14097" y="7051"/>
                  </a:moveTo>
                  <a:cubicBezTo>
                    <a:pt x="14097" y="10956"/>
                    <a:pt x="10954" y="14099"/>
                    <a:pt x="7048" y="14099"/>
                  </a:cubicBezTo>
                  <a:cubicBezTo>
                    <a:pt x="3143" y="14099"/>
                    <a:pt x="0" y="10956"/>
                    <a:pt x="0" y="7051"/>
                  </a:cubicBezTo>
                  <a:cubicBezTo>
                    <a:pt x="0" y="3145"/>
                    <a:pt x="3143" y="2"/>
                    <a:pt x="7048" y="2"/>
                  </a:cubicBezTo>
                  <a:cubicBezTo>
                    <a:pt x="10954" y="-93"/>
                    <a:pt x="14097" y="3145"/>
                    <a:pt x="14097" y="7051"/>
                  </a:cubicBezTo>
                  <a:close/>
                </a:path>
              </a:pathLst>
            </a:custGeom>
            <a:grpFill/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53" name="Freeform: Shape 52">
              <a:extLst>
                <a:ext uri="{FF2B5EF4-FFF2-40B4-BE49-F238E27FC236}">
                  <a16:creationId xmlns:a16="http://schemas.microsoft.com/office/drawing/2014/main" id="{168E8EBA-9F8C-4650-B9BE-38A0A56BCF24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5911695" y="3244635"/>
              <a:ext cx="14096" cy="14099"/>
            </a:xfrm>
            <a:custGeom>
              <a:avLst/>
              <a:gdLst>
                <a:gd name="connsiteX0" fmla="*/ 14097 w 14096"/>
                <a:gd name="connsiteY0" fmla="*/ 7051 h 14099"/>
                <a:gd name="connsiteX1" fmla="*/ 7048 w 14096"/>
                <a:gd name="connsiteY1" fmla="*/ 14099 h 14099"/>
                <a:gd name="connsiteX2" fmla="*/ 0 w 14096"/>
                <a:gd name="connsiteY2" fmla="*/ 7051 h 14099"/>
                <a:gd name="connsiteX3" fmla="*/ 7048 w 14096"/>
                <a:gd name="connsiteY3" fmla="*/ 2 h 14099"/>
                <a:gd name="connsiteX4" fmla="*/ 14097 w 14096"/>
                <a:gd name="connsiteY4" fmla="*/ 7051 h 14099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14096" h="14099">
                  <a:moveTo>
                    <a:pt x="14097" y="7051"/>
                  </a:moveTo>
                  <a:cubicBezTo>
                    <a:pt x="14097" y="10956"/>
                    <a:pt x="10954" y="14099"/>
                    <a:pt x="7048" y="14099"/>
                  </a:cubicBezTo>
                  <a:cubicBezTo>
                    <a:pt x="3143" y="14099"/>
                    <a:pt x="0" y="10956"/>
                    <a:pt x="0" y="7051"/>
                  </a:cubicBezTo>
                  <a:cubicBezTo>
                    <a:pt x="0" y="3145"/>
                    <a:pt x="3143" y="2"/>
                    <a:pt x="7048" y="2"/>
                  </a:cubicBezTo>
                  <a:cubicBezTo>
                    <a:pt x="10954" y="-93"/>
                    <a:pt x="14097" y="3145"/>
                    <a:pt x="14097" y="7051"/>
                  </a:cubicBezTo>
                  <a:close/>
                </a:path>
              </a:pathLst>
            </a:custGeom>
            <a:grpFill/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54" name="Freeform: Shape 53">
              <a:extLst>
                <a:ext uri="{FF2B5EF4-FFF2-40B4-BE49-F238E27FC236}">
                  <a16:creationId xmlns:a16="http://schemas.microsoft.com/office/drawing/2014/main" id="{6A460BB3-2605-4AA2-AE1D-B9FB61EBF2D7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5970846" y="3244635"/>
              <a:ext cx="14096" cy="14099"/>
            </a:xfrm>
            <a:custGeom>
              <a:avLst/>
              <a:gdLst>
                <a:gd name="connsiteX0" fmla="*/ 14097 w 14096"/>
                <a:gd name="connsiteY0" fmla="*/ 7051 h 14099"/>
                <a:gd name="connsiteX1" fmla="*/ 7048 w 14096"/>
                <a:gd name="connsiteY1" fmla="*/ 14099 h 14099"/>
                <a:gd name="connsiteX2" fmla="*/ 0 w 14096"/>
                <a:gd name="connsiteY2" fmla="*/ 7051 h 14099"/>
                <a:gd name="connsiteX3" fmla="*/ 7048 w 14096"/>
                <a:gd name="connsiteY3" fmla="*/ 2 h 14099"/>
                <a:gd name="connsiteX4" fmla="*/ 14097 w 14096"/>
                <a:gd name="connsiteY4" fmla="*/ 7051 h 14099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14096" h="14099">
                  <a:moveTo>
                    <a:pt x="14097" y="7051"/>
                  </a:moveTo>
                  <a:cubicBezTo>
                    <a:pt x="14097" y="10956"/>
                    <a:pt x="10954" y="14099"/>
                    <a:pt x="7048" y="14099"/>
                  </a:cubicBezTo>
                  <a:cubicBezTo>
                    <a:pt x="3143" y="14099"/>
                    <a:pt x="0" y="10956"/>
                    <a:pt x="0" y="7051"/>
                  </a:cubicBezTo>
                  <a:cubicBezTo>
                    <a:pt x="0" y="3145"/>
                    <a:pt x="3143" y="2"/>
                    <a:pt x="7048" y="2"/>
                  </a:cubicBezTo>
                  <a:cubicBezTo>
                    <a:pt x="10954" y="-93"/>
                    <a:pt x="14097" y="3145"/>
                    <a:pt x="14097" y="7051"/>
                  </a:cubicBezTo>
                  <a:close/>
                </a:path>
              </a:pathLst>
            </a:custGeom>
            <a:grpFill/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55" name="Freeform: Shape 54">
              <a:extLst>
                <a:ext uri="{FF2B5EF4-FFF2-40B4-BE49-F238E27FC236}">
                  <a16:creationId xmlns:a16="http://schemas.microsoft.com/office/drawing/2014/main" id="{1E2E38EE-DBBE-4CC1-9498-E7193E1B28BE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6030091" y="3244637"/>
              <a:ext cx="14097" cy="14096"/>
            </a:xfrm>
            <a:custGeom>
              <a:avLst/>
              <a:gdLst>
                <a:gd name="connsiteX0" fmla="*/ 14097 w 14097"/>
                <a:gd name="connsiteY0" fmla="*/ 7048 h 14096"/>
                <a:gd name="connsiteX1" fmla="*/ 7048 w 14097"/>
                <a:gd name="connsiteY1" fmla="*/ 14097 h 14096"/>
                <a:gd name="connsiteX2" fmla="*/ 0 w 14097"/>
                <a:gd name="connsiteY2" fmla="*/ 7048 h 14096"/>
                <a:gd name="connsiteX3" fmla="*/ 7048 w 14097"/>
                <a:gd name="connsiteY3" fmla="*/ 0 h 14096"/>
                <a:gd name="connsiteX4" fmla="*/ 14097 w 14097"/>
                <a:gd name="connsiteY4" fmla="*/ 7048 h 1409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14097" h="14096">
                  <a:moveTo>
                    <a:pt x="14097" y="7048"/>
                  </a:moveTo>
                  <a:cubicBezTo>
                    <a:pt x="14097" y="10954"/>
                    <a:pt x="10954" y="14097"/>
                    <a:pt x="7048" y="14097"/>
                  </a:cubicBezTo>
                  <a:cubicBezTo>
                    <a:pt x="3143" y="14097"/>
                    <a:pt x="0" y="10954"/>
                    <a:pt x="0" y="7048"/>
                  </a:cubicBezTo>
                  <a:cubicBezTo>
                    <a:pt x="0" y="3143"/>
                    <a:pt x="3143" y="0"/>
                    <a:pt x="7048" y="0"/>
                  </a:cubicBezTo>
                  <a:cubicBezTo>
                    <a:pt x="10954" y="0"/>
                    <a:pt x="14097" y="3143"/>
                    <a:pt x="14097" y="7048"/>
                  </a:cubicBezTo>
                  <a:close/>
                </a:path>
              </a:pathLst>
            </a:custGeom>
            <a:grpFill/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56" name="Freeform: Shape 55">
              <a:extLst>
                <a:ext uri="{FF2B5EF4-FFF2-40B4-BE49-F238E27FC236}">
                  <a16:creationId xmlns:a16="http://schemas.microsoft.com/office/drawing/2014/main" id="{BF191D5C-7D2A-4408-A8F2-389D2360F9AD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6089242" y="3244635"/>
              <a:ext cx="14096" cy="14099"/>
            </a:xfrm>
            <a:custGeom>
              <a:avLst/>
              <a:gdLst>
                <a:gd name="connsiteX0" fmla="*/ 14097 w 14096"/>
                <a:gd name="connsiteY0" fmla="*/ 7051 h 14099"/>
                <a:gd name="connsiteX1" fmla="*/ 7048 w 14096"/>
                <a:gd name="connsiteY1" fmla="*/ 14099 h 14099"/>
                <a:gd name="connsiteX2" fmla="*/ 0 w 14096"/>
                <a:gd name="connsiteY2" fmla="*/ 7051 h 14099"/>
                <a:gd name="connsiteX3" fmla="*/ 7048 w 14096"/>
                <a:gd name="connsiteY3" fmla="*/ 2 h 14099"/>
                <a:gd name="connsiteX4" fmla="*/ 14097 w 14096"/>
                <a:gd name="connsiteY4" fmla="*/ 7051 h 14099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14096" h="14099">
                  <a:moveTo>
                    <a:pt x="14097" y="7051"/>
                  </a:moveTo>
                  <a:cubicBezTo>
                    <a:pt x="14097" y="10956"/>
                    <a:pt x="10954" y="14099"/>
                    <a:pt x="7048" y="14099"/>
                  </a:cubicBezTo>
                  <a:cubicBezTo>
                    <a:pt x="3143" y="14099"/>
                    <a:pt x="0" y="10956"/>
                    <a:pt x="0" y="7051"/>
                  </a:cubicBezTo>
                  <a:cubicBezTo>
                    <a:pt x="0" y="3145"/>
                    <a:pt x="3143" y="2"/>
                    <a:pt x="7048" y="2"/>
                  </a:cubicBezTo>
                  <a:cubicBezTo>
                    <a:pt x="10954" y="-93"/>
                    <a:pt x="14097" y="3145"/>
                    <a:pt x="14097" y="7051"/>
                  </a:cubicBezTo>
                  <a:close/>
                </a:path>
              </a:pathLst>
            </a:custGeom>
            <a:grpFill/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57" name="Freeform: Shape 56">
              <a:extLst>
                <a:ext uri="{FF2B5EF4-FFF2-40B4-BE49-F238E27FC236}">
                  <a16:creationId xmlns:a16="http://schemas.microsoft.com/office/drawing/2014/main" id="{08F7193B-B379-4921-9F17-1841D50611CD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5734055" y="3303786"/>
              <a:ext cx="14192" cy="14096"/>
            </a:xfrm>
            <a:custGeom>
              <a:avLst/>
              <a:gdLst>
                <a:gd name="connsiteX0" fmla="*/ 14192 w 14192"/>
                <a:gd name="connsiteY0" fmla="*/ 7048 h 14096"/>
                <a:gd name="connsiteX1" fmla="*/ 7144 w 14192"/>
                <a:gd name="connsiteY1" fmla="*/ 14097 h 14096"/>
                <a:gd name="connsiteX2" fmla="*/ 0 w 14192"/>
                <a:gd name="connsiteY2" fmla="*/ 7048 h 14096"/>
                <a:gd name="connsiteX3" fmla="*/ 7049 w 14192"/>
                <a:gd name="connsiteY3" fmla="*/ 0 h 14096"/>
                <a:gd name="connsiteX4" fmla="*/ 14192 w 14192"/>
                <a:gd name="connsiteY4" fmla="*/ 7048 h 1409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14192" h="14096">
                  <a:moveTo>
                    <a:pt x="14192" y="7048"/>
                  </a:moveTo>
                  <a:cubicBezTo>
                    <a:pt x="14192" y="10954"/>
                    <a:pt x="11049" y="14097"/>
                    <a:pt x="7144" y="14097"/>
                  </a:cubicBezTo>
                  <a:cubicBezTo>
                    <a:pt x="3239" y="14097"/>
                    <a:pt x="0" y="10954"/>
                    <a:pt x="0" y="7048"/>
                  </a:cubicBezTo>
                  <a:cubicBezTo>
                    <a:pt x="0" y="3143"/>
                    <a:pt x="3143" y="0"/>
                    <a:pt x="7049" y="0"/>
                  </a:cubicBezTo>
                  <a:cubicBezTo>
                    <a:pt x="10954" y="0"/>
                    <a:pt x="14192" y="3143"/>
                    <a:pt x="14192" y="7048"/>
                  </a:cubicBezTo>
                  <a:close/>
                </a:path>
              </a:pathLst>
            </a:custGeom>
            <a:grpFill/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58" name="Freeform: Shape 57">
              <a:extLst>
                <a:ext uri="{FF2B5EF4-FFF2-40B4-BE49-F238E27FC236}">
                  <a16:creationId xmlns:a16="http://schemas.microsoft.com/office/drawing/2014/main" id="{B4C5E53C-6003-4F74-B1CA-C7EA1E499303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5793300" y="3303786"/>
              <a:ext cx="14097" cy="14096"/>
            </a:xfrm>
            <a:custGeom>
              <a:avLst/>
              <a:gdLst>
                <a:gd name="connsiteX0" fmla="*/ 14097 w 14097"/>
                <a:gd name="connsiteY0" fmla="*/ 7048 h 14096"/>
                <a:gd name="connsiteX1" fmla="*/ 7049 w 14097"/>
                <a:gd name="connsiteY1" fmla="*/ 14097 h 14096"/>
                <a:gd name="connsiteX2" fmla="*/ 0 w 14097"/>
                <a:gd name="connsiteY2" fmla="*/ 7048 h 14096"/>
                <a:gd name="connsiteX3" fmla="*/ 7049 w 14097"/>
                <a:gd name="connsiteY3" fmla="*/ 0 h 14096"/>
                <a:gd name="connsiteX4" fmla="*/ 14097 w 14097"/>
                <a:gd name="connsiteY4" fmla="*/ 7048 h 1409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14097" h="14096">
                  <a:moveTo>
                    <a:pt x="14097" y="7048"/>
                  </a:moveTo>
                  <a:cubicBezTo>
                    <a:pt x="14097" y="10954"/>
                    <a:pt x="10954" y="14097"/>
                    <a:pt x="7049" y="14097"/>
                  </a:cubicBezTo>
                  <a:cubicBezTo>
                    <a:pt x="3143" y="14097"/>
                    <a:pt x="0" y="10954"/>
                    <a:pt x="0" y="7048"/>
                  </a:cubicBezTo>
                  <a:cubicBezTo>
                    <a:pt x="0" y="3143"/>
                    <a:pt x="3143" y="0"/>
                    <a:pt x="7049" y="0"/>
                  </a:cubicBezTo>
                  <a:cubicBezTo>
                    <a:pt x="10954" y="0"/>
                    <a:pt x="14097" y="3143"/>
                    <a:pt x="14097" y="7048"/>
                  </a:cubicBezTo>
                  <a:close/>
                </a:path>
              </a:pathLst>
            </a:custGeom>
            <a:grpFill/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59" name="Freeform: Shape 58">
              <a:extLst>
                <a:ext uri="{FF2B5EF4-FFF2-40B4-BE49-F238E27FC236}">
                  <a16:creationId xmlns:a16="http://schemas.microsoft.com/office/drawing/2014/main" id="{CB97B2B1-1CF5-46A5-940D-AB8F57F59090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5852450" y="3303786"/>
              <a:ext cx="14096" cy="14096"/>
            </a:xfrm>
            <a:custGeom>
              <a:avLst/>
              <a:gdLst>
                <a:gd name="connsiteX0" fmla="*/ 14097 w 14096"/>
                <a:gd name="connsiteY0" fmla="*/ 7048 h 14096"/>
                <a:gd name="connsiteX1" fmla="*/ 7048 w 14096"/>
                <a:gd name="connsiteY1" fmla="*/ 14097 h 14096"/>
                <a:gd name="connsiteX2" fmla="*/ 0 w 14096"/>
                <a:gd name="connsiteY2" fmla="*/ 7048 h 14096"/>
                <a:gd name="connsiteX3" fmla="*/ 7048 w 14096"/>
                <a:gd name="connsiteY3" fmla="*/ 0 h 14096"/>
                <a:gd name="connsiteX4" fmla="*/ 14097 w 14096"/>
                <a:gd name="connsiteY4" fmla="*/ 7048 h 1409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14096" h="14096">
                  <a:moveTo>
                    <a:pt x="14097" y="7048"/>
                  </a:moveTo>
                  <a:cubicBezTo>
                    <a:pt x="14097" y="10954"/>
                    <a:pt x="10954" y="14097"/>
                    <a:pt x="7048" y="14097"/>
                  </a:cubicBezTo>
                  <a:cubicBezTo>
                    <a:pt x="3143" y="14097"/>
                    <a:pt x="0" y="10954"/>
                    <a:pt x="0" y="7048"/>
                  </a:cubicBezTo>
                  <a:cubicBezTo>
                    <a:pt x="0" y="3143"/>
                    <a:pt x="3143" y="0"/>
                    <a:pt x="7048" y="0"/>
                  </a:cubicBezTo>
                  <a:cubicBezTo>
                    <a:pt x="10954" y="0"/>
                    <a:pt x="14097" y="3143"/>
                    <a:pt x="14097" y="7048"/>
                  </a:cubicBezTo>
                  <a:close/>
                </a:path>
              </a:pathLst>
            </a:custGeom>
            <a:grpFill/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60" name="Freeform: Shape 59">
              <a:extLst>
                <a:ext uri="{FF2B5EF4-FFF2-40B4-BE49-F238E27FC236}">
                  <a16:creationId xmlns:a16="http://schemas.microsoft.com/office/drawing/2014/main" id="{0783F4F1-D8CE-4453-B79B-AD976E272C8A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5911695" y="3303786"/>
              <a:ext cx="14096" cy="14096"/>
            </a:xfrm>
            <a:custGeom>
              <a:avLst/>
              <a:gdLst>
                <a:gd name="connsiteX0" fmla="*/ 14097 w 14096"/>
                <a:gd name="connsiteY0" fmla="*/ 7048 h 14096"/>
                <a:gd name="connsiteX1" fmla="*/ 7048 w 14096"/>
                <a:gd name="connsiteY1" fmla="*/ 14097 h 14096"/>
                <a:gd name="connsiteX2" fmla="*/ 0 w 14096"/>
                <a:gd name="connsiteY2" fmla="*/ 7048 h 14096"/>
                <a:gd name="connsiteX3" fmla="*/ 7048 w 14096"/>
                <a:gd name="connsiteY3" fmla="*/ 0 h 14096"/>
                <a:gd name="connsiteX4" fmla="*/ 14097 w 14096"/>
                <a:gd name="connsiteY4" fmla="*/ 7048 h 1409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14096" h="14096">
                  <a:moveTo>
                    <a:pt x="14097" y="7048"/>
                  </a:moveTo>
                  <a:cubicBezTo>
                    <a:pt x="14097" y="10954"/>
                    <a:pt x="10954" y="14097"/>
                    <a:pt x="7048" y="14097"/>
                  </a:cubicBezTo>
                  <a:cubicBezTo>
                    <a:pt x="3143" y="14097"/>
                    <a:pt x="0" y="10954"/>
                    <a:pt x="0" y="7048"/>
                  </a:cubicBezTo>
                  <a:cubicBezTo>
                    <a:pt x="0" y="3143"/>
                    <a:pt x="3143" y="0"/>
                    <a:pt x="7048" y="0"/>
                  </a:cubicBezTo>
                  <a:cubicBezTo>
                    <a:pt x="10954" y="0"/>
                    <a:pt x="14097" y="3143"/>
                    <a:pt x="14097" y="7048"/>
                  </a:cubicBezTo>
                  <a:close/>
                </a:path>
              </a:pathLst>
            </a:custGeom>
            <a:grpFill/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61" name="Freeform: Shape 60">
              <a:extLst>
                <a:ext uri="{FF2B5EF4-FFF2-40B4-BE49-F238E27FC236}">
                  <a16:creationId xmlns:a16="http://schemas.microsoft.com/office/drawing/2014/main" id="{06A7A4C9-F24F-4F00-A2FA-29E788A091DD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5970846" y="3303786"/>
              <a:ext cx="14096" cy="14096"/>
            </a:xfrm>
            <a:custGeom>
              <a:avLst/>
              <a:gdLst>
                <a:gd name="connsiteX0" fmla="*/ 14097 w 14096"/>
                <a:gd name="connsiteY0" fmla="*/ 7048 h 14096"/>
                <a:gd name="connsiteX1" fmla="*/ 7048 w 14096"/>
                <a:gd name="connsiteY1" fmla="*/ 14097 h 14096"/>
                <a:gd name="connsiteX2" fmla="*/ 0 w 14096"/>
                <a:gd name="connsiteY2" fmla="*/ 7048 h 14096"/>
                <a:gd name="connsiteX3" fmla="*/ 7048 w 14096"/>
                <a:gd name="connsiteY3" fmla="*/ 0 h 14096"/>
                <a:gd name="connsiteX4" fmla="*/ 14097 w 14096"/>
                <a:gd name="connsiteY4" fmla="*/ 7048 h 1409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14096" h="14096">
                  <a:moveTo>
                    <a:pt x="14097" y="7048"/>
                  </a:moveTo>
                  <a:cubicBezTo>
                    <a:pt x="14097" y="10954"/>
                    <a:pt x="10954" y="14097"/>
                    <a:pt x="7048" y="14097"/>
                  </a:cubicBezTo>
                  <a:cubicBezTo>
                    <a:pt x="3143" y="14097"/>
                    <a:pt x="0" y="10954"/>
                    <a:pt x="0" y="7048"/>
                  </a:cubicBezTo>
                  <a:cubicBezTo>
                    <a:pt x="0" y="3143"/>
                    <a:pt x="3143" y="0"/>
                    <a:pt x="7048" y="0"/>
                  </a:cubicBezTo>
                  <a:cubicBezTo>
                    <a:pt x="10954" y="0"/>
                    <a:pt x="14097" y="3143"/>
                    <a:pt x="14097" y="7048"/>
                  </a:cubicBezTo>
                  <a:close/>
                </a:path>
              </a:pathLst>
            </a:custGeom>
            <a:grpFill/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62" name="Freeform: Shape 61">
              <a:extLst>
                <a:ext uri="{FF2B5EF4-FFF2-40B4-BE49-F238E27FC236}">
                  <a16:creationId xmlns:a16="http://schemas.microsoft.com/office/drawing/2014/main" id="{EB694A32-59D6-46E3-8CE4-E4C485C2CB04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6030091" y="3303786"/>
              <a:ext cx="14097" cy="14096"/>
            </a:xfrm>
            <a:custGeom>
              <a:avLst/>
              <a:gdLst>
                <a:gd name="connsiteX0" fmla="*/ 14097 w 14097"/>
                <a:gd name="connsiteY0" fmla="*/ 7048 h 14096"/>
                <a:gd name="connsiteX1" fmla="*/ 7048 w 14097"/>
                <a:gd name="connsiteY1" fmla="*/ 14097 h 14096"/>
                <a:gd name="connsiteX2" fmla="*/ 0 w 14097"/>
                <a:gd name="connsiteY2" fmla="*/ 7048 h 14096"/>
                <a:gd name="connsiteX3" fmla="*/ 7048 w 14097"/>
                <a:gd name="connsiteY3" fmla="*/ 0 h 14096"/>
                <a:gd name="connsiteX4" fmla="*/ 14097 w 14097"/>
                <a:gd name="connsiteY4" fmla="*/ 7048 h 1409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14097" h="14096">
                  <a:moveTo>
                    <a:pt x="14097" y="7048"/>
                  </a:moveTo>
                  <a:cubicBezTo>
                    <a:pt x="14097" y="10954"/>
                    <a:pt x="10954" y="14097"/>
                    <a:pt x="7048" y="14097"/>
                  </a:cubicBezTo>
                  <a:cubicBezTo>
                    <a:pt x="3143" y="14097"/>
                    <a:pt x="0" y="10954"/>
                    <a:pt x="0" y="7048"/>
                  </a:cubicBezTo>
                  <a:cubicBezTo>
                    <a:pt x="0" y="3143"/>
                    <a:pt x="3143" y="0"/>
                    <a:pt x="7048" y="0"/>
                  </a:cubicBezTo>
                  <a:cubicBezTo>
                    <a:pt x="10954" y="0"/>
                    <a:pt x="14097" y="3143"/>
                    <a:pt x="14097" y="7048"/>
                  </a:cubicBezTo>
                  <a:close/>
                </a:path>
              </a:pathLst>
            </a:custGeom>
            <a:grpFill/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63" name="Freeform: Shape 62">
              <a:extLst>
                <a:ext uri="{FF2B5EF4-FFF2-40B4-BE49-F238E27FC236}">
                  <a16:creationId xmlns:a16="http://schemas.microsoft.com/office/drawing/2014/main" id="{983EBB4C-28FF-41C6-90D6-5F30FC0868ED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6089242" y="3303786"/>
              <a:ext cx="14096" cy="14096"/>
            </a:xfrm>
            <a:custGeom>
              <a:avLst/>
              <a:gdLst>
                <a:gd name="connsiteX0" fmla="*/ 14097 w 14096"/>
                <a:gd name="connsiteY0" fmla="*/ 7048 h 14096"/>
                <a:gd name="connsiteX1" fmla="*/ 7048 w 14096"/>
                <a:gd name="connsiteY1" fmla="*/ 14097 h 14096"/>
                <a:gd name="connsiteX2" fmla="*/ 0 w 14096"/>
                <a:gd name="connsiteY2" fmla="*/ 7048 h 14096"/>
                <a:gd name="connsiteX3" fmla="*/ 7048 w 14096"/>
                <a:gd name="connsiteY3" fmla="*/ 0 h 14096"/>
                <a:gd name="connsiteX4" fmla="*/ 14097 w 14096"/>
                <a:gd name="connsiteY4" fmla="*/ 7048 h 1409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14096" h="14096">
                  <a:moveTo>
                    <a:pt x="14097" y="7048"/>
                  </a:moveTo>
                  <a:cubicBezTo>
                    <a:pt x="14097" y="10954"/>
                    <a:pt x="10954" y="14097"/>
                    <a:pt x="7048" y="14097"/>
                  </a:cubicBezTo>
                  <a:cubicBezTo>
                    <a:pt x="3143" y="14097"/>
                    <a:pt x="0" y="10954"/>
                    <a:pt x="0" y="7048"/>
                  </a:cubicBezTo>
                  <a:cubicBezTo>
                    <a:pt x="0" y="3143"/>
                    <a:pt x="3143" y="0"/>
                    <a:pt x="7048" y="0"/>
                  </a:cubicBezTo>
                  <a:cubicBezTo>
                    <a:pt x="10954" y="0"/>
                    <a:pt x="14097" y="3143"/>
                    <a:pt x="14097" y="7048"/>
                  </a:cubicBezTo>
                  <a:close/>
                </a:path>
              </a:pathLst>
            </a:custGeom>
            <a:grpFill/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64" name="Freeform: Shape 63">
              <a:extLst>
                <a:ext uri="{FF2B5EF4-FFF2-40B4-BE49-F238E27FC236}">
                  <a16:creationId xmlns:a16="http://schemas.microsoft.com/office/drawing/2014/main" id="{0707659D-8AE9-49B5-AB29-ECC099F495A7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5734055" y="3363031"/>
              <a:ext cx="14192" cy="14097"/>
            </a:xfrm>
            <a:custGeom>
              <a:avLst/>
              <a:gdLst>
                <a:gd name="connsiteX0" fmla="*/ 14192 w 14192"/>
                <a:gd name="connsiteY0" fmla="*/ 7048 h 14097"/>
                <a:gd name="connsiteX1" fmla="*/ 7144 w 14192"/>
                <a:gd name="connsiteY1" fmla="*/ 14097 h 14097"/>
                <a:gd name="connsiteX2" fmla="*/ 0 w 14192"/>
                <a:gd name="connsiteY2" fmla="*/ 7048 h 14097"/>
                <a:gd name="connsiteX3" fmla="*/ 7049 w 14192"/>
                <a:gd name="connsiteY3" fmla="*/ 0 h 14097"/>
                <a:gd name="connsiteX4" fmla="*/ 14192 w 14192"/>
                <a:gd name="connsiteY4" fmla="*/ 7048 h 14097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14192" h="14097">
                  <a:moveTo>
                    <a:pt x="14192" y="7048"/>
                  </a:moveTo>
                  <a:cubicBezTo>
                    <a:pt x="14192" y="10954"/>
                    <a:pt x="11049" y="14097"/>
                    <a:pt x="7144" y="14097"/>
                  </a:cubicBezTo>
                  <a:cubicBezTo>
                    <a:pt x="3239" y="14097"/>
                    <a:pt x="0" y="10954"/>
                    <a:pt x="0" y="7048"/>
                  </a:cubicBezTo>
                  <a:cubicBezTo>
                    <a:pt x="0" y="3143"/>
                    <a:pt x="3143" y="0"/>
                    <a:pt x="7049" y="0"/>
                  </a:cubicBezTo>
                  <a:cubicBezTo>
                    <a:pt x="10954" y="0"/>
                    <a:pt x="14192" y="3143"/>
                    <a:pt x="14192" y="7048"/>
                  </a:cubicBezTo>
                  <a:close/>
                </a:path>
              </a:pathLst>
            </a:custGeom>
            <a:grpFill/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65" name="Freeform: Shape 64">
              <a:extLst>
                <a:ext uri="{FF2B5EF4-FFF2-40B4-BE49-F238E27FC236}">
                  <a16:creationId xmlns:a16="http://schemas.microsoft.com/office/drawing/2014/main" id="{5C987ECC-9573-46EA-9C4A-7C3CAE393801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5793300" y="3363029"/>
              <a:ext cx="14097" cy="14099"/>
            </a:xfrm>
            <a:custGeom>
              <a:avLst/>
              <a:gdLst>
                <a:gd name="connsiteX0" fmla="*/ 14097 w 14097"/>
                <a:gd name="connsiteY0" fmla="*/ 7051 h 14099"/>
                <a:gd name="connsiteX1" fmla="*/ 7049 w 14097"/>
                <a:gd name="connsiteY1" fmla="*/ 14099 h 14099"/>
                <a:gd name="connsiteX2" fmla="*/ 0 w 14097"/>
                <a:gd name="connsiteY2" fmla="*/ 7051 h 14099"/>
                <a:gd name="connsiteX3" fmla="*/ 7049 w 14097"/>
                <a:gd name="connsiteY3" fmla="*/ 2 h 14099"/>
                <a:gd name="connsiteX4" fmla="*/ 14097 w 14097"/>
                <a:gd name="connsiteY4" fmla="*/ 7051 h 14099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14097" h="14099">
                  <a:moveTo>
                    <a:pt x="14097" y="7051"/>
                  </a:moveTo>
                  <a:cubicBezTo>
                    <a:pt x="14097" y="10956"/>
                    <a:pt x="10954" y="14099"/>
                    <a:pt x="7049" y="14099"/>
                  </a:cubicBezTo>
                  <a:cubicBezTo>
                    <a:pt x="3143" y="14099"/>
                    <a:pt x="0" y="10956"/>
                    <a:pt x="0" y="7051"/>
                  </a:cubicBezTo>
                  <a:cubicBezTo>
                    <a:pt x="0" y="3145"/>
                    <a:pt x="3143" y="2"/>
                    <a:pt x="7049" y="2"/>
                  </a:cubicBezTo>
                  <a:cubicBezTo>
                    <a:pt x="10954" y="-93"/>
                    <a:pt x="14097" y="3145"/>
                    <a:pt x="14097" y="7051"/>
                  </a:cubicBezTo>
                  <a:close/>
                </a:path>
              </a:pathLst>
            </a:custGeom>
            <a:grpFill/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66" name="Freeform: Shape 65">
              <a:extLst>
                <a:ext uri="{FF2B5EF4-FFF2-40B4-BE49-F238E27FC236}">
                  <a16:creationId xmlns:a16="http://schemas.microsoft.com/office/drawing/2014/main" id="{4DAF6708-18C2-4082-B024-6CEA32AE019F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5852450" y="3363029"/>
              <a:ext cx="14096" cy="14099"/>
            </a:xfrm>
            <a:custGeom>
              <a:avLst/>
              <a:gdLst>
                <a:gd name="connsiteX0" fmla="*/ 14097 w 14096"/>
                <a:gd name="connsiteY0" fmla="*/ 7051 h 14099"/>
                <a:gd name="connsiteX1" fmla="*/ 7048 w 14096"/>
                <a:gd name="connsiteY1" fmla="*/ 14099 h 14099"/>
                <a:gd name="connsiteX2" fmla="*/ 0 w 14096"/>
                <a:gd name="connsiteY2" fmla="*/ 7051 h 14099"/>
                <a:gd name="connsiteX3" fmla="*/ 7048 w 14096"/>
                <a:gd name="connsiteY3" fmla="*/ 2 h 14099"/>
                <a:gd name="connsiteX4" fmla="*/ 14097 w 14096"/>
                <a:gd name="connsiteY4" fmla="*/ 7051 h 14099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14096" h="14099">
                  <a:moveTo>
                    <a:pt x="14097" y="7051"/>
                  </a:moveTo>
                  <a:cubicBezTo>
                    <a:pt x="14097" y="10956"/>
                    <a:pt x="10954" y="14099"/>
                    <a:pt x="7048" y="14099"/>
                  </a:cubicBezTo>
                  <a:cubicBezTo>
                    <a:pt x="3143" y="14099"/>
                    <a:pt x="0" y="10956"/>
                    <a:pt x="0" y="7051"/>
                  </a:cubicBezTo>
                  <a:cubicBezTo>
                    <a:pt x="0" y="3145"/>
                    <a:pt x="3143" y="2"/>
                    <a:pt x="7048" y="2"/>
                  </a:cubicBezTo>
                  <a:cubicBezTo>
                    <a:pt x="10954" y="-93"/>
                    <a:pt x="14097" y="3145"/>
                    <a:pt x="14097" y="7051"/>
                  </a:cubicBezTo>
                  <a:close/>
                </a:path>
              </a:pathLst>
            </a:custGeom>
            <a:grpFill/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67" name="Freeform: Shape 66">
              <a:extLst>
                <a:ext uri="{FF2B5EF4-FFF2-40B4-BE49-F238E27FC236}">
                  <a16:creationId xmlns:a16="http://schemas.microsoft.com/office/drawing/2014/main" id="{72CBB5AE-39E2-4D9B-A834-64D31B00327F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5911695" y="3363029"/>
              <a:ext cx="14096" cy="14099"/>
            </a:xfrm>
            <a:custGeom>
              <a:avLst/>
              <a:gdLst>
                <a:gd name="connsiteX0" fmla="*/ 14097 w 14096"/>
                <a:gd name="connsiteY0" fmla="*/ 7051 h 14099"/>
                <a:gd name="connsiteX1" fmla="*/ 7048 w 14096"/>
                <a:gd name="connsiteY1" fmla="*/ 14099 h 14099"/>
                <a:gd name="connsiteX2" fmla="*/ 0 w 14096"/>
                <a:gd name="connsiteY2" fmla="*/ 7051 h 14099"/>
                <a:gd name="connsiteX3" fmla="*/ 7048 w 14096"/>
                <a:gd name="connsiteY3" fmla="*/ 2 h 14099"/>
                <a:gd name="connsiteX4" fmla="*/ 14097 w 14096"/>
                <a:gd name="connsiteY4" fmla="*/ 7051 h 14099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14096" h="14099">
                  <a:moveTo>
                    <a:pt x="14097" y="7051"/>
                  </a:moveTo>
                  <a:cubicBezTo>
                    <a:pt x="14097" y="10956"/>
                    <a:pt x="10954" y="14099"/>
                    <a:pt x="7048" y="14099"/>
                  </a:cubicBezTo>
                  <a:cubicBezTo>
                    <a:pt x="3143" y="14099"/>
                    <a:pt x="0" y="10956"/>
                    <a:pt x="0" y="7051"/>
                  </a:cubicBezTo>
                  <a:cubicBezTo>
                    <a:pt x="0" y="3145"/>
                    <a:pt x="3143" y="2"/>
                    <a:pt x="7048" y="2"/>
                  </a:cubicBezTo>
                  <a:cubicBezTo>
                    <a:pt x="10954" y="-93"/>
                    <a:pt x="14097" y="3145"/>
                    <a:pt x="14097" y="7051"/>
                  </a:cubicBezTo>
                  <a:close/>
                </a:path>
              </a:pathLst>
            </a:custGeom>
            <a:grpFill/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68" name="Freeform: Shape 67">
              <a:extLst>
                <a:ext uri="{FF2B5EF4-FFF2-40B4-BE49-F238E27FC236}">
                  <a16:creationId xmlns:a16="http://schemas.microsoft.com/office/drawing/2014/main" id="{4592DE98-77BF-4E8E-AEB4-1934207BAE72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5970846" y="3363029"/>
              <a:ext cx="14096" cy="14099"/>
            </a:xfrm>
            <a:custGeom>
              <a:avLst/>
              <a:gdLst>
                <a:gd name="connsiteX0" fmla="*/ 14097 w 14096"/>
                <a:gd name="connsiteY0" fmla="*/ 7051 h 14099"/>
                <a:gd name="connsiteX1" fmla="*/ 7048 w 14096"/>
                <a:gd name="connsiteY1" fmla="*/ 14099 h 14099"/>
                <a:gd name="connsiteX2" fmla="*/ 0 w 14096"/>
                <a:gd name="connsiteY2" fmla="*/ 7051 h 14099"/>
                <a:gd name="connsiteX3" fmla="*/ 7048 w 14096"/>
                <a:gd name="connsiteY3" fmla="*/ 2 h 14099"/>
                <a:gd name="connsiteX4" fmla="*/ 14097 w 14096"/>
                <a:gd name="connsiteY4" fmla="*/ 7051 h 14099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14096" h="14099">
                  <a:moveTo>
                    <a:pt x="14097" y="7051"/>
                  </a:moveTo>
                  <a:cubicBezTo>
                    <a:pt x="14097" y="10956"/>
                    <a:pt x="10954" y="14099"/>
                    <a:pt x="7048" y="14099"/>
                  </a:cubicBezTo>
                  <a:cubicBezTo>
                    <a:pt x="3143" y="14099"/>
                    <a:pt x="0" y="10956"/>
                    <a:pt x="0" y="7051"/>
                  </a:cubicBezTo>
                  <a:cubicBezTo>
                    <a:pt x="0" y="3145"/>
                    <a:pt x="3143" y="2"/>
                    <a:pt x="7048" y="2"/>
                  </a:cubicBezTo>
                  <a:cubicBezTo>
                    <a:pt x="10954" y="-93"/>
                    <a:pt x="14097" y="3145"/>
                    <a:pt x="14097" y="7051"/>
                  </a:cubicBezTo>
                  <a:close/>
                </a:path>
              </a:pathLst>
            </a:custGeom>
            <a:grpFill/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69" name="Freeform: Shape 68">
              <a:extLst>
                <a:ext uri="{FF2B5EF4-FFF2-40B4-BE49-F238E27FC236}">
                  <a16:creationId xmlns:a16="http://schemas.microsoft.com/office/drawing/2014/main" id="{5AF5D9A0-BA94-4D2B-8479-26C55355B64F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6030091" y="3363031"/>
              <a:ext cx="14097" cy="14097"/>
            </a:xfrm>
            <a:custGeom>
              <a:avLst/>
              <a:gdLst>
                <a:gd name="connsiteX0" fmla="*/ 14097 w 14097"/>
                <a:gd name="connsiteY0" fmla="*/ 7048 h 14097"/>
                <a:gd name="connsiteX1" fmla="*/ 7048 w 14097"/>
                <a:gd name="connsiteY1" fmla="*/ 14097 h 14097"/>
                <a:gd name="connsiteX2" fmla="*/ 0 w 14097"/>
                <a:gd name="connsiteY2" fmla="*/ 7048 h 14097"/>
                <a:gd name="connsiteX3" fmla="*/ 7048 w 14097"/>
                <a:gd name="connsiteY3" fmla="*/ 0 h 14097"/>
                <a:gd name="connsiteX4" fmla="*/ 14097 w 14097"/>
                <a:gd name="connsiteY4" fmla="*/ 7048 h 14097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14097" h="14097">
                  <a:moveTo>
                    <a:pt x="14097" y="7048"/>
                  </a:moveTo>
                  <a:cubicBezTo>
                    <a:pt x="14097" y="10954"/>
                    <a:pt x="10954" y="14097"/>
                    <a:pt x="7048" y="14097"/>
                  </a:cubicBezTo>
                  <a:cubicBezTo>
                    <a:pt x="3143" y="14097"/>
                    <a:pt x="0" y="10954"/>
                    <a:pt x="0" y="7048"/>
                  </a:cubicBezTo>
                  <a:cubicBezTo>
                    <a:pt x="0" y="3143"/>
                    <a:pt x="3143" y="0"/>
                    <a:pt x="7048" y="0"/>
                  </a:cubicBezTo>
                  <a:cubicBezTo>
                    <a:pt x="10954" y="0"/>
                    <a:pt x="14097" y="3143"/>
                    <a:pt x="14097" y="7048"/>
                  </a:cubicBezTo>
                  <a:close/>
                </a:path>
              </a:pathLst>
            </a:custGeom>
            <a:grpFill/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70" name="Freeform: Shape 69">
              <a:extLst>
                <a:ext uri="{FF2B5EF4-FFF2-40B4-BE49-F238E27FC236}">
                  <a16:creationId xmlns:a16="http://schemas.microsoft.com/office/drawing/2014/main" id="{2CAA6A8E-7ACF-4EF7-AAD6-734A009DCFB1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6089242" y="3363029"/>
              <a:ext cx="14096" cy="14099"/>
            </a:xfrm>
            <a:custGeom>
              <a:avLst/>
              <a:gdLst>
                <a:gd name="connsiteX0" fmla="*/ 14097 w 14096"/>
                <a:gd name="connsiteY0" fmla="*/ 7051 h 14099"/>
                <a:gd name="connsiteX1" fmla="*/ 7048 w 14096"/>
                <a:gd name="connsiteY1" fmla="*/ 14099 h 14099"/>
                <a:gd name="connsiteX2" fmla="*/ 0 w 14096"/>
                <a:gd name="connsiteY2" fmla="*/ 7051 h 14099"/>
                <a:gd name="connsiteX3" fmla="*/ 7048 w 14096"/>
                <a:gd name="connsiteY3" fmla="*/ 2 h 14099"/>
                <a:gd name="connsiteX4" fmla="*/ 14097 w 14096"/>
                <a:gd name="connsiteY4" fmla="*/ 7051 h 14099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14096" h="14099">
                  <a:moveTo>
                    <a:pt x="14097" y="7051"/>
                  </a:moveTo>
                  <a:cubicBezTo>
                    <a:pt x="14097" y="10956"/>
                    <a:pt x="10954" y="14099"/>
                    <a:pt x="7048" y="14099"/>
                  </a:cubicBezTo>
                  <a:cubicBezTo>
                    <a:pt x="3143" y="14099"/>
                    <a:pt x="0" y="10956"/>
                    <a:pt x="0" y="7051"/>
                  </a:cubicBezTo>
                  <a:cubicBezTo>
                    <a:pt x="0" y="3145"/>
                    <a:pt x="3143" y="2"/>
                    <a:pt x="7048" y="2"/>
                  </a:cubicBezTo>
                  <a:cubicBezTo>
                    <a:pt x="10954" y="-93"/>
                    <a:pt x="14097" y="3145"/>
                    <a:pt x="14097" y="7051"/>
                  </a:cubicBezTo>
                  <a:close/>
                </a:path>
              </a:pathLst>
            </a:custGeom>
            <a:grpFill/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71" name="Freeform: Shape 70">
              <a:extLst>
                <a:ext uri="{FF2B5EF4-FFF2-40B4-BE49-F238E27FC236}">
                  <a16:creationId xmlns:a16="http://schemas.microsoft.com/office/drawing/2014/main" id="{D3DD3695-F212-4BAD-BBB3-EC1F624740B8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5734055" y="3422181"/>
              <a:ext cx="14192" cy="14096"/>
            </a:xfrm>
            <a:custGeom>
              <a:avLst/>
              <a:gdLst>
                <a:gd name="connsiteX0" fmla="*/ 14192 w 14192"/>
                <a:gd name="connsiteY0" fmla="*/ 7048 h 14096"/>
                <a:gd name="connsiteX1" fmla="*/ 7144 w 14192"/>
                <a:gd name="connsiteY1" fmla="*/ 14097 h 14096"/>
                <a:gd name="connsiteX2" fmla="*/ 0 w 14192"/>
                <a:gd name="connsiteY2" fmla="*/ 7048 h 14096"/>
                <a:gd name="connsiteX3" fmla="*/ 7049 w 14192"/>
                <a:gd name="connsiteY3" fmla="*/ 0 h 14096"/>
                <a:gd name="connsiteX4" fmla="*/ 14192 w 14192"/>
                <a:gd name="connsiteY4" fmla="*/ 7048 h 1409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14192" h="14096">
                  <a:moveTo>
                    <a:pt x="14192" y="7048"/>
                  </a:moveTo>
                  <a:cubicBezTo>
                    <a:pt x="14192" y="10954"/>
                    <a:pt x="11049" y="14097"/>
                    <a:pt x="7144" y="14097"/>
                  </a:cubicBezTo>
                  <a:cubicBezTo>
                    <a:pt x="3239" y="14097"/>
                    <a:pt x="0" y="10954"/>
                    <a:pt x="0" y="7048"/>
                  </a:cubicBezTo>
                  <a:cubicBezTo>
                    <a:pt x="0" y="3143"/>
                    <a:pt x="3143" y="0"/>
                    <a:pt x="7049" y="0"/>
                  </a:cubicBezTo>
                  <a:cubicBezTo>
                    <a:pt x="10954" y="0"/>
                    <a:pt x="14192" y="3143"/>
                    <a:pt x="14192" y="7048"/>
                  </a:cubicBezTo>
                  <a:close/>
                </a:path>
              </a:pathLst>
            </a:custGeom>
            <a:grpFill/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72" name="Freeform: Shape 71">
              <a:extLst>
                <a:ext uri="{FF2B5EF4-FFF2-40B4-BE49-F238E27FC236}">
                  <a16:creationId xmlns:a16="http://schemas.microsoft.com/office/drawing/2014/main" id="{AB1B3ECB-7594-4C5C-B62B-E686C0A89EA7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5793300" y="3422181"/>
              <a:ext cx="14097" cy="14096"/>
            </a:xfrm>
            <a:custGeom>
              <a:avLst/>
              <a:gdLst>
                <a:gd name="connsiteX0" fmla="*/ 14097 w 14097"/>
                <a:gd name="connsiteY0" fmla="*/ 7048 h 14096"/>
                <a:gd name="connsiteX1" fmla="*/ 7049 w 14097"/>
                <a:gd name="connsiteY1" fmla="*/ 14097 h 14096"/>
                <a:gd name="connsiteX2" fmla="*/ 0 w 14097"/>
                <a:gd name="connsiteY2" fmla="*/ 7048 h 14096"/>
                <a:gd name="connsiteX3" fmla="*/ 7049 w 14097"/>
                <a:gd name="connsiteY3" fmla="*/ 0 h 14096"/>
                <a:gd name="connsiteX4" fmla="*/ 14097 w 14097"/>
                <a:gd name="connsiteY4" fmla="*/ 7048 h 1409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14097" h="14096">
                  <a:moveTo>
                    <a:pt x="14097" y="7048"/>
                  </a:moveTo>
                  <a:cubicBezTo>
                    <a:pt x="14097" y="10954"/>
                    <a:pt x="10954" y="14097"/>
                    <a:pt x="7049" y="14097"/>
                  </a:cubicBezTo>
                  <a:cubicBezTo>
                    <a:pt x="3143" y="14097"/>
                    <a:pt x="0" y="10954"/>
                    <a:pt x="0" y="7048"/>
                  </a:cubicBezTo>
                  <a:cubicBezTo>
                    <a:pt x="0" y="3143"/>
                    <a:pt x="3143" y="0"/>
                    <a:pt x="7049" y="0"/>
                  </a:cubicBezTo>
                  <a:cubicBezTo>
                    <a:pt x="10954" y="0"/>
                    <a:pt x="14097" y="3143"/>
                    <a:pt x="14097" y="7048"/>
                  </a:cubicBezTo>
                  <a:close/>
                </a:path>
              </a:pathLst>
            </a:custGeom>
            <a:grpFill/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73" name="Freeform: Shape 72">
              <a:extLst>
                <a:ext uri="{FF2B5EF4-FFF2-40B4-BE49-F238E27FC236}">
                  <a16:creationId xmlns:a16="http://schemas.microsoft.com/office/drawing/2014/main" id="{5EE54C3C-D9E5-4782-B8F6-058EB2D63E8B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5852450" y="3422181"/>
              <a:ext cx="14096" cy="14096"/>
            </a:xfrm>
            <a:custGeom>
              <a:avLst/>
              <a:gdLst>
                <a:gd name="connsiteX0" fmla="*/ 14097 w 14096"/>
                <a:gd name="connsiteY0" fmla="*/ 7048 h 14096"/>
                <a:gd name="connsiteX1" fmla="*/ 7048 w 14096"/>
                <a:gd name="connsiteY1" fmla="*/ 14097 h 14096"/>
                <a:gd name="connsiteX2" fmla="*/ 0 w 14096"/>
                <a:gd name="connsiteY2" fmla="*/ 7048 h 14096"/>
                <a:gd name="connsiteX3" fmla="*/ 7048 w 14096"/>
                <a:gd name="connsiteY3" fmla="*/ 0 h 14096"/>
                <a:gd name="connsiteX4" fmla="*/ 14097 w 14096"/>
                <a:gd name="connsiteY4" fmla="*/ 7048 h 1409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14096" h="14096">
                  <a:moveTo>
                    <a:pt x="14097" y="7048"/>
                  </a:moveTo>
                  <a:cubicBezTo>
                    <a:pt x="14097" y="10954"/>
                    <a:pt x="10954" y="14097"/>
                    <a:pt x="7048" y="14097"/>
                  </a:cubicBezTo>
                  <a:cubicBezTo>
                    <a:pt x="3143" y="14097"/>
                    <a:pt x="0" y="10954"/>
                    <a:pt x="0" y="7048"/>
                  </a:cubicBezTo>
                  <a:cubicBezTo>
                    <a:pt x="0" y="3143"/>
                    <a:pt x="3143" y="0"/>
                    <a:pt x="7048" y="0"/>
                  </a:cubicBezTo>
                  <a:cubicBezTo>
                    <a:pt x="10954" y="0"/>
                    <a:pt x="14097" y="3143"/>
                    <a:pt x="14097" y="7048"/>
                  </a:cubicBezTo>
                  <a:close/>
                </a:path>
              </a:pathLst>
            </a:custGeom>
            <a:grpFill/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74" name="Freeform: Shape 73">
              <a:extLst>
                <a:ext uri="{FF2B5EF4-FFF2-40B4-BE49-F238E27FC236}">
                  <a16:creationId xmlns:a16="http://schemas.microsoft.com/office/drawing/2014/main" id="{EAE78EEE-DC43-44E1-AB47-ACB80F94B12A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5911695" y="3422181"/>
              <a:ext cx="14096" cy="14096"/>
            </a:xfrm>
            <a:custGeom>
              <a:avLst/>
              <a:gdLst>
                <a:gd name="connsiteX0" fmla="*/ 14097 w 14096"/>
                <a:gd name="connsiteY0" fmla="*/ 7048 h 14096"/>
                <a:gd name="connsiteX1" fmla="*/ 7048 w 14096"/>
                <a:gd name="connsiteY1" fmla="*/ 14097 h 14096"/>
                <a:gd name="connsiteX2" fmla="*/ 0 w 14096"/>
                <a:gd name="connsiteY2" fmla="*/ 7048 h 14096"/>
                <a:gd name="connsiteX3" fmla="*/ 7048 w 14096"/>
                <a:gd name="connsiteY3" fmla="*/ 0 h 14096"/>
                <a:gd name="connsiteX4" fmla="*/ 14097 w 14096"/>
                <a:gd name="connsiteY4" fmla="*/ 7048 h 1409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14096" h="14096">
                  <a:moveTo>
                    <a:pt x="14097" y="7048"/>
                  </a:moveTo>
                  <a:cubicBezTo>
                    <a:pt x="14097" y="10954"/>
                    <a:pt x="10954" y="14097"/>
                    <a:pt x="7048" y="14097"/>
                  </a:cubicBezTo>
                  <a:cubicBezTo>
                    <a:pt x="3143" y="14097"/>
                    <a:pt x="0" y="10954"/>
                    <a:pt x="0" y="7048"/>
                  </a:cubicBezTo>
                  <a:cubicBezTo>
                    <a:pt x="0" y="3143"/>
                    <a:pt x="3143" y="0"/>
                    <a:pt x="7048" y="0"/>
                  </a:cubicBezTo>
                  <a:cubicBezTo>
                    <a:pt x="10954" y="0"/>
                    <a:pt x="14097" y="3143"/>
                    <a:pt x="14097" y="7048"/>
                  </a:cubicBezTo>
                  <a:close/>
                </a:path>
              </a:pathLst>
            </a:custGeom>
            <a:grpFill/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75" name="Freeform: Shape 74">
              <a:extLst>
                <a:ext uri="{FF2B5EF4-FFF2-40B4-BE49-F238E27FC236}">
                  <a16:creationId xmlns:a16="http://schemas.microsoft.com/office/drawing/2014/main" id="{847D67EF-1141-4582-866E-FE02FB2360D8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5970846" y="3422181"/>
              <a:ext cx="14096" cy="14096"/>
            </a:xfrm>
            <a:custGeom>
              <a:avLst/>
              <a:gdLst>
                <a:gd name="connsiteX0" fmla="*/ 14097 w 14096"/>
                <a:gd name="connsiteY0" fmla="*/ 7048 h 14096"/>
                <a:gd name="connsiteX1" fmla="*/ 7048 w 14096"/>
                <a:gd name="connsiteY1" fmla="*/ 14097 h 14096"/>
                <a:gd name="connsiteX2" fmla="*/ 0 w 14096"/>
                <a:gd name="connsiteY2" fmla="*/ 7048 h 14096"/>
                <a:gd name="connsiteX3" fmla="*/ 7048 w 14096"/>
                <a:gd name="connsiteY3" fmla="*/ 0 h 14096"/>
                <a:gd name="connsiteX4" fmla="*/ 14097 w 14096"/>
                <a:gd name="connsiteY4" fmla="*/ 7048 h 1409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14096" h="14096">
                  <a:moveTo>
                    <a:pt x="14097" y="7048"/>
                  </a:moveTo>
                  <a:cubicBezTo>
                    <a:pt x="14097" y="10954"/>
                    <a:pt x="10954" y="14097"/>
                    <a:pt x="7048" y="14097"/>
                  </a:cubicBezTo>
                  <a:cubicBezTo>
                    <a:pt x="3143" y="14097"/>
                    <a:pt x="0" y="10954"/>
                    <a:pt x="0" y="7048"/>
                  </a:cubicBezTo>
                  <a:cubicBezTo>
                    <a:pt x="0" y="3143"/>
                    <a:pt x="3143" y="0"/>
                    <a:pt x="7048" y="0"/>
                  </a:cubicBezTo>
                  <a:cubicBezTo>
                    <a:pt x="10954" y="0"/>
                    <a:pt x="14097" y="3143"/>
                    <a:pt x="14097" y="7048"/>
                  </a:cubicBezTo>
                  <a:close/>
                </a:path>
              </a:pathLst>
            </a:custGeom>
            <a:grpFill/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76" name="Freeform: Shape 75">
              <a:extLst>
                <a:ext uri="{FF2B5EF4-FFF2-40B4-BE49-F238E27FC236}">
                  <a16:creationId xmlns:a16="http://schemas.microsoft.com/office/drawing/2014/main" id="{99ECC931-60A1-4628-A34B-4B68DA3CC267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6030091" y="3422181"/>
              <a:ext cx="14097" cy="14096"/>
            </a:xfrm>
            <a:custGeom>
              <a:avLst/>
              <a:gdLst>
                <a:gd name="connsiteX0" fmla="*/ 14097 w 14097"/>
                <a:gd name="connsiteY0" fmla="*/ 7048 h 14096"/>
                <a:gd name="connsiteX1" fmla="*/ 7048 w 14097"/>
                <a:gd name="connsiteY1" fmla="*/ 14097 h 14096"/>
                <a:gd name="connsiteX2" fmla="*/ 0 w 14097"/>
                <a:gd name="connsiteY2" fmla="*/ 7048 h 14096"/>
                <a:gd name="connsiteX3" fmla="*/ 7048 w 14097"/>
                <a:gd name="connsiteY3" fmla="*/ 0 h 14096"/>
                <a:gd name="connsiteX4" fmla="*/ 14097 w 14097"/>
                <a:gd name="connsiteY4" fmla="*/ 7048 h 1409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14097" h="14096">
                  <a:moveTo>
                    <a:pt x="14097" y="7048"/>
                  </a:moveTo>
                  <a:cubicBezTo>
                    <a:pt x="14097" y="10954"/>
                    <a:pt x="10954" y="14097"/>
                    <a:pt x="7048" y="14097"/>
                  </a:cubicBezTo>
                  <a:cubicBezTo>
                    <a:pt x="3143" y="14097"/>
                    <a:pt x="0" y="10954"/>
                    <a:pt x="0" y="7048"/>
                  </a:cubicBezTo>
                  <a:cubicBezTo>
                    <a:pt x="0" y="3143"/>
                    <a:pt x="3143" y="0"/>
                    <a:pt x="7048" y="0"/>
                  </a:cubicBezTo>
                  <a:cubicBezTo>
                    <a:pt x="10954" y="0"/>
                    <a:pt x="14097" y="3143"/>
                    <a:pt x="14097" y="7048"/>
                  </a:cubicBezTo>
                  <a:close/>
                </a:path>
              </a:pathLst>
            </a:custGeom>
            <a:grpFill/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77" name="Freeform: Shape 76">
              <a:extLst>
                <a:ext uri="{FF2B5EF4-FFF2-40B4-BE49-F238E27FC236}">
                  <a16:creationId xmlns:a16="http://schemas.microsoft.com/office/drawing/2014/main" id="{A587D2BE-3417-44AE-BEEF-57F88CECB4DA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6089242" y="3422181"/>
              <a:ext cx="14096" cy="14096"/>
            </a:xfrm>
            <a:custGeom>
              <a:avLst/>
              <a:gdLst>
                <a:gd name="connsiteX0" fmla="*/ 14097 w 14096"/>
                <a:gd name="connsiteY0" fmla="*/ 7048 h 14096"/>
                <a:gd name="connsiteX1" fmla="*/ 7048 w 14096"/>
                <a:gd name="connsiteY1" fmla="*/ 14097 h 14096"/>
                <a:gd name="connsiteX2" fmla="*/ 0 w 14096"/>
                <a:gd name="connsiteY2" fmla="*/ 7048 h 14096"/>
                <a:gd name="connsiteX3" fmla="*/ 7048 w 14096"/>
                <a:gd name="connsiteY3" fmla="*/ 0 h 14096"/>
                <a:gd name="connsiteX4" fmla="*/ 14097 w 14096"/>
                <a:gd name="connsiteY4" fmla="*/ 7048 h 1409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14096" h="14096">
                  <a:moveTo>
                    <a:pt x="14097" y="7048"/>
                  </a:moveTo>
                  <a:cubicBezTo>
                    <a:pt x="14097" y="10954"/>
                    <a:pt x="10954" y="14097"/>
                    <a:pt x="7048" y="14097"/>
                  </a:cubicBezTo>
                  <a:cubicBezTo>
                    <a:pt x="3143" y="14097"/>
                    <a:pt x="0" y="10954"/>
                    <a:pt x="0" y="7048"/>
                  </a:cubicBezTo>
                  <a:cubicBezTo>
                    <a:pt x="0" y="3143"/>
                    <a:pt x="3143" y="0"/>
                    <a:pt x="7048" y="0"/>
                  </a:cubicBezTo>
                  <a:cubicBezTo>
                    <a:pt x="10954" y="0"/>
                    <a:pt x="14097" y="3143"/>
                    <a:pt x="14097" y="7048"/>
                  </a:cubicBezTo>
                  <a:close/>
                </a:path>
              </a:pathLst>
            </a:custGeom>
            <a:grpFill/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78" name="Freeform: Shape 77">
              <a:extLst>
                <a:ext uri="{FF2B5EF4-FFF2-40B4-BE49-F238E27FC236}">
                  <a16:creationId xmlns:a16="http://schemas.microsoft.com/office/drawing/2014/main" id="{FCEB2ED3-A08D-4286-B75D-893289F3F3D0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6148487" y="3067000"/>
              <a:ext cx="14097" cy="14097"/>
            </a:xfrm>
            <a:custGeom>
              <a:avLst/>
              <a:gdLst>
                <a:gd name="connsiteX0" fmla="*/ 14097 w 14097"/>
                <a:gd name="connsiteY0" fmla="*/ 7049 h 14097"/>
                <a:gd name="connsiteX1" fmla="*/ 7049 w 14097"/>
                <a:gd name="connsiteY1" fmla="*/ 14097 h 14097"/>
                <a:gd name="connsiteX2" fmla="*/ 0 w 14097"/>
                <a:gd name="connsiteY2" fmla="*/ 7049 h 14097"/>
                <a:gd name="connsiteX3" fmla="*/ 6953 w 14097"/>
                <a:gd name="connsiteY3" fmla="*/ 0 h 14097"/>
                <a:gd name="connsiteX4" fmla="*/ 14097 w 14097"/>
                <a:gd name="connsiteY4" fmla="*/ 7049 h 14097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14097" h="14097">
                  <a:moveTo>
                    <a:pt x="14097" y="7049"/>
                  </a:moveTo>
                  <a:cubicBezTo>
                    <a:pt x="14097" y="10954"/>
                    <a:pt x="10954" y="14097"/>
                    <a:pt x="7049" y="14097"/>
                  </a:cubicBezTo>
                  <a:cubicBezTo>
                    <a:pt x="3143" y="14097"/>
                    <a:pt x="0" y="10954"/>
                    <a:pt x="0" y="7049"/>
                  </a:cubicBezTo>
                  <a:cubicBezTo>
                    <a:pt x="0" y="3143"/>
                    <a:pt x="3048" y="0"/>
                    <a:pt x="6953" y="0"/>
                  </a:cubicBezTo>
                  <a:cubicBezTo>
                    <a:pt x="10954" y="0"/>
                    <a:pt x="14097" y="3143"/>
                    <a:pt x="14097" y="7049"/>
                  </a:cubicBezTo>
                  <a:close/>
                </a:path>
              </a:pathLst>
            </a:custGeom>
            <a:grpFill/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79" name="Freeform: Shape 78">
              <a:extLst>
                <a:ext uri="{FF2B5EF4-FFF2-40B4-BE49-F238E27FC236}">
                  <a16:creationId xmlns:a16="http://schemas.microsoft.com/office/drawing/2014/main" id="{7C7DB7BB-8173-4377-85B0-032B7BDAB6D3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6207638" y="3067000"/>
              <a:ext cx="14096" cy="14097"/>
            </a:xfrm>
            <a:custGeom>
              <a:avLst/>
              <a:gdLst>
                <a:gd name="connsiteX0" fmla="*/ 14097 w 14096"/>
                <a:gd name="connsiteY0" fmla="*/ 7049 h 14097"/>
                <a:gd name="connsiteX1" fmla="*/ 7048 w 14096"/>
                <a:gd name="connsiteY1" fmla="*/ 14097 h 14097"/>
                <a:gd name="connsiteX2" fmla="*/ 0 w 14096"/>
                <a:gd name="connsiteY2" fmla="*/ 7049 h 14097"/>
                <a:gd name="connsiteX3" fmla="*/ 7048 w 14096"/>
                <a:gd name="connsiteY3" fmla="*/ 0 h 14097"/>
                <a:gd name="connsiteX4" fmla="*/ 14097 w 14096"/>
                <a:gd name="connsiteY4" fmla="*/ 7049 h 14097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14096" h="14097">
                  <a:moveTo>
                    <a:pt x="14097" y="7049"/>
                  </a:moveTo>
                  <a:cubicBezTo>
                    <a:pt x="14097" y="10954"/>
                    <a:pt x="10954" y="14097"/>
                    <a:pt x="7048" y="14097"/>
                  </a:cubicBezTo>
                  <a:cubicBezTo>
                    <a:pt x="3143" y="14097"/>
                    <a:pt x="0" y="10954"/>
                    <a:pt x="0" y="7049"/>
                  </a:cubicBezTo>
                  <a:cubicBezTo>
                    <a:pt x="0" y="3143"/>
                    <a:pt x="3143" y="0"/>
                    <a:pt x="7048" y="0"/>
                  </a:cubicBezTo>
                  <a:cubicBezTo>
                    <a:pt x="10954" y="0"/>
                    <a:pt x="14097" y="3143"/>
                    <a:pt x="14097" y="7049"/>
                  </a:cubicBezTo>
                  <a:close/>
                </a:path>
              </a:pathLst>
            </a:custGeom>
            <a:grpFill/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80" name="Freeform: Shape 79">
              <a:extLst>
                <a:ext uri="{FF2B5EF4-FFF2-40B4-BE49-F238E27FC236}">
                  <a16:creationId xmlns:a16="http://schemas.microsoft.com/office/drawing/2014/main" id="{93EF69B4-3F48-4509-8BF8-926E23BC1D5E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6266883" y="3067000"/>
              <a:ext cx="14096" cy="14097"/>
            </a:xfrm>
            <a:custGeom>
              <a:avLst/>
              <a:gdLst>
                <a:gd name="connsiteX0" fmla="*/ 14097 w 14096"/>
                <a:gd name="connsiteY0" fmla="*/ 7049 h 14097"/>
                <a:gd name="connsiteX1" fmla="*/ 7049 w 14096"/>
                <a:gd name="connsiteY1" fmla="*/ 14097 h 14097"/>
                <a:gd name="connsiteX2" fmla="*/ 0 w 14096"/>
                <a:gd name="connsiteY2" fmla="*/ 7049 h 14097"/>
                <a:gd name="connsiteX3" fmla="*/ 6953 w 14096"/>
                <a:gd name="connsiteY3" fmla="*/ 0 h 14097"/>
                <a:gd name="connsiteX4" fmla="*/ 14097 w 14096"/>
                <a:gd name="connsiteY4" fmla="*/ 7049 h 14097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14096" h="14097">
                  <a:moveTo>
                    <a:pt x="14097" y="7049"/>
                  </a:moveTo>
                  <a:cubicBezTo>
                    <a:pt x="14097" y="10954"/>
                    <a:pt x="10954" y="14097"/>
                    <a:pt x="7049" y="14097"/>
                  </a:cubicBezTo>
                  <a:cubicBezTo>
                    <a:pt x="3143" y="14097"/>
                    <a:pt x="0" y="10954"/>
                    <a:pt x="0" y="7049"/>
                  </a:cubicBezTo>
                  <a:cubicBezTo>
                    <a:pt x="0" y="3143"/>
                    <a:pt x="3048" y="0"/>
                    <a:pt x="6953" y="0"/>
                  </a:cubicBezTo>
                  <a:cubicBezTo>
                    <a:pt x="10859" y="0"/>
                    <a:pt x="14097" y="3143"/>
                    <a:pt x="14097" y="7049"/>
                  </a:cubicBezTo>
                  <a:close/>
                </a:path>
              </a:pathLst>
            </a:custGeom>
            <a:grpFill/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81" name="Freeform: Shape 80">
              <a:extLst>
                <a:ext uri="{FF2B5EF4-FFF2-40B4-BE49-F238E27FC236}">
                  <a16:creationId xmlns:a16="http://schemas.microsoft.com/office/drawing/2014/main" id="{C1A86650-1EF5-46E3-885D-96985105A8BC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6326033" y="3067000"/>
              <a:ext cx="14096" cy="14097"/>
            </a:xfrm>
            <a:custGeom>
              <a:avLst/>
              <a:gdLst>
                <a:gd name="connsiteX0" fmla="*/ 14097 w 14096"/>
                <a:gd name="connsiteY0" fmla="*/ 7049 h 14097"/>
                <a:gd name="connsiteX1" fmla="*/ 7048 w 14096"/>
                <a:gd name="connsiteY1" fmla="*/ 14097 h 14097"/>
                <a:gd name="connsiteX2" fmla="*/ 0 w 14096"/>
                <a:gd name="connsiteY2" fmla="*/ 7049 h 14097"/>
                <a:gd name="connsiteX3" fmla="*/ 7048 w 14096"/>
                <a:gd name="connsiteY3" fmla="*/ 0 h 14097"/>
                <a:gd name="connsiteX4" fmla="*/ 14097 w 14096"/>
                <a:gd name="connsiteY4" fmla="*/ 7049 h 14097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14096" h="14097">
                  <a:moveTo>
                    <a:pt x="14097" y="7049"/>
                  </a:moveTo>
                  <a:cubicBezTo>
                    <a:pt x="14097" y="10954"/>
                    <a:pt x="10954" y="14097"/>
                    <a:pt x="7048" y="14097"/>
                  </a:cubicBezTo>
                  <a:cubicBezTo>
                    <a:pt x="3143" y="14097"/>
                    <a:pt x="0" y="10954"/>
                    <a:pt x="0" y="7049"/>
                  </a:cubicBezTo>
                  <a:cubicBezTo>
                    <a:pt x="0" y="3143"/>
                    <a:pt x="3143" y="0"/>
                    <a:pt x="7048" y="0"/>
                  </a:cubicBezTo>
                  <a:cubicBezTo>
                    <a:pt x="10954" y="0"/>
                    <a:pt x="14097" y="3143"/>
                    <a:pt x="14097" y="7049"/>
                  </a:cubicBezTo>
                  <a:close/>
                </a:path>
              </a:pathLst>
            </a:custGeom>
            <a:grpFill/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82" name="Freeform: Shape 81">
              <a:extLst>
                <a:ext uri="{FF2B5EF4-FFF2-40B4-BE49-F238E27FC236}">
                  <a16:creationId xmlns:a16="http://schemas.microsoft.com/office/drawing/2014/main" id="{47EBBDE2-BD90-481F-A671-34E2186FB0EA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6385279" y="3067000"/>
              <a:ext cx="14096" cy="14097"/>
            </a:xfrm>
            <a:custGeom>
              <a:avLst/>
              <a:gdLst>
                <a:gd name="connsiteX0" fmla="*/ 14097 w 14096"/>
                <a:gd name="connsiteY0" fmla="*/ 7049 h 14097"/>
                <a:gd name="connsiteX1" fmla="*/ 7048 w 14096"/>
                <a:gd name="connsiteY1" fmla="*/ 14097 h 14097"/>
                <a:gd name="connsiteX2" fmla="*/ 0 w 14096"/>
                <a:gd name="connsiteY2" fmla="*/ 7049 h 14097"/>
                <a:gd name="connsiteX3" fmla="*/ 6953 w 14096"/>
                <a:gd name="connsiteY3" fmla="*/ 0 h 14097"/>
                <a:gd name="connsiteX4" fmla="*/ 14097 w 14096"/>
                <a:gd name="connsiteY4" fmla="*/ 7049 h 14097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14096" h="14097">
                  <a:moveTo>
                    <a:pt x="14097" y="7049"/>
                  </a:moveTo>
                  <a:cubicBezTo>
                    <a:pt x="14097" y="10954"/>
                    <a:pt x="10954" y="14097"/>
                    <a:pt x="7048" y="14097"/>
                  </a:cubicBezTo>
                  <a:cubicBezTo>
                    <a:pt x="3143" y="14097"/>
                    <a:pt x="0" y="10954"/>
                    <a:pt x="0" y="7049"/>
                  </a:cubicBezTo>
                  <a:cubicBezTo>
                    <a:pt x="0" y="3143"/>
                    <a:pt x="3048" y="0"/>
                    <a:pt x="6953" y="0"/>
                  </a:cubicBezTo>
                  <a:cubicBezTo>
                    <a:pt x="10858" y="0"/>
                    <a:pt x="14097" y="3143"/>
                    <a:pt x="14097" y="7049"/>
                  </a:cubicBezTo>
                  <a:close/>
                </a:path>
              </a:pathLst>
            </a:custGeom>
            <a:grpFill/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83" name="Freeform: Shape 82">
              <a:extLst>
                <a:ext uri="{FF2B5EF4-FFF2-40B4-BE49-F238E27FC236}">
                  <a16:creationId xmlns:a16="http://schemas.microsoft.com/office/drawing/2014/main" id="{87DAF1CB-838D-4C5C-8FB7-76BF677FEB0D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6444429" y="3067000"/>
              <a:ext cx="14096" cy="14097"/>
            </a:xfrm>
            <a:custGeom>
              <a:avLst/>
              <a:gdLst>
                <a:gd name="connsiteX0" fmla="*/ 14097 w 14096"/>
                <a:gd name="connsiteY0" fmla="*/ 7049 h 14097"/>
                <a:gd name="connsiteX1" fmla="*/ 7048 w 14096"/>
                <a:gd name="connsiteY1" fmla="*/ 14097 h 14097"/>
                <a:gd name="connsiteX2" fmla="*/ 0 w 14096"/>
                <a:gd name="connsiteY2" fmla="*/ 7049 h 14097"/>
                <a:gd name="connsiteX3" fmla="*/ 7048 w 14096"/>
                <a:gd name="connsiteY3" fmla="*/ 0 h 14097"/>
                <a:gd name="connsiteX4" fmla="*/ 14097 w 14096"/>
                <a:gd name="connsiteY4" fmla="*/ 7049 h 14097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14096" h="14097">
                  <a:moveTo>
                    <a:pt x="14097" y="7049"/>
                  </a:moveTo>
                  <a:cubicBezTo>
                    <a:pt x="14097" y="10941"/>
                    <a:pt x="10941" y="14097"/>
                    <a:pt x="7048" y="14097"/>
                  </a:cubicBezTo>
                  <a:cubicBezTo>
                    <a:pt x="3156" y="14097"/>
                    <a:pt x="0" y="10941"/>
                    <a:pt x="0" y="7049"/>
                  </a:cubicBezTo>
                  <a:cubicBezTo>
                    <a:pt x="0" y="3156"/>
                    <a:pt x="3156" y="0"/>
                    <a:pt x="7048" y="0"/>
                  </a:cubicBezTo>
                  <a:cubicBezTo>
                    <a:pt x="10941" y="0"/>
                    <a:pt x="14097" y="3156"/>
                    <a:pt x="14097" y="7049"/>
                  </a:cubicBezTo>
                  <a:close/>
                </a:path>
              </a:pathLst>
            </a:custGeom>
            <a:grpFill/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84" name="Freeform: Shape 83">
              <a:extLst>
                <a:ext uri="{FF2B5EF4-FFF2-40B4-BE49-F238E27FC236}">
                  <a16:creationId xmlns:a16="http://schemas.microsoft.com/office/drawing/2014/main" id="{64573DA8-D2F3-4644-AC79-83843615C436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6148487" y="3126241"/>
              <a:ext cx="14097" cy="14099"/>
            </a:xfrm>
            <a:custGeom>
              <a:avLst/>
              <a:gdLst>
                <a:gd name="connsiteX0" fmla="*/ 14097 w 14097"/>
                <a:gd name="connsiteY0" fmla="*/ 7051 h 14099"/>
                <a:gd name="connsiteX1" fmla="*/ 7049 w 14097"/>
                <a:gd name="connsiteY1" fmla="*/ 14099 h 14099"/>
                <a:gd name="connsiteX2" fmla="*/ 0 w 14097"/>
                <a:gd name="connsiteY2" fmla="*/ 7051 h 14099"/>
                <a:gd name="connsiteX3" fmla="*/ 7049 w 14097"/>
                <a:gd name="connsiteY3" fmla="*/ 2 h 14099"/>
                <a:gd name="connsiteX4" fmla="*/ 14097 w 14097"/>
                <a:gd name="connsiteY4" fmla="*/ 7051 h 14099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14097" h="14099">
                  <a:moveTo>
                    <a:pt x="14097" y="7051"/>
                  </a:moveTo>
                  <a:cubicBezTo>
                    <a:pt x="14097" y="10956"/>
                    <a:pt x="10954" y="14099"/>
                    <a:pt x="7049" y="14099"/>
                  </a:cubicBezTo>
                  <a:cubicBezTo>
                    <a:pt x="3143" y="14099"/>
                    <a:pt x="0" y="10956"/>
                    <a:pt x="0" y="7051"/>
                  </a:cubicBezTo>
                  <a:cubicBezTo>
                    <a:pt x="0" y="3145"/>
                    <a:pt x="3143" y="2"/>
                    <a:pt x="7049" y="2"/>
                  </a:cubicBezTo>
                  <a:cubicBezTo>
                    <a:pt x="10954" y="-93"/>
                    <a:pt x="14097" y="3145"/>
                    <a:pt x="14097" y="7051"/>
                  </a:cubicBezTo>
                  <a:close/>
                </a:path>
              </a:pathLst>
            </a:custGeom>
            <a:grpFill/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85" name="Freeform: Shape 84">
              <a:extLst>
                <a:ext uri="{FF2B5EF4-FFF2-40B4-BE49-F238E27FC236}">
                  <a16:creationId xmlns:a16="http://schemas.microsoft.com/office/drawing/2014/main" id="{41AB53B8-0D5C-44BD-A2A9-ABBF659E1F9B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6207638" y="3126241"/>
              <a:ext cx="14096" cy="14099"/>
            </a:xfrm>
            <a:custGeom>
              <a:avLst/>
              <a:gdLst>
                <a:gd name="connsiteX0" fmla="*/ 14097 w 14096"/>
                <a:gd name="connsiteY0" fmla="*/ 7051 h 14099"/>
                <a:gd name="connsiteX1" fmla="*/ 7048 w 14096"/>
                <a:gd name="connsiteY1" fmla="*/ 14099 h 14099"/>
                <a:gd name="connsiteX2" fmla="*/ 0 w 14096"/>
                <a:gd name="connsiteY2" fmla="*/ 7051 h 14099"/>
                <a:gd name="connsiteX3" fmla="*/ 7048 w 14096"/>
                <a:gd name="connsiteY3" fmla="*/ 2 h 14099"/>
                <a:gd name="connsiteX4" fmla="*/ 14097 w 14096"/>
                <a:gd name="connsiteY4" fmla="*/ 7051 h 14099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14096" h="14099">
                  <a:moveTo>
                    <a:pt x="14097" y="7051"/>
                  </a:moveTo>
                  <a:cubicBezTo>
                    <a:pt x="14097" y="10956"/>
                    <a:pt x="10954" y="14099"/>
                    <a:pt x="7048" y="14099"/>
                  </a:cubicBezTo>
                  <a:cubicBezTo>
                    <a:pt x="3143" y="14099"/>
                    <a:pt x="0" y="10956"/>
                    <a:pt x="0" y="7051"/>
                  </a:cubicBezTo>
                  <a:cubicBezTo>
                    <a:pt x="0" y="3145"/>
                    <a:pt x="3143" y="2"/>
                    <a:pt x="7048" y="2"/>
                  </a:cubicBezTo>
                  <a:cubicBezTo>
                    <a:pt x="10954" y="-93"/>
                    <a:pt x="14097" y="3145"/>
                    <a:pt x="14097" y="7051"/>
                  </a:cubicBezTo>
                  <a:close/>
                </a:path>
              </a:pathLst>
            </a:custGeom>
            <a:grpFill/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86" name="Freeform: Shape 85">
              <a:extLst>
                <a:ext uri="{FF2B5EF4-FFF2-40B4-BE49-F238E27FC236}">
                  <a16:creationId xmlns:a16="http://schemas.microsoft.com/office/drawing/2014/main" id="{29B7FA60-B453-4877-8D47-CA1209DF91A6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6266883" y="3126241"/>
              <a:ext cx="14096" cy="14099"/>
            </a:xfrm>
            <a:custGeom>
              <a:avLst/>
              <a:gdLst>
                <a:gd name="connsiteX0" fmla="*/ 14097 w 14096"/>
                <a:gd name="connsiteY0" fmla="*/ 7051 h 14099"/>
                <a:gd name="connsiteX1" fmla="*/ 7049 w 14096"/>
                <a:gd name="connsiteY1" fmla="*/ 14099 h 14099"/>
                <a:gd name="connsiteX2" fmla="*/ 0 w 14096"/>
                <a:gd name="connsiteY2" fmla="*/ 7051 h 14099"/>
                <a:gd name="connsiteX3" fmla="*/ 7049 w 14096"/>
                <a:gd name="connsiteY3" fmla="*/ 2 h 14099"/>
                <a:gd name="connsiteX4" fmla="*/ 14097 w 14096"/>
                <a:gd name="connsiteY4" fmla="*/ 7051 h 14099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14096" h="14099">
                  <a:moveTo>
                    <a:pt x="14097" y="7051"/>
                  </a:moveTo>
                  <a:cubicBezTo>
                    <a:pt x="14097" y="10956"/>
                    <a:pt x="10954" y="14099"/>
                    <a:pt x="7049" y="14099"/>
                  </a:cubicBezTo>
                  <a:cubicBezTo>
                    <a:pt x="3143" y="14099"/>
                    <a:pt x="0" y="10956"/>
                    <a:pt x="0" y="7051"/>
                  </a:cubicBezTo>
                  <a:cubicBezTo>
                    <a:pt x="0" y="3145"/>
                    <a:pt x="3143" y="2"/>
                    <a:pt x="7049" y="2"/>
                  </a:cubicBezTo>
                  <a:cubicBezTo>
                    <a:pt x="10859" y="-93"/>
                    <a:pt x="14097" y="3145"/>
                    <a:pt x="14097" y="7051"/>
                  </a:cubicBezTo>
                  <a:close/>
                </a:path>
              </a:pathLst>
            </a:custGeom>
            <a:grpFill/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87" name="Freeform: Shape 86">
              <a:extLst>
                <a:ext uri="{FF2B5EF4-FFF2-40B4-BE49-F238E27FC236}">
                  <a16:creationId xmlns:a16="http://schemas.microsoft.com/office/drawing/2014/main" id="{7A6D2414-BCCC-40E8-B990-47642EFE96E8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6326033" y="3126241"/>
              <a:ext cx="14096" cy="14099"/>
            </a:xfrm>
            <a:custGeom>
              <a:avLst/>
              <a:gdLst>
                <a:gd name="connsiteX0" fmla="*/ 14097 w 14096"/>
                <a:gd name="connsiteY0" fmla="*/ 7051 h 14099"/>
                <a:gd name="connsiteX1" fmla="*/ 7048 w 14096"/>
                <a:gd name="connsiteY1" fmla="*/ 14099 h 14099"/>
                <a:gd name="connsiteX2" fmla="*/ 0 w 14096"/>
                <a:gd name="connsiteY2" fmla="*/ 7051 h 14099"/>
                <a:gd name="connsiteX3" fmla="*/ 7048 w 14096"/>
                <a:gd name="connsiteY3" fmla="*/ 2 h 14099"/>
                <a:gd name="connsiteX4" fmla="*/ 14097 w 14096"/>
                <a:gd name="connsiteY4" fmla="*/ 7051 h 14099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14096" h="14099">
                  <a:moveTo>
                    <a:pt x="14097" y="7051"/>
                  </a:moveTo>
                  <a:cubicBezTo>
                    <a:pt x="14097" y="10956"/>
                    <a:pt x="10954" y="14099"/>
                    <a:pt x="7048" y="14099"/>
                  </a:cubicBezTo>
                  <a:cubicBezTo>
                    <a:pt x="3143" y="14099"/>
                    <a:pt x="0" y="10956"/>
                    <a:pt x="0" y="7051"/>
                  </a:cubicBezTo>
                  <a:cubicBezTo>
                    <a:pt x="0" y="3145"/>
                    <a:pt x="3143" y="2"/>
                    <a:pt x="7048" y="2"/>
                  </a:cubicBezTo>
                  <a:cubicBezTo>
                    <a:pt x="10954" y="-93"/>
                    <a:pt x="14097" y="3145"/>
                    <a:pt x="14097" y="7051"/>
                  </a:cubicBezTo>
                  <a:close/>
                </a:path>
              </a:pathLst>
            </a:custGeom>
            <a:grpFill/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88" name="Freeform: Shape 87">
              <a:extLst>
                <a:ext uri="{FF2B5EF4-FFF2-40B4-BE49-F238E27FC236}">
                  <a16:creationId xmlns:a16="http://schemas.microsoft.com/office/drawing/2014/main" id="{B0F37C2B-B7E6-420D-AD39-3AE4A2FBE9B1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6385279" y="3126240"/>
              <a:ext cx="14096" cy="14099"/>
            </a:xfrm>
            <a:custGeom>
              <a:avLst/>
              <a:gdLst>
                <a:gd name="connsiteX0" fmla="*/ 14097 w 14096"/>
                <a:gd name="connsiteY0" fmla="*/ 7051 h 14099"/>
                <a:gd name="connsiteX1" fmla="*/ 7048 w 14096"/>
                <a:gd name="connsiteY1" fmla="*/ 14099 h 14099"/>
                <a:gd name="connsiteX2" fmla="*/ 0 w 14096"/>
                <a:gd name="connsiteY2" fmla="*/ 7051 h 14099"/>
                <a:gd name="connsiteX3" fmla="*/ 7048 w 14096"/>
                <a:gd name="connsiteY3" fmla="*/ 2 h 14099"/>
                <a:gd name="connsiteX4" fmla="*/ 14097 w 14096"/>
                <a:gd name="connsiteY4" fmla="*/ 7051 h 14099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14096" h="14099">
                  <a:moveTo>
                    <a:pt x="14097" y="7051"/>
                  </a:moveTo>
                  <a:cubicBezTo>
                    <a:pt x="14097" y="10956"/>
                    <a:pt x="10954" y="14099"/>
                    <a:pt x="7048" y="14099"/>
                  </a:cubicBezTo>
                  <a:cubicBezTo>
                    <a:pt x="3143" y="14099"/>
                    <a:pt x="0" y="10956"/>
                    <a:pt x="0" y="7051"/>
                  </a:cubicBezTo>
                  <a:cubicBezTo>
                    <a:pt x="0" y="3145"/>
                    <a:pt x="3143" y="2"/>
                    <a:pt x="7048" y="2"/>
                  </a:cubicBezTo>
                  <a:cubicBezTo>
                    <a:pt x="10858" y="-93"/>
                    <a:pt x="14097" y="3145"/>
                    <a:pt x="14097" y="7051"/>
                  </a:cubicBezTo>
                  <a:close/>
                </a:path>
              </a:pathLst>
            </a:custGeom>
            <a:grpFill/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89" name="Freeform: Shape 88">
              <a:extLst>
                <a:ext uri="{FF2B5EF4-FFF2-40B4-BE49-F238E27FC236}">
                  <a16:creationId xmlns:a16="http://schemas.microsoft.com/office/drawing/2014/main" id="{F6417E45-D7FC-40B8-AD49-941B28D18CAE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6444429" y="3126242"/>
              <a:ext cx="14096" cy="14097"/>
            </a:xfrm>
            <a:custGeom>
              <a:avLst/>
              <a:gdLst>
                <a:gd name="connsiteX0" fmla="*/ 14097 w 14096"/>
                <a:gd name="connsiteY0" fmla="*/ 7049 h 14097"/>
                <a:gd name="connsiteX1" fmla="*/ 7048 w 14096"/>
                <a:gd name="connsiteY1" fmla="*/ 14097 h 14097"/>
                <a:gd name="connsiteX2" fmla="*/ 0 w 14096"/>
                <a:gd name="connsiteY2" fmla="*/ 7049 h 14097"/>
                <a:gd name="connsiteX3" fmla="*/ 7048 w 14096"/>
                <a:gd name="connsiteY3" fmla="*/ 0 h 14097"/>
                <a:gd name="connsiteX4" fmla="*/ 14097 w 14096"/>
                <a:gd name="connsiteY4" fmla="*/ 7049 h 14097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14096" h="14097">
                  <a:moveTo>
                    <a:pt x="14097" y="7049"/>
                  </a:moveTo>
                  <a:cubicBezTo>
                    <a:pt x="14097" y="10954"/>
                    <a:pt x="10954" y="14097"/>
                    <a:pt x="7048" y="14097"/>
                  </a:cubicBezTo>
                  <a:cubicBezTo>
                    <a:pt x="3143" y="14097"/>
                    <a:pt x="0" y="10954"/>
                    <a:pt x="0" y="7049"/>
                  </a:cubicBezTo>
                  <a:cubicBezTo>
                    <a:pt x="0" y="3143"/>
                    <a:pt x="3143" y="0"/>
                    <a:pt x="7048" y="0"/>
                  </a:cubicBezTo>
                  <a:cubicBezTo>
                    <a:pt x="10954" y="0"/>
                    <a:pt x="14097" y="3143"/>
                    <a:pt x="14097" y="7049"/>
                  </a:cubicBezTo>
                  <a:close/>
                </a:path>
              </a:pathLst>
            </a:custGeom>
            <a:grpFill/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90" name="Freeform: Shape 89">
              <a:extLst>
                <a:ext uri="{FF2B5EF4-FFF2-40B4-BE49-F238E27FC236}">
                  <a16:creationId xmlns:a16="http://schemas.microsoft.com/office/drawing/2014/main" id="{2A8D1963-0C59-476C-AAFA-A7AF4FF508FE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6148487" y="3185391"/>
              <a:ext cx="14097" cy="14096"/>
            </a:xfrm>
            <a:custGeom>
              <a:avLst/>
              <a:gdLst>
                <a:gd name="connsiteX0" fmla="*/ 14097 w 14097"/>
                <a:gd name="connsiteY0" fmla="*/ 7048 h 14096"/>
                <a:gd name="connsiteX1" fmla="*/ 7049 w 14097"/>
                <a:gd name="connsiteY1" fmla="*/ 14097 h 14096"/>
                <a:gd name="connsiteX2" fmla="*/ 0 w 14097"/>
                <a:gd name="connsiteY2" fmla="*/ 7048 h 14096"/>
                <a:gd name="connsiteX3" fmla="*/ 7049 w 14097"/>
                <a:gd name="connsiteY3" fmla="*/ 0 h 14096"/>
                <a:gd name="connsiteX4" fmla="*/ 14097 w 14097"/>
                <a:gd name="connsiteY4" fmla="*/ 7048 h 1409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14097" h="14096">
                  <a:moveTo>
                    <a:pt x="14097" y="7048"/>
                  </a:moveTo>
                  <a:cubicBezTo>
                    <a:pt x="14097" y="10954"/>
                    <a:pt x="10954" y="14097"/>
                    <a:pt x="7049" y="14097"/>
                  </a:cubicBezTo>
                  <a:cubicBezTo>
                    <a:pt x="3143" y="14097"/>
                    <a:pt x="0" y="10954"/>
                    <a:pt x="0" y="7048"/>
                  </a:cubicBezTo>
                  <a:cubicBezTo>
                    <a:pt x="0" y="3143"/>
                    <a:pt x="3143" y="0"/>
                    <a:pt x="7049" y="0"/>
                  </a:cubicBezTo>
                  <a:cubicBezTo>
                    <a:pt x="10954" y="0"/>
                    <a:pt x="14097" y="3143"/>
                    <a:pt x="14097" y="7048"/>
                  </a:cubicBezTo>
                  <a:close/>
                </a:path>
              </a:pathLst>
            </a:custGeom>
            <a:grpFill/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91" name="Freeform: Shape 90">
              <a:extLst>
                <a:ext uri="{FF2B5EF4-FFF2-40B4-BE49-F238E27FC236}">
                  <a16:creationId xmlns:a16="http://schemas.microsoft.com/office/drawing/2014/main" id="{6BE777A9-EC29-46FC-AD21-AC7FD89B1358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6207638" y="3185391"/>
              <a:ext cx="14096" cy="14096"/>
            </a:xfrm>
            <a:custGeom>
              <a:avLst/>
              <a:gdLst>
                <a:gd name="connsiteX0" fmla="*/ 14097 w 14096"/>
                <a:gd name="connsiteY0" fmla="*/ 7048 h 14096"/>
                <a:gd name="connsiteX1" fmla="*/ 7048 w 14096"/>
                <a:gd name="connsiteY1" fmla="*/ 14097 h 14096"/>
                <a:gd name="connsiteX2" fmla="*/ 0 w 14096"/>
                <a:gd name="connsiteY2" fmla="*/ 7048 h 14096"/>
                <a:gd name="connsiteX3" fmla="*/ 7048 w 14096"/>
                <a:gd name="connsiteY3" fmla="*/ 0 h 14096"/>
                <a:gd name="connsiteX4" fmla="*/ 14097 w 14096"/>
                <a:gd name="connsiteY4" fmla="*/ 7048 h 1409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14096" h="14096">
                  <a:moveTo>
                    <a:pt x="14097" y="7048"/>
                  </a:moveTo>
                  <a:cubicBezTo>
                    <a:pt x="14097" y="10954"/>
                    <a:pt x="10954" y="14097"/>
                    <a:pt x="7048" y="14097"/>
                  </a:cubicBezTo>
                  <a:cubicBezTo>
                    <a:pt x="3143" y="14097"/>
                    <a:pt x="0" y="10954"/>
                    <a:pt x="0" y="7048"/>
                  </a:cubicBezTo>
                  <a:cubicBezTo>
                    <a:pt x="0" y="3143"/>
                    <a:pt x="3143" y="0"/>
                    <a:pt x="7048" y="0"/>
                  </a:cubicBezTo>
                  <a:cubicBezTo>
                    <a:pt x="10954" y="0"/>
                    <a:pt x="14097" y="3143"/>
                    <a:pt x="14097" y="7048"/>
                  </a:cubicBezTo>
                  <a:close/>
                </a:path>
              </a:pathLst>
            </a:custGeom>
            <a:grpFill/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92" name="Freeform: Shape 91">
              <a:extLst>
                <a:ext uri="{FF2B5EF4-FFF2-40B4-BE49-F238E27FC236}">
                  <a16:creationId xmlns:a16="http://schemas.microsoft.com/office/drawing/2014/main" id="{C63BA1CE-93FB-42C7-8381-765E50023224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6266883" y="3185391"/>
              <a:ext cx="14096" cy="14096"/>
            </a:xfrm>
            <a:custGeom>
              <a:avLst/>
              <a:gdLst>
                <a:gd name="connsiteX0" fmla="*/ 14097 w 14096"/>
                <a:gd name="connsiteY0" fmla="*/ 7048 h 14096"/>
                <a:gd name="connsiteX1" fmla="*/ 7049 w 14096"/>
                <a:gd name="connsiteY1" fmla="*/ 14097 h 14096"/>
                <a:gd name="connsiteX2" fmla="*/ 0 w 14096"/>
                <a:gd name="connsiteY2" fmla="*/ 7048 h 14096"/>
                <a:gd name="connsiteX3" fmla="*/ 7049 w 14096"/>
                <a:gd name="connsiteY3" fmla="*/ 0 h 14096"/>
                <a:gd name="connsiteX4" fmla="*/ 14097 w 14096"/>
                <a:gd name="connsiteY4" fmla="*/ 7048 h 1409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14096" h="14096">
                  <a:moveTo>
                    <a:pt x="14097" y="7048"/>
                  </a:moveTo>
                  <a:cubicBezTo>
                    <a:pt x="14097" y="10954"/>
                    <a:pt x="10954" y="14097"/>
                    <a:pt x="7049" y="14097"/>
                  </a:cubicBezTo>
                  <a:cubicBezTo>
                    <a:pt x="3143" y="14097"/>
                    <a:pt x="0" y="10954"/>
                    <a:pt x="0" y="7048"/>
                  </a:cubicBezTo>
                  <a:cubicBezTo>
                    <a:pt x="0" y="3143"/>
                    <a:pt x="3143" y="0"/>
                    <a:pt x="7049" y="0"/>
                  </a:cubicBezTo>
                  <a:cubicBezTo>
                    <a:pt x="10859" y="0"/>
                    <a:pt x="14097" y="3143"/>
                    <a:pt x="14097" y="7048"/>
                  </a:cubicBezTo>
                  <a:close/>
                </a:path>
              </a:pathLst>
            </a:custGeom>
            <a:grpFill/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93" name="Freeform: Shape 92">
              <a:extLst>
                <a:ext uri="{FF2B5EF4-FFF2-40B4-BE49-F238E27FC236}">
                  <a16:creationId xmlns:a16="http://schemas.microsoft.com/office/drawing/2014/main" id="{7F30F275-ADC8-4FD1-8B4B-673B37517B2F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6326033" y="3185391"/>
              <a:ext cx="14096" cy="14096"/>
            </a:xfrm>
            <a:custGeom>
              <a:avLst/>
              <a:gdLst>
                <a:gd name="connsiteX0" fmla="*/ 14097 w 14096"/>
                <a:gd name="connsiteY0" fmla="*/ 7048 h 14096"/>
                <a:gd name="connsiteX1" fmla="*/ 7048 w 14096"/>
                <a:gd name="connsiteY1" fmla="*/ 14097 h 14096"/>
                <a:gd name="connsiteX2" fmla="*/ 0 w 14096"/>
                <a:gd name="connsiteY2" fmla="*/ 7048 h 14096"/>
                <a:gd name="connsiteX3" fmla="*/ 7048 w 14096"/>
                <a:gd name="connsiteY3" fmla="*/ 0 h 14096"/>
                <a:gd name="connsiteX4" fmla="*/ 14097 w 14096"/>
                <a:gd name="connsiteY4" fmla="*/ 7048 h 1409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14096" h="14096">
                  <a:moveTo>
                    <a:pt x="14097" y="7048"/>
                  </a:moveTo>
                  <a:cubicBezTo>
                    <a:pt x="14097" y="10954"/>
                    <a:pt x="10954" y="14097"/>
                    <a:pt x="7048" y="14097"/>
                  </a:cubicBezTo>
                  <a:cubicBezTo>
                    <a:pt x="3143" y="14097"/>
                    <a:pt x="0" y="10954"/>
                    <a:pt x="0" y="7048"/>
                  </a:cubicBezTo>
                  <a:cubicBezTo>
                    <a:pt x="0" y="3143"/>
                    <a:pt x="3143" y="0"/>
                    <a:pt x="7048" y="0"/>
                  </a:cubicBezTo>
                  <a:cubicBezTo>
                    <a:pt x="10954" y="0"/>
                    <a:pt x="14097" y="3143"/>
                    <a:pt x="14097" y="7048"/>
                  </a:cubicBezTo>
                  <a:close/>
                </a:path>
              </a:pathLst>
            </a:custGeom>
            <a:grpFill/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94" name="Freeform: Shape 93">
              <a:extLst>
                <a:ext uri="{FF2B5EF4-FFF2-40B4-BE49-F238E27FC236}">
                  <a16:creationId xmlns:a16="http://schemas.microsoft.com/office/drawing/2014/main" id="{DB20529C-F2DD-4607-8DEE-19A9329686A8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6385279" y="3185391"/>
              <a:ext cx="14096" cy="14096"/>
            </a:xfrm>
            <a:custGeom>
              <a:avLst/>
              <a:gdLst>
                <a:gd name="connsiteX0" fmla="*/ 14097 w 14096"/>
                <a:gd name="connsiteY0" fmla="*/ 7048 h 14096"/>
                <a:gd name="connsiteX1" fmla="*/ 7048 w 14096"/>
                <a:gd name="connsiteY1" fmla="*/ 14097 h 14096"/>
                <a:gd name="connsiteX2" fmla="*/ 0 w 14096"/>
                <a:gd name="connsiteY2" fmla="*/ 7048 h 14096"/>
                <a:gd name="connsiteX3" fmla="*/ 7048 w 14096"/>
                <a:gd name="connsiteY3" fmla="*/ 0 h 14096"/>
                <a:gd name="connsiteX4" fmla="*/ 14097 w 14096"/>
                <a:gd name="connsiteY4" fmla="*/ 7048 h 1409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14096" h="14096">
                  <a:moveTo>
                    <a:pt x="14097" y="7048"/>
                  </a:moveTo>
                  <a:cubicBezTo>
                    <a:pt x="14097" y="10954"/>
                    <a:pt x="10954" y="14097"/>
                    <a:pt x="7048" y="14097"/>
                  </a:cubicBezTo>
                  <a:cubicBezTo>
                    <a:pt x="3143" y="14097"/>
                    <a:pt x="0" y="10954"/>
                    <a:pt x="0" y="7048"/>
                  </a:cubicBezTo>
                  <a:cubicBezTo>
                    <a:pt x="0" y="3143"/>
                    <a:pt x="3143" y="0"/>
                    <a:pt x="7048" y="0"/>
                  </a:cubicBezTo>
                  <a:cubicBezTo>
                    <a:pt x="10858" y="0"/>
                    <a:pt x="14097" y="3143"/>
                    <a:pt x="14097" y="7048"/>
                  </a:cubicBezTo>
                  <a:close/>
                </a:path>
              </a:pathLst>
            </a:custGeom>
            <a:grpFill/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95" name="Freeform: Shape 94">
              <a:extLst>
                <a:ext uri="{FF2B5EF4-FFF2-40B4-BE49-F238E27FC236}">
                  <a16:creationId xmlns:a16="http://schemas.microsoft.com/office/drawing/2014/main" id="{B8029A9A-DFF9-49CE-8CEE-95A6695F3960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6444429" y="3185391"/>
              <a:ext cx="14096" cy="14097"/>
            </a:xfrm>
            <a:custGeom>
              <a:avLst/>
              <a:gdLst>
                <a:gd name="connsiteX0" fmla="*/ 14097 w 14096"/>
                <a:gd name="connsiteY0" fmla="*/ 7049 h 14097"/>
                <a:gd name="connsiteX1" fmla="*/ 7048 w 14096"/>
                <a:gd name="connsiteY1" fmla="*/ 14097 h 14097"/>
                <a:gd name="connsiteX2" fmla="*/ 0 w 14096"/>
                <a:gd name="connsiteY2" fmla="*/ 7049 h 14097"/>
                <a:gd name="connsiteX3" fmla="*/ 7048 w 14096"/>
                <a:gd name="connsiteY3" fmla="*/ 0 h 14097"/>
                <a:gd name="connsiteX4" fmla="*/ 14097 w 14096"/>
                <a:gd name="connsiteY4" fmla="*/ 7049 h 14097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14096" h="14097">
                  <a:moveTo>
                    <a:pt x="14097" y="7049"/>
                  </a:moveTo>
                  <a:cubicBezTo>
                    <a:pt x="14097" y="10941"/>
                    <a:pt x="10941" y="14097"/>
                    <a:pt x="7048" y="14097"/>
                  </a:cubicBezTo>
                  <a:cubicBezTo>
                    <a:pt x="3156" y="14097"/>
                    <a:pt x="0" y="10941"/>
                    <a:pt x="0" y="7049"/>
                  </a:cubicBezTo>
                  <a:cubicBezTo>
                    <a:pt x="0" y="3156"/>
                    <a:pt x="3156" y="0"/>
                    <a:pt x="7048" y="0"/>
                  </a:cubicBezTo>
                  <a:cubicBezTo>
                    <a:pt x="10941" y="0"/>
                    <a:pt x="14097" y="3156"/>
                    <a:pt x="14097" y="7049"/>
                  </a:cubicBezTo>
                  <a:close/>
                </a:path>
              </a:pathLst>
            </a:custGeom>
            <a:grpFill/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96" name="Freeform: Shape 95">
              <a:extLst>
                <a:ext uri="{FF2B5EF4-FFF2-40B4-BE49-F238E27FC236}">
                  <a16:creationId xmlns:a16="http://schemas.microsoft.com/office/drawing/2014/main" id="{6822C2EC-B05D-4CE6-9D59-164769D0ED17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6148487" y="3244634"/>
              <a:ext cx="14097" cy="14099"/>
            </a:xfrm>
            <a:custGeom>
              <a:avLst/>
              <a:gdLst>
                <a:gd name="connsiteX0" fmla="*/ 14097 w 14097"/>
                <a:gd name="connsiteY0" fmla="*/ 7051 h 14099"/>
                <a:gd name="connsiteX1" fmla="*/ 7049 w 14097"/>
                <a:gd name="connsiteY1" fmla="*/ 14099 h 14099"/>
                <a:gd name="connsiteX2" fmla="*/ 0 w 14097"/>
                <a:gd name="connsiteY2" fmla="*/ 7051 h 14099"/>
                <a:gd name="connsiteX3" fmla="*/ 7049 w 14097"/>
                <a:gd name="connsiteY3" fmla="*/ 2 h 14099"/>
                <a:gd name="connsiteX4" fmla="*/ 14097 w 14097"/>
                <a:gd name="connsiteY4" fmla="*/ 7051 h 14099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14097" h="14099">
                  <a:moveTo>
                    <a:pt x="14097" y="7051"/>
                  </a:moveTo>
                  <a:cubicBezTo>
                    <a:pt x="14097" y="10956"/>
                    <a:pt x="10954" y="14099"/>
                    <a:pt x="7049" y="14099"/>
                  </a:cubicBezTo>
                  <a:cubicBezTo>
                    <a:pt x="3143" y="14099"/>
                    <a:pt x="0" y="10956"/>
                    <a:pt x="0" y="7051"/>
                  </a:cubicBezTo>
                  <a:cubicBezTo>
                    <a:pt x="0" y="3145"/>
                    <a:pt x="3143" y="2"/>
                    <a:pt x="7049" y="2"/>
                  </a:cubicBezTo>
                  <a:cubicBezTo>
                    <a:pt x="10954" y="-93"/>
                    <a:pt x="14097" y="3145"/>
                    <a:pt x="14097" y="7051"/>
                  </a:cubicBezTo>
                  <a:close/>
                </a:path>
              </a:pathLst>
            </a:custGeom>
            <a:grpFill/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97" name="Freeform: Shape 96">
              <a:extLst>
                <a:ext uri="{FF2B5EF4-FFF2-40B4-BE49-F238E27FC236}">
                  <a16:creationId xmlns:a16="http://schemas.microsoft.com/office/drawing/2014/main" id="{53A0760F-F576-4A97-94AF-8BBE590844EC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6207638" y="3244634"/>
              <a:ext cx="14096" cy="14099"/>
            </a:xfrm>
            <a:custGeom>
              <a:avLst/>
              <a:gdLst>
                <a:gd name="connsiteX0" fmla="*/ 14097 w 14096"/>
                <a:gd name="connsiteY0" fmla="*/ 7051 h 14099"/>
                <a:gd name="connsiteX1" fmla="*/ 7048 w 14096"/>
                <a:gd name="connsiteY1" fmla="*/ 14099 h 14099"/>
                <a:gd name="connsiteX2" fmla="*/ 0 w 14096"/>
                <a:gd name="connsiteY2" fmla="*/ 7051 h 14099"/>
                <a:gd name="connsiteX3" fmla="*/ 7048 w 14096"/>
                <a:gd name="connsiteY3" fmla="*/ 2 h 14099"/>
                <a:gd name="connsiteX4" fmla="*/ 14097 w 14096"/>
                <a:gd name="connsiteY4" fmla="*/ 7051 h 14099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14096" h="14099">
                  <a:moveTo>
                    <a:pt x="14097" y="7051"/>
                  </a:moveTo>
                  <a:cubicBezTo>
                    <a:pt x="14097" y="10956"/>
                    <a:pt x="10954" y="14099"/>
                    <a:pt x="7048" y="14099"/>
                  </a:cubicBezTo>
                  <a:cubicBezTo>
                    <a:pt x="3143" y="14099"/>
                    <a:pt x="0" y="10956"/>
                    <a:pt x="0" y="7051"/>
                  </a:cubicBezTo>
                  <a:cubicBezTo>
                    <a:pt x="0" y="3145"/>
                    <a:pt x="3143" y="2"/>
                    <a:pt x="7048" y="2"/>
                  </a:cubicBezTo>
                  <a:cubicBezTo>
                    <a:pt x="10954" y="-93"/>
                    <a:pt x="14097" y="3145"/>
                    <a:pt x="14097" y="7051"/>
                  </a:cubicBezTo>
                  <a:close/>
                </a:path>
              </a:pathLst>
            </a:custGeom>
            <a:grpFill/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98" name="Freeform: Shape 97">
              <a:extLst>
                <a:ext uri="{FF2B5EF4-FFF2-40B4-BE49-F238E27FC236}">
                  <a16:creationId xmlns:a16="http://schemas.microsoft.com/office/drawing/2014/main" id="{CA76721C-646A-4910-AD1A-BE6B67767CA8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6266883" y="3244634"/>
              <a:ext cx="14096" cy="14099"/>
            </a:xfrm>
            <a:custGeom>
              <a:avLst/>
              <a:gdLst>
                <a:gd name="connsiteX0" fmla="*/ 14097 w 14096"/>
                <a:gd name="connsiteY0" fmla="*/ 7051 h 14099"/>
                <a:gd name="connsiteX1" fmla="*/ 7049 w 14096"/>
                <a:gd name="connsiteY1" fmla="*/ 14099 h 14099"/>
                <a:gd name="connsiteX2" fmla="*/ 0 w 14096"/>
                <a:gd name="connsiteY2" fmla="*/ 7051 h 14099"/>
                <a:gd name="connsiteX3" fmla="*/ 7049 w 14096"/>
                <a:gd name="connsiteY3" fmla="*/ 2 h 14099"/>
                <a:gd name="connsiteX4" fmla="*/ 14097 w 14096"/>
                <a:gd name="connsiteY4" fmla="*/ 7051 h 14099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14096" h="14099">
                  <a:moveTo>
                    <a:pt x="14097" y="7051"/>
                  </a:moveTo>
                  <a:cubicBezTo>
                    <a:pt x="14097" y="10956"/>
                    <a:pt x="10954" y="14099"/>
                    <a:pt x="7049" y="14099"/>
                  </a:cubicBezTo>
                  <a:cubicBezTo>
                    <a:pt x="3143" y="14099"/>
                    <a:pt x="0" y="10956"/>
                    <a:pt x="0" y="7051"/>
                  </a:cubicBezTo>
                  <a:cubicBezTo>
                    <a:pt x="0" y="3145"/>
                    <a:pt x="3143" y="2"/>
                    <a:pt x="7049" y="2"/>
                  </a:cubicBezTo>
                  <a:cubicBezTo>
                    <a:pt x="10859" y="-93"/>
                    <a:pt x="14097" y="3145"/>
                    <a:pt x="14097" y="7051"/>
                  </a:cubicBezTo>
                  <a:close/>
                </a:path>
              </a:pathLst>
            </a:custGeom>
            <a:grpFill/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99" name="Freeform: Shape 98">
              <a:extLst>
                <a:ext uri="{FF2B5EF4-FFF2-40B4-BE49-F238E27FC236}">
                  <a16:creationId xmlns:a16="http://schemas.microsoft.com/office/drawing/2014/main" id="{065D4766-CAEC-4074-A9E2-6110A1238964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6326033" y="3244634"/>
              <a:ext cx="14096" cy="14099"/>
            </a:xfrm>
            <a:custGeom>
              <a:avLst/>
              <a:gdLst>
                <a:gd name="connsiteX0" fmla="*/ 14097 w 14096"/>
                <a:gd name="connsiteY0" fmla="*/ 7051 h 14099"/>
                <a:gd name="connsiteX1" fmla="*/ 7048 w 14096"/>
                <a:gd name="connsiteY1" fmla="*/ 14099 h 14099"/>
                <a:gd name="connsiteX2" fmla="*/ 0 w 14096"/>
                <a:gd name="connsiteY2" fmla="*/ 7051 h 14099"/>
                <a:gd name="connsiteX3" fmla="*/ 7048 w 14096"/>
                <a:gd name="connsiteY3" fmla="*/ 2 h 14099"/>
                <a:gd name="connsiteX4" fmla="*/ 14097 w 14096"/>
                <a:gd name="connsiteY4" fmla="*/ 7051 h 14099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14096" h="14099">
                  <a:moveTo>
                    <a:pt x="14097" y="7051"/>
                  </a:moveTo>
                  <a:cubicBezTo>
                    <a:pt x="14097" y="10956"/>
                    <a:pt x="10954" y="14099"/>
                    <a:pt x="7048" y="14099"/>
                  </a:cubicBezTo>
                  <a:cubicBezTo>
                    <a:pt x="3143" y="14099"/>
                    <a:pt x="0" y="10956"/>
                    <a:pt x="0" y="7051"/>
                  </a:cubicBezTo>
                  <a:cubicBezTo>
                    <a:pt x="0" y="3145"/>
                    <a:pt x="3143" y="2"/>
                    <a:pt x="7048" y="2"/>
                  </a:cubicBezTo>
                  <a:cubicBezTo>
                    <a:pt x="10954" y="-93"/>
                    <a:pt x="14097" y="3145"/>
                    <a:pt x="14097" y="7051"/>
                  </a:cubicBezTo>
                  <a:close/>
                </a:path>
              </a:pathLst>
            </a:custGeom>
            <a:grpFill/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100" name="Freeform: Shape 99">
              <a:extLst>
                <a:ext uri="{FF2B5EF4-FFF2-40B4-BE49-F238E27FC236}">
                  <a16:creationId xmlns:a16="http://schemas.microsoft.com/office/drawing/2014/main" id="{4F1A0AC6-319D-49D8-A4FB-17A70E8E8982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6385279" y="3244634"/>
              <a:ext cx="14096" cy="14099"/>
            </a:xfrm>
            <a:custGeom>
              <a:avLst/>
              <a:gdLst>
                <a:gd name="connsiteX0" fmla="*/ 14097 w 14096"/>
                <a:gd name="connsiteY0" fmla="*/ 7051 h 14099"/>
                <a:gd name="connsiteX1" fmla="*/ 7048 w 14096"/>
                <a:gd name="connsiteY1" fmla="*/ 14099 h 14099"/>
                <a:gd name="connsiteX2" fmla="*/ 0 w 14096"/>
                <a:gd name="connsiteY2" fmla="*/ 7051 h 14099"/>
                <a:gd name="connsiteX3" fmla="*/ 7048 w 14096"/>
                <a:gd name="connsiteY3" fmla="*/ 2 h 14099"/>
                <a:gd name="connsiteX4" fmla="*/ 14097 w 14096"/>
                <a:gd name="connsiteY4" fmla="*/ 7051 h 14099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14096" h="14099">
                  <a:moveTo>
                    <a:pt x="14097" y="7051"/>
                  </a:moveTo>
                  <a:cubicBezTo>
                    <a:pt x="14097" y="10956"/>
                    <a:pt x="10954" y="14099"/>
                    <a:pt x="7048" y="14099"/>
                  </a:cubicBezTo>
                  <a:cubicBezTo>
                    <a:pt x="3143" y="14099"/>
                    <a:pt x="0" y="10956"/>
                    <a:pt x="0" y="7051"/>
                  </a:cubicBezTo>
                  <a:cubicBezTo>
                    <a:pt x="0" y="3145"/>
                    <a:pt x="3143" y="2"/>
                    <a:pt x="7048" y="2"/>
                  </a:cubicBezTo>
                  <a:cubicBezTo>
                    <a:pt x="10858" y="-93"/>
                    <a:pt x="14097" y="3145"/>
                    <a:pt x="14097" y="7051"/>
                  </a:cubicBezTo>
                  <a:close/>
                </a:path>
              </a:pathLst>
            </a:custGeom>
            <a:grpFill/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101" name="Freeform: Shape 100">
              <a:extLst>
                <a:ext uri="{FF2B5EF4-FFF2-40B4-BE49-F238E27FC236}">
                  <a16:creationId xmlns:a16="http://schemas.microsoft.com/office/drawing/2014/main" id="{79502B48-2B92-45BF-B9AC-1102B380782B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6444429" y="3244636"/>
              <a:ext cx="14096" cy="14096"/>
            </a:xfrm>
            <a:custGeom>
              <a:avLst/>
              <a:gdLst>
                <a:gd name="connsiteX0" fmla="*/ 14097 w 14096"/>
                <a:gd name="connsiteY0" fmla="*/ 7048 h 14096"/>
                <a:gd name="connsiteX1" fmla="*/ 7048 w 14096"/>
                <a:gd name="connsiteY1" fmla="*/ 14097 h 14096"/>
                <a:gd name="connsiteX2" fmla="*/ 0 w 14096"/>
                <a:gd name="connsiteY2" fmla="*/ 7048 h 14096"/>
                <a:gd name="connsiteX3" fmla="*/ 7048 w 14096"/>
                <a:gd name="connsiteY3" fmla="*/ 0 h 14096"/>
                <a:gd name="connsiteX4" fmla="*/ 14097 w 14096"/>
                <a:gd name="connsiteY4" fmla="*/ 7048 h 1409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14096" h="14096">
                  <a:moveTo>
                    <a:pt x="14097" y="7048"/>
                  </a:moveTo>
                  <a:cubicBezTo>
                    <a:pt x="14097" y="10954"/>
                    <a:pt x="10954" y="14097"/>
                    <a:pt x="7048" y="14097"/>
                  </a:cubicBezTo>
                  <a:cubicBezTo>
                    <a:pt x="3143" y="14097"/>
                    <a:pt x="0" y="10954"/>
                    <a:pt x="0" y="7048"/>
                  </a:cubicBezTo>
                  <a:cubicBezTo>
                    <a:pt x="0" y="3143"/>
                    <a:pt x="3143" y="0"/>
                    <a:pt x="7048" y="0"/>
                  </a:cubicBezTo>
                  <a:cubicBezTo>
                    <a:pt x="10954" y="0"/>
                    <a:pt x="14097" y="3143"/>
                    <a:pt x="14097" y="7048"/>
                  </a:cubicBezTo>
                  <a:close/>
                </a:path>
              </a:pathLst>
            </a:custGeom>
            <a:grpFill/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102" name="Freeform: Shape 101">
              <a:extLst>
                <a:ext uri="{FF2B5EF4-FFF2-40B4-BE49-F238E27FC236}">
                  <a16:creationId xmlns:a16="http://schemas.microsoft.com/office/drawing/2014/main" id="{6363AFA7-321F-431C-B2FD-ADCB4D24BDDD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6148487" y="3303786"/>
              <a:ext cx="14097" cy="14096"/>
            </a:xfrm>
            <a:custGeom>
              <a:avLst/>
              <a:gdLst>
                <a:gd name="connsiteX0" fmla="*/ 14097 w 14097"/>
                <a:gd name="connsiteY0" fmla="*/ 7048 h 14096"/>
                <a:gd name="connsiteX1" fmla="*/ 7049 w 14097"/>
                <a:gd name="connsiteY1" fmla="*/ 14097 h 14096"/>
                <a:gd name="connsiteX2" fmla="*/ 0 w 14097"/>
                <a:gd name="connsiteY2" fmla="*/ 7048 h 14096"/>
                <a:gd name="connsiteX3" fmla="*/ 7049 w 14097"/>
                <a:gd name="connsiteY3" fmla="*/ 0 h 14096"/>
                <a:gd name="connsiteX4" fmla="*/ 14097 w 14097"/>
                <a:gd name="connsiteY4" fmla="*/ 7048 h 1409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14097" h="14096">
                  <a:moveTo>
                    <a:pt x="14097" y="7048"/>
                  </a:moveTo>
                  <a:cubicBezTo>
                    <a:pt x="14097" y="10954"/>
                    <a:pt x="10954" y="14097"/>
                    <a:pt x="7049" y="14097"/>
                  </a:cubicBezTo>
                  <a:cubicBezTo>
                    <a:pt x="3143" y="14097"/>
                    <a:pt x="0" y="10954"/>
                    <a:pt x="0" y="7048"/>
                  </a:cubicBezTo>
                  <a:cubicBezTo>
                    <a:pt x="0" y="3143"/>
                    <a:pt x="3143" y="0"/>
                    <a:pt x="7049" y="0"/>
                  </a:cubicBezTo>
                  <a:cubicBezTo>
                    <a:pt x="10954" y="0"/>
                    <a:pt x="14097" y="3143"/>
                    <a:pt x="14097" y="7048"/>
                  </a:cubicBezTo>
                  <a:close/>
                </a:path>
              </a:pathLst>
            </a:custGeom>
            <a:grpFill/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103" name="Freeform: Shape 102">
              <a:extLst>
                <a:ext uri="{FF2B5EF4-FFF2-40B4-BE49-F238E27FC236}">
                  <a16:creationId xmlns:a16="http://schemas.microsoft.com/office/drawing/2014/main" id="{33EDDE1B-7379-4973-8CFD-F3C737104D17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6207638" y="3303786"/>
              <a:ext cx="14096" cy="14096"/>
            </a:xfrm>
            <a:custGeom>
              <a:avLst/>
              <a:gdLst>
                <a:gd name="connsiteX0" fmla="*/ 14097 w 14096"/>
                <a:gd name="connsiteY0" fmla="*/ 7048 h 14096"/>
                <a:gd name="connsiteX1" fmla="*/ 7048 w 14096"/>
                <a:gd name="connsiteY1" fmla="*/ 14097 h 14096"/>
                <a:gd name="connsiteX2" fmla="*/ 0 w 14096"/>
                <a:gd name="connsiteY2" fmla="*/ 7048 h 14096"/>
                <a:gd name="connsiteX3" fmla="*/ 7048 w 14096"/>
                <a:gd name="connsiteY3" fmla="*/ 0 h 14096"/>
                <a:gd name="connsiteX4" fmla="*/ 14097 w 14096"/>
                <a:gd name="connsiteY4" fmla="*/ 7048 h 1409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14096" h="14096">
                  <a:moveTo>
                    <a:pt x="14097" y="7048"/>
                  </a:moveTo>
                  <a:cubicBezTo>
                    <a:pt x="14097" y="10954"/>
                    <a:pt x="10954" y="14097"/>
                    <a:pt x="7048" y="14097"/>
                  </a:cubicBezTo>
                  <a:cubicBezTo>
                    <a:pt x="3143" y="14097"/>
                    <a:pt x="0" y="10954"/>
                    <a:pt x="0" y="7048"/>
                  </a:cubicBezTo>
                  <a:cubicBezTo>
                    <a:pt x="0" y="3143"/>
                    <a:pt x="3143" y="0"/>
                    <a:pt x="7048" y="0"/>
                  </a:cubicBezTo>
                  <a:cubicBezTo>
                    <a:pt x="10954" y="0"/>
                    <a:pt x="14097" y="3143"/>
                    <a:pt x="14097" y="7048"/>
                  </a:cubicBezTo>
                  <a:close/>
                </a:path>
              </a:pathLst>
            </a:custGeom>
            <a:grpFill/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104" name="Freeform: Shape 103">
              <a:extLst>
                <a:ext uri="{FF2B5EF4-FFF2-40B4-BE49-F238E27FC236}">
                  <a16:creationId xmlns:a16="http://schemas.microsoft.com/office/drawing/2014/main" id="{1F20B58A-2DB8-46B2-9E93-9C8C817DCD69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6266883" y="3303786"/>
              <a:ext cx="14096" cy="14096"/>
            </a:xfrm>
            <a:custGeom>
              <a:avLst/>
              <a:gdLst>
                <a:gd name="connsiteX0" fmla="*/ 14097 w 14096"/>
                <a:gd name="connsiteY0" fmla="*/ 7048 h 14096"/>
                <a:gd name="connsiteX1" fmla="*/ 7049 w 14096"/>
                <a:gd name="connsiteY1" fmla="*/ 14097 h 14096"/>
                <a:gd name="connsiteX2" fmla="*/ 0 w 14096"/>
                <a:gd name="connsiteY2" fmla="*/ 7048 h 14096"/>
                <a:gd name="connsiteX3" fmla="*/ 7049 w 14096"/>
                <a:gd name="connsiteY3" fmla="*/ 0 h 14096"/>
                <a:gd name="connsiteX4" fmla="*/ 14097 w 14096"/>
                <a:gd name="connsiteY4" fmla="*/ 7048 h 1409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14096" h="14096">
                  <a:moveTo>
                    <a:pt x="14097" y="7048"/>
                  </a:moveTo>
                  <a:cubicBezTo>
                    <a:pt x="14097" y="10954"/>
                    <a:pt x="10954" y="14097"/>
                    <a:pt x="7049" y="14097"/>
                  </a:cubicBezTo>
                  <a:cubicBezTo>
                    <a:pt x="3143" y="14097"/>
                    <a:pt x="0" y="10954"/>
                    <a:pt x="0" y="7048"/>
                  </a:cubicBezTo>
                  <a:cubicBezTo>
                    <a:pt x="0" y="3143"/>
                    <a:pt x="3143" y="0"/>
                    <a:pt x="7049" y="0"/>
                  </a:cubicBezTo>
                  <a:cubicBezTo>
                    <a:pt x="10859" y="0"/>
                    <a:pt x="14097" y="3143"/>
                    <a:pt x="14097" y="7048"/>
                  </a:cubicBezTo>
                  <a:close/>
                </a:path>
              </a:pathLst>
            </a:custGeom>
            <a:grpFill/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105" name="Freeform: Shape 104">
              <a:extLst>
                <a:ext uri="{FF2B5EF4-FFF2-40B4-BE49-F238E27FC236}">
                  <a16:creationId xmlns:a16="http://schemas.microsoft.com/office/drawing/2014/main" id="{A5A3EF12-3DA1-4505-A44B-1B9634887369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6326033" y="3303786"/>
              <a:ext cx="14096" cy="14096"/>
            </a:xfrm>
            <a:custGeom>
              <a:avLst/>
              <a:gdLst>
                <a:gd name="connsiteX0" fmla="*/ 14097 w 14096"/>
                <a:gd name="connsiteY0" fmla="*/ 7048 h 14096"/>
                <a:gd name="connsiteX1" fmla="*/ 7048 w 14096"/>
                <a:gd name="connsiteY1" fmla="*/ 14097 h 14096"/>
                <a:gd name="connsiteX2" fmla="*/ 0 w 14096"/>
                <a:gd name="connsiteY2" fmla="*/ 7048 h 14096"/>
                <a:gd name="connsiteX3" fmla="*/ 7048 w 14096"/>
                <a:gd name="connsiteY3" fmla="*/ 0 h 14096"/>
                <a:gd name="connsiteX4" fmla="*/ 14097 w 14096"/>
                <a:gd name="connsiteY4" fmla="*/ 7048 h 1409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14096" h="14096">
                  <a:moveTo>
                    <a:pt x="14097" y="7048"/>
                  </a:moveTo>
                  <a:cubicBezTo>
                    <a:pt x="14097" y="10954"/>
                    <a:pt x="10954" y="14097"/>
                    <a:pt x="7048" y="14097"/>
                  </a:cubicBezTo>
                  <a:cubicBezTo>
                    <a:pt x="3143" y="14097"/>
                    <a:pt x="0" y="10954"/>
                    <a:pt x="0" y="7048"/>
                  </a:cubicBezTo>
                  <a:cubicBezTo>
                    <a:pt x="0" y="3143"/>
                    <a:pt x="3143" y="0"/>
                    <a:pt x="7048" y="0"/>
                  </a:cubicBezTo>
                  <a:cubicBezTo>
                    <a:pt x="10954" y="0"/>
                    <a:pt x="14097" y="3143"/>
                    <a:pt x="14097" y="7048"/>
                  </a:cubicBezTo>
                  <a:close/>
                </a:path>
              </a:pathLst>
            </a:custGeom>
            <a:grpFill/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106" name="Freeform: Shape 105">
              <a:extLst>
                <a:ext uri="{FF2B5EF4-FFF2-40B4-BE49-F238E27FC236}">
                  <a16:creationId xmlns:a16="http://schemas.microsoft.com/office/drawing/2014/main" id="{5B08812B-9264-47E7-8EC8-1233869F6BA3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6385279" y="3303786"/>
              <a:ext cx="14096" cy="14096"/>
            </a:xfrm>
            <a:custGeom>
              <a:avLst/>
              <a:gdLst>
                <a:gd name="connsiteX0" fmla="*/ 14097 w 14096"/>
                <a:gd name="connsiteY0" fmla="*/ 7048 h 14096"/>
                <a:gd name="connsiteX1" fmla="*/ 7048 w 14096"/>
                <a:gd name="connsiteY1" fmla="*/ 14097 h 14096"/>
                <a:gd name="connsiteX2" fmla="*/ 0 w 14096"/>
                <a:gd name="connsiteY2" fmla="*/ 7048 h 14096"/>
                <a:gd name="connsiteX3" fmla="*/ 7048 w 14096"/>
                <a:gd name="connsiteY3" fmla="*/ 0 h 14096"/>
                <a:gd name="connsiteX4" fmla="*/ 14097 w 14096"/>
                <a:gd name="connsiteY4" fmla="*/ 7048 h 1409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14096" h="14096">
                  <a:moveTo>
                    <a:pt x="14097" y="7048"/>
                  </a:moveTo>
                  <a:cubicBezTo>
                    <a:pt x="14097" y="10954"/>
                    <a:pt x="10954" y="14097"/>
                    <a:pt x="7048" y="14097"/>
                  </a:cubicBezTo>
                  <a:cubicBezTo>
                    <a:pt x="3143" y="14097"/>
                    <a:pt x="0" y="10954"/>
                    <a:pt x="0" y="7048"/>
                  </a:cubicBezTo>
                  <a:cubicBezTo>
                    <a:pt x="0" y="3143"/>
                    <a:pt x="3143" y="0"/>
                    <a:pt x="7048" y="0"/>
                  </a:cubicBezTo>
                  <a:cubicBezTo>
                    <a:pt x="10858" y="0"/>
                    <a:pt x="14097" y="3143"/>
                    <a:pt x="14097" y="7048"/>
                  </a:cubicBezTo>
                  <a:close/>
                </a:path>
              </a:pathLst>
            </a:custGeom>
            <a:grpFill/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107" name="Freeform: Shape 106">
              <a:extLst>
                <a:ext uri="{FF2B5EF4-FFF2-40B4-BE49-F238E27FC236}">
                  <a16:creationId xmlns:a16="http://schemas.microsoft.com/office/drawing/2014/main" id="{2A29F226-A243-410B-BEE4-EBA9DD76F8D2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6444429" y="3303785"/>
              <a:ext cx="14096" cy="14096"/>
            </a:xfrm>
            <a:custGeom>
              <a:avLst/>
              <a:gdLst>
                <a:gd name="connsiteX0" fmla="*/ 14097 w 14096"/>
                <a:gd name="connsiteY0" fmla="*/ 7048 h 14096"/>
                <a:gd name="connsiteX1" fmla="*/ 7048 w 14096"/>
                <a:gd name="connsiteY1" fmla="*/ 14097 h 14096"/>
                <a:gd name="connsiteX2" fmla="*/ 0 w 14096"/>
                <a:gd name="connsiteY2" fmla="*/ 7048 h 14096"/>
                <a:gd name="connsiteX3" fmla="*/ 7048 w 14096"/>
                <a:gd name="connsiteY3" fmla="*/ 0 h 14096"/>
                <a:gd name="connsiteX4" fmla="*/ 14097 w 14096"/>
                <a:gd name="connsiteY4" fmla="*/ 7048 h 1409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14096" h="14096">
                  <a:moveTo>
                    <a:pt x="14097" y="7048"/>
                  </a:moveTo>
                  <a:cubicBezTo>
                    <a:pt x="14097" y="10954"/>
                    <a:pt x="10954" y="14097"/>
                    <a:pt x="7048" y="14097"/>
                  </a:cubicBezTo>
                  <a:cubicBezTo>
                    <a:pt x="3143" y="14097"/>
                    <a:pt x="0" y="10954"/>
                    <a:pt x="0" y="7048"/>
                  </a:cubicBezTo>
                  <a:cubicBezTo>
                    <a:pt x="0" y="3143"/>
                    <a:pt x="3143" y="0"/>
                    <a:pt x="7048" y="0"/>
                  </a:cubicBezTo>
                  <a:cubicBezTo>
                    <a:pt x="10954" y="0"/>
                    <a:pt x="14097" y="3143"/>
                    <a:pt x="14097" y="7048"/>
                  </a:cubicBezTo>
                  <a:close/>
                </a:path>
              </a:pathLst>
            </a:custGeom>
            <a:grpFill/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108" name="Freeform: Shape 107">
              <a:extLst>
                <a:ext uri="{FF2B5EF4-FFF2-40B4-BE49-F238E27FC236}">
                  <a16:creationId xmlns:a16="http://schemas.microsoft.com/office/drawing/2014/main" id="{9DF57348-F837-475C-A7AA-3C7210041E32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6148487" y="3363028"/>
              <a:ext cx="14097" cy="14099"/>
            </a:xfrm>
            <a:custGeom>
              <a:avLst/>
              <a:gdLst>
                <a:gd name="connsiteX0" fmla="*/ 14097 w 14097"/>
                <a:gd name="connsiteY0" fmla="*/ 7051 h 14099"/>
                <a:gd name="connsiteX1" fmla="*/ 7049 w 14097"/>
                <a:gd name="connsiteY1" fmla="*/ 14099 h 14099"/>
                <a:gd name="connsiteX2" fmla="*/ 0 w 14097"/>
                <a:gd name="connsiteY2" fmla="*/ 7051 h 14099"/>
                <a:gd name="connsiteX3" fmla="*/ 7049 w 14097"/>
                <a:gd name="connsiteY3" fmla="*/ 2 h 14099"/>
                <a:gd name="connsiteX4" fmla="*/ 14097 w 14097"/>
                <a:gd name="connsiteY4" fmla="*/ 7051 h 14099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14097" h="14099">
                  <a:moveTo>
                    <a:pt x="14097" y="7051"/>
                  </a:moveTo>
                  <a:cubicBezTo>
                    <a:pt x="14097" y="10956"/>
                    <a:pt x="10954" y="14099"/>
                    <a:pt x="7049" y="14099"/>
                  </a:cubicBezTo>
                  <a:cubicBezTo>
                    <a:pt x="3143" y="14099"/>
                    <a:pt x="0" y="10956"/>
                    <a:pt x="0" y="7051"/>
                  </a:cubicBezTo>
                  <a:cubicBezTo>
                    <a:pt x="0" y="3145"/>
                    <a:pt x="3143" y="2"/>
                    <a:pt x="7049" y="2"/>
                  </a:cubicBezTo>
                  <a:cubicBezTo>
                    <a:pt x="10954" y="-93"/>
                    <a:pt x="14097" y="3145"/>
                    <a:pt x="14097" y="7051"/>
                  </a:cubicBezTo>
                  <a:close/>
                </a:path>
              </a:pathLst>
            </a:custGeom>
            <a:grpFill/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109" name="Freeform: Shape 108">
              <a:extLst>
                <a:ext uri="{FF2B5EF4-FFF2-40B4-BE49-F238E27FC236}">
                  <a16:creationId xmlns:a16="http://schemas.microsoft.com/office/drawing/2014/main" id="{1E41B89A-9A45-4947-ADB0-9400400498B5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6207638" y="3363028"/>
              <a:ext cx="14096" cy="14099"/>
            </a:xfrm>
            <a:custGeom>
              <a:avLst/>
              <a:gdLst>
                <a:gd name="connsiteX0" fmla="*/ 14097 w 14096"/>
                <a:gd name="connsiteY0" fmla="*/ 7051 h 14099"/>
                <a:gd name="connsiteX1" fmla="*/ 7048 w 14096"/>
                <a:gd name="connsiteY1" fmla="*/ 14099 h 14099"/>
                <a:gd name="connsiteX2" fmla="*/ 0 w 14096"/>
                <a:gd name="connsiteY2" fmla="*/ 7051 h 14099"/>
                <a:gd name="connsiteX3" fmla="*/ 7048 w 14096"/>
                <a:gd name="connsiteY3" fmla="*/ 2 h 14099"/>
                <a:gd name="connsiteX4" fmla="*/ 14097 w 14096"/>
                <a:gd name="connsiteY4" fmla="*/ 7051 h 14099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14096" h="14099">
                  <a:moveTo>
                    <a:pt x="14097" y="7051"/>
                  </a:moveTo>
                  <a:cubicBezTo>
                    <a:pt x="14097" y="10956"/>
                    <a:pt x="10954" y="14099"/>
                    <a:pt x="7048" y="14099"/>
                  </a:cubicBezTo>
                  <a:cubicBezTo>
                    <a:pt x="3143" y="14099"/>
                    <a:pt x="0" y="10956"/>
                    <a:pt x="0" y="7051"/>
                  </a:cubicBezTo>
                  <a:cubicBezTo>
                    <a:pt x="0" y="3145"/>
                    <a:pt x="3143" y="2"/>
                    <a:pt x="7048" y="2"/>
                  </a:cubicBezTo>
                  <a:cubicBezTo>
                    <a:pt x="10954" y="-93"/>
                    <a:pt x="14097" y="3145"/>
                    <a:pt x="14097" y="7051"/>
                  </a:cubicBezTo>
                  <a:close/>
                </a:path>
              </a:pathLst>
            </a:custGeom>
            <a:grpFill/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110" name="Freeform: Shape 109">
              <a:extLst>
                <a:ext uri="{FF2B5EF4-FFF2-40B4-BE49-F238E27FC236}">
                  <a16:creationId xmlns:a16="http://schemas.microsoft.com/office/drawing/2014/main" id="{6C1F1525-32BC-46E1-84E6-C2BB88730B84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6266883" y="3363028"/>
              <a:ext cx="14096" cy="14099"/>
            </a:xfrm>
            <a:custGeom>
              <a:avLst/>
              <a:gdLst>
                <a:gd name="connsiteX0" fmla="*/ 14097 w 14096"/>
                <a:gd name="connsiteY0" fmla="*/ 7051 h 14099"/>
                <a:gd name="connsiteX1" fmla="*/ 7049 w 14096"/>
                <a:gd name="connsiteY1" fmla="*/ 14099 h 14099"/>
                <a:gd name="connsiteX2" fmla="*/ 0 w 14096"/>
                <a:gd name="connsiteY2" fmla="*/ 7051 h 14099"/>
                <a:gd name="connsiteX3" fmla="*/ 7049 w 14096"/>
                <a:gd name="connsiteY3" fmla="*/ 2 h 14099"/>
                <a:gd name="connsiteX4" fmla="*/ 14097 w 14096"/>
                <a:gd name="connsiteY4" fmla="*/ 7051 h 14099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14096" h="14099">
                  <a:moveTo>
                    <a:pt x="14097" y="7051"/>
                  </a:moveTo>
                  <a:cubicBezTo>
                    <a:pt x="14097" y="10956"/>
                    <a:pt x="10954" y="14099"/>
                    <a:pt x="7049" y="14099"/>
                  </a:cubicBezTo>
                  <a:cubicBezTo>
                    <a:pt x="3143" y="14099"/>
                    <a:pt x="0" y="10956"/>
                    <a:pt x="0" y="7051"/>
                  </a:cubicBezTo>
                  <a:cubicBezTo>
                    <a:pt x="0" y="3145"/>
                    <a:pt x="3143" y="2"/>
                    <a:pt x="7049" y="2"/>
                  </a:cubicBezTo>
                  <a:cubicBezTo>
                    <a:pt x="10859" y="-93"/>
                    <a:pt x="14097" y="3145"/>
                    <a:pt x="14097" y="7051"/>
                  </a:cubicBezTo>
                  <a:close/>
                </a:path>
              </a:pathLst>
            </a:custGeom>
            <a:grpFill/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111" name="Freeform: Shape 110">
              <a:extLst>
                <a:ext uri="{FF2B5EF4-FFF2-40B4-BE49-F238E27FC236}">
                  <a16:creationId xmlns:a16="http://schemas.microsoft.com/office/drawing/2014/main" id="{C73A8972-BA44-40C6-B045-83E78C4D4A68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6326033" y="3363028"/>
              <a:ext cx="14096" cy="14099"/>
            </a:xfrm>
            <a:custGeom>
              <a:avLst/>
              <a:gdLst>
                <a:gd name="connsiteX0" fmla="*/ 14097 w 14096"/>
                <a:gd name="connsiteY0" fmla="*/ 7051 h 14099"/>
                <a:gd name="connsiteX1" fmla="*/ 7048 w 14096"/>
                <a:gd name="connsiteY1" fmla="*/ 14099 h 14099"/>
                <a:gd name="connsiteX2" fmla="*/ 0 w 14096"/>
                <a:gd name="connsiteY2" fmla="*/ 7051 h 14099"/>
                <a:gd name="connsiteX3" fmla="*/ 7048 w 14096"/>
                <a:gd name="connsiteY3" fmla="*/ 2 h 14099"/>
                <a:gd name="connsiteX4" fmla="*/ 14097 w 14096"/>
                <a:gd name="connsiteY4" fmla="*/ 7051 h 14099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14096" h="14099">
                  <a:moveTo>
                    <a:pt x="14097" y="7051"/>
                  </a:moveTo>
                  <a:cubicBezTo>
                    <a:pt x="14097" y="10956"/>
                    <a:pt x="10954" y="14099"/>
                    <a:pt x="7048" y="14099"/>
                  </a:cubicBezTo>
                  <a:cubicBezTo>
                    <a:pt x="3143" y="14099"/>
                    <a:pt x="0" y="10956"/>
                    <a:pt x="0" y="7051"/>
                  </a:cubicBezTo>
                  <a:cubicBezTo>
                    <a:pt x="0" y="3145"/>
                    <a:pt x="3143" y="2"/>
                    <a:pt x="7048" y="2"/>
                  </a:cubicBezTo>
                  <a:cubicBezTo>
                    <a:pt x="10954" y="-93"/>
                    <a:pt x="14097" y="3145"/>
                    <a:pt x="14097" y="7051"/>
                  </a:cubicBezTo>
                  <a:close/>
                </a:path>
              </a:pathLst>
            </a:custGeom>
            <a:grpFill/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112" name="Freeform: Shape 111">
              <a:extLst>
                <a:ext uri="{FF2B5EF4-FFF2-40B4-BE49-F238E27FC236}">
                  <a16:creationId xmlns:a16="http://schemas.microsoft.com/office/drawing/2014/main" id="{C196E956-03D1-4F79-826A-A2F5E3DEF18C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6385279" y="3363027"/>
              <a:ext cx="14096" cy="14099"/>
            </a:xfrm>
            <a:custGeom>
              <a:avLst/>
              <a:gdLst>
                <a:gd name="connsiteX0" fmla="*/ 14097 w 14096"/>
                <a:gd name="connsiteY0" fmla="*/ 7051 h 14099"/>
                <a:gd name="connsiteX1" fmla="*/ 7048 w 14096"/>
                <a:gd name="connsiteY1" fmla="*/ 14099 h 14099"/>
                <a:gd name="connsiteX2" fmla="*/ 0 w 14096"/>
                <a:gd name="connsiteY2" fmla="*/ 7051 h 14099"/>
                <a:gd name="connsiteX3" fmla="*/ 7048 w 14096"/>
                <a:gd name="connsiteY3" fmla="*/ 2 h 14099"/>
                <a:gd name="connsiteX4" fmla="*/ 14097 w 14096"/>
                <a:gd name="connsiteY4" fmla="*/ 7051 h 14099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14096" h="14099">
                  <a:moveTo>
                    <a:pt x="14097" y="7051"/>
                  </a:moveTo>
                  <a:cubicBezTo>
                    <a:pt x="14097" y="10956"/>
                    <a:pt x="10954" y="14099"/>
                    <a:pt x="7048" y="14099"/>
                  </a:cubicBezTo>
                  <a:cubicBezTo>
                    <a:pt x="3143" y="14099"/>
                    <a:pt x="0" y="10956"/>
                    <a:pt x="0" y="7051"/>
                  </a:cubicBezTo>
                  <a:cubicBezTo>
                    <a:pt x="0" y="3145"/>
                    <a:pt x="3143" y="2"/>
                    <a:pt x="7048" y="2"/>
                  </a:cubicBezTo>
                  <a:cubicBezTo>
                    <a:pt x="10858" y="-93"/>
                    <a:pt x="14097" y="3145"/>
                    <a:pt x="14097" y="7051"/>
                  </a:cubicBezTo>
                  <a:close/>
                </a:path>
              </a:pathLst>
            </a:custGeom>
            <a:grpFill/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113" name="Freeform: Shape 112">
              <a:extLst>
                <a:ext uri="{FF2B5EF4-FFF2-40B4-BE49-F238E27FC236}">
                  <a16:creationId xmlns:a16="http://schemas.microsoft.com/office/drawing/2014/main" id="{ADA7B07B-EAC8-4FA5-B14F-3ABF8BA7A272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6444429" y="3363029"/>
              <a:ext cx="14096" cy="14097"/>
            </a:xfrm>
            <a:custGeom>
              <a:avLst/>
              <a:gdLst>
                <a:gd name="connsiteX0" fmla="*/ 14097 w 14096"/>
                <a:gd name="connsiteY0" fmla="*/ 7048 h 14097"/>
                <a:gd name="connsiteX1" fmla="*/ 7048 w 14096"/>
                <a:gd name="connsiteY1" fmla="*/ 14097 h 14097"/>
                <a:gd name="connsiteX2" fmla="*/ 0 w 14096"/>
                <a:gd name="connsiteY2" fmla="*/ 7048 h 14097"/>
                <a:gd name="connsiteX3" fmla="*/ 7048 w 14096"/>
                <a:gd name="connsiteY3" fmla="*/ 0 h 14097"/>
                <a:gd name="connsiteX4" fmla="*/ 14097 w 14096"/>
                <a:gd name="connsiteY4" fmla="*/ 7048 h 14097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14096" h="14097">
                  <a:moveTo>
                    <a:pt x="14097" y="7048"/>
                  </a:moveTo>
                  <a:cubicBezTo>
                    <a:pt x="14097" y="10954"/>
                    <a:pt x="10954" y="14097"/>
                    <a:pt x="7048" y="14097"/>
                  </a:cubicBezTo>
                  <a:cubicBezTo>
                    <a:pt x="3143" y="14097"/>
                    <a:pt x="0" y="10954"/>
                    <a:pt x="0" y="7048"/>
                  </a:cubicBezTo>
                  <a:cubicBezTo>
                    <a:pt x="0" y="3143"/>
                    <a:pt x="3143" y="0"/>
                    <a:pt x="7048" y="0"/>
                  </a:cubicBezTo>
                  <a:cubicBezTo>
                    <a:pt x="10954" y="0"/>
                    <a:pt x="14097" y="3143"/>
                    <a:pt x="14097" y="7048"/>
                  </a:cubicBezTo>
                  <a:close/>
                </a:path>
              </a:pathLst>
            </a:custGeom>
            <a:grpFill/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114" name="Freeform: Shape 113">
              <a:extLst>
                <a:ext uri="{FF2B5EF4-FFF2-40B4-BE49-F238E27FC236}">
                  <a16:creationId xmlns:a16="http://schemas.microsoft.com/office/drawing/2014/main" id="{93C28672-FF9E-4FE0-AC47-2FDD26CD7564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6148487" y="3422179"/>
              <a:ext cx="14097" cy="14096"/>
            </a:xfrm>
            <a:custGeom>
              <a:avLst/>
              <a:gdLst>
                <a:gd name="connsiteX0" fmla="*/ 14097 w 14097"/>
                <a:gd name="connsiteY0" fmla="*/ 7048 h 14096"/>
                <a:gd name="connsiteX1" fmla="*/ 7049 w 14097"/>
                <a:gd name="connsiteY1" fmla="*/ 14097 h 14096"/>
                <a:gd name="connsiteX2" fmla="*/ 0 w 14097"/>
                <a:gd name="connsiteY2" fmla="*/ 7048 h 14096"/>
                <a:gd name="connsiteX3" fmla="*/ 7049 w 14097"/>
                <a:gd name="connsiteY3" fmla="*/ 0 h 14096"/>
                <a:gd name="connsiteX4" fmla="*/ 14097 w 14097"/>
                <a:gd name="connsiteY4" fmla="*/ 7048 h 1409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14097" h="14096">
                  <a:moveTo>
                    <a:pt x="14097" y="7048"/>
                  </a:moveTo>
                  <a:cubicBezTo>
                    <a:pt x="14097" y="10954"/>
                    <a:pt x="10954" y="14097"/>
                    <a:pt x="7049" y="14097"/>
                  </a:cubicBezTo>
                  <a:cubicBezTo>
                    <a:pt x="3143" y="14097"/>
                    <a:pt x="0" y="10954"/>
                    <a:pt x="0" y="7048"/>
                  </a:cubicBezTo>
                  <a:cubicBezTo>
                    <a:pt x="0" y="3143"/>
                    <a:pt x="3143" y="0"/>
                    <a:pt x="7049" y="0"/>
                  </a:cubicBezTo>
                  <a:cubicBezTo>
                    <a:pt x="10954" y="0"/>
                    <a:pt x="14097" y="3143"/>
                    <a:pt x="14097" y="7048"/>
                  </a:cubicBezTo>
                  <a:close/>
                </a:path>
              </a:pathLst>
            </a:custGeom>
            <a:grpFill/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115" name="Freeform: Shape 114">
              <a:extLst>
                <a:ext uri="{FF2B5EF4-FFF2-40B4-BE49-F238E27FC236}">
                  <a16:creationId xmlns:a16="http://schemas.microsoft.com/office/drawing/2014/main" id="{E347BAB3-EA9C-4ADD-AE5E-28F2E3C538AB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6207638" y="3422179"/>
              <a:ext cx="14096" cy="14096"/>
            </a:xfrm>
            <a:custGeom>
              <a:avLst/>
              <a:gdLst>
                <a:gd name="connsiteX0" fmla="*/ 14097 w 14096"/>
                <a:gd name="connsiteY0" fmla="*/ 7048 h 14096"/>
                <a:gd name="connsiteX1" fmla="*/ 7048 w 14096"/>
                <a:gd name="connsiteY1" fmla="*/ 14097 h 14096"/>
                <a:gd name="connsiteX2" fmla="*/ 0 w 14096"/>
                <a:gd name="connsiteY2" fmla="*/ 7048 h 14096"/>
                <a:gd name="connsiteX3" fmla="*/ 7048 w 14096"/>
                <a:gd name="connsiteY3" fmla="*/ 0 h 14096"/>
                <a:gd name="connsiteX4" fmla="*/ 14097 w 14096"/>
                <a:gd name="connsiteY4" fmla="*/ 7048 h 1409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14096" h="14096">
                  <a:moveTo>
                    <a:pt x="14097" y="7048"/>
                  </a:moveTo>
                  <a:cubicBezTo>
                    <a:pt x="14097" y="10954"/>
                    <a:pt x="10954" y="14097"/>
                    <a:pt x="7048" y="14097"/>
                  </a:cubicBezTo>
                  <a:cubicBezTo>
                    <a:pt x="3143" y="14097"/>
                    <a:pt x="0" y="10954"/>
                    <a:pt x="0" y="7048"/>
                  </a:cubicBezTo>
                  <a:cubicBezTo>
                    <a:pt x="0" y="3143"/>
                    <a:pt x="3143" y="0"/>
                    <a:pt x="7048" y="0"/>
                  </a:cubicBezTo>
                  <a:cubicBezTo>
                    <a:pt x="10954" y="0"/>
                    <a:pt x="14097" y="3143"/>
                    <a:pt x="14097" y="7048"/>
                  </a:cubicBezTo>
                  <a:close/>
                </a:path>
              </a:pathLst>
            </a:custGeom>
            <a:grpFill/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116" name="Freeform: Shape 115">
              <a:extLst>
                <a:ext uri="{FF2B5EF4-FFF2-40B4-BE49-F238E27FC236}">
                  <a16:creationId xmlns:a16="http://schemas.microsoft.com/office/drawing/2014/main" id="{321920C4-EE31-4F03-A0D5-A280D3F4B104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6266883" y="3422179"/>
              <a:ext cx="14096" cy="14096"/>
            </a:xfrm>
            <a:custGeom>
              <a:avLst/>
              <a:gdLst>
                <a:gd name="connsiteX0" fmla="*/ 14097 w 14096"/>
                <a:gd name="connsiteY0" fmla="*/ 7048 h 14096"/>
                <a:gd name="connsiteX1" fmla="*/ 7049 w 14096"/>
                <a:gd name="connsiteY1" fmla="*/ 14097 h 14096"/>
                <a:gd name="connsiteX2" fmla="*/ 0 w 14096"/>
                <a:gd name="connsiteY2" fmla="*/ 7048 h 14096"/>
                <a:gd name="connsiteX3" fmla="*/ 7049 w 14096"/>
                <a:gd name="connsiteY3" fmla="*/ 0 h 14096"/>
                <a:gd name="connsiteX4" fmla="*/ 14097 w 14096"/>
                <a:gd name="connsiteY4" fmla="*/ 7048 h 1409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14096" h="14096">
                  <a:moveTo>
                    <a:pt x="14097" y="7048"/>
                  </a:moveTo>
                  <a:cubicBezTo>
                    <a:pt x="14097" y="10954"/>
                    <a:pt x="10954" y="14097"/>
                    <a:pt x="7049" y="14097"/>
                  </a:cubicBezTo>
                  <a:cubicBezTo>
                    <a:pt x="3143" y="14097"/>
                    <a:pt x="0" y="10954"/>
                    <a:pt x="0" y="7048"/>
                  </a:cubicBezTo>
                  <a:cubicBezTo>
                    <a:pt x="0" y="3143"/>
                    <a:pt x="3143" y="0"/>
                    <a:pt x="7049" y="0"/>
                  </a:cubicBezTo>
                  <a:cubicBezTo>
                    <a:pt x="10859" y="0"/>
                    <a:pt x="14097" y="3143"/>
                    <a:pt x="14097" y="7048"/>
                  </a:cubicBezTo>
                  <a:close/>
                </a:path>
              </a:pathLst>
            </a:custGeom>
            <a:grpFill/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117" name="Freeform: Shape 116">
              <a:extLst>
                <a:ext uri="{FF2B5EF4-FFF2-40B4-BE49-F238E27FC236}">
                  <a16:creationId xmlns:a16="http://schemas.microsoft.com/office/drawing/2014/main" id="{6EBB3D05-4C78-4F10-8D03-8909DBCFB32B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6326033" y="3422178"/>
              <a:ext cx="14096" cy="14096"/>
            </a:xfrm>
            <a:custGeom>
              <a:avLst/>
              <a:gdLst>
                <a:gd name="connsiteX0" fmla="*/ 14097 w 14096"/>
                <a:gd name="connsiteY0" fmla="*/ 7048 h 14096"/>
                <a:gd name="connsiteX1" fmla="*/ 7048 w 14096"/>
                <a:gd name="connsiteY1" fmla="*/ 14097 h 14096"/>
                <a:gd name="connsiteX2" fmla="*/ 0 w 14096"/>
                <a:gd name="connsiteY2" fmla="*/ 7048 h 14096"/>
                <a:gd name="connsiteX3" fmla="*/ 7048 w 14096"/>
                <a:gd name="connsiteY3" fmla="*/ 0 h 14096"/>
                <a:gd name="connsiteX4" fmla="*/ 14097 w 14096"/>
                <a:gd name="connsiteY4" fmla="*/ 7048 h 1409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14096" h="14096">
                  <a:moveTo>
                    <a:pt x="14097" y="7048"/>
                  </a:moveTo>
                  <a:cubicBezTo>
                    <a:pt x="14097" y="10954"/>
                    <a:pt x="10954" y="14097"/>
                    <a:pt x="7048" y="14097"/>
                  </a:cubicBezTo>
                  <a:cubicBezTo>
                    <a:pt x="3143" y="14097"/>
                    <a:pt x="0" y="10954"/>
                    <a:pt x="0" y="7048"/>
                  </a:cubicBezTo>
                  <a:cubicBezTo>
                    <a:pt x="0" y="3143"/>
                    <a:pt x="3143" y="0"/>
                    <a:pt x="7048" y="0"/>
                  </a:cubicBezTo>
                  <a:cubicBezTo>
                    <a:pt x="10954" y="0"/>
                    <a:pt x="14097" y="3143"/>
                    <a:pt x="14097" y="7048"/>
                  </a:cubicBezTo>
                  <a:close/>
                </a:path>
              </a:pathLst>
            </a:custGeom>
            <a:grpFill/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118" name="Freeform: Shape 117">
              <a:extLst>
                <a:ext uri="{FF2B5EF4-FFF2-40B4-BE49-F238E27FC236}">
                  <a16:creationId xmlns:a16="http://schemas.microsoft.com/office/drawing/2014/main" id="{FC65F531-84E4-463F-8791-EB6EDFA639AD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6385279" y="3422180"/>
              <a:ext cx="14096" cy="14096"/>
            </a:xfrm>
            <a:custGeom>
              <a:avLst/>
              <a:gdLst>
                <a:gd name="connsiteX0" fmla="*/ 14097 w 14096"/>
                <a:gd name="connsiteY0" fmla="*/ 7048 h 14096"/>
                <a:gd name="connsiteX1" fmla="*/ 7048 w 14096"/>
                <a:gd name="connsiteY1" fmla="*/ 14097 h 14096"/>
                <a:gd name="connsiteX2" fmla="*/ 0 w 14096"/>
                <a:gd name="connsiteY2" fmla="*/ 7048 h 14096"/>
                <a:gd name="connsiteX3" fmla="*/ 7048 w 14096"/>
                <a:gd name="connsiteY3" fmla="*/ 0 h 14096"/>
                <a:gd name="connsiteX4" fmla="*/ 14097 w 14096"/>
                <a:gd name="connsiteY4" fmla="*/ 7048 h 1409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14096" h="14096">
                  <a:moveTo>
                    <a:pt x="14097" y="7048"/>
                  </a:moveTo>
                  <a:cubicBezTo>
                    <a:pt x="14097" y="10954"/>
                    <a:pt x="10954" y="14097"/>
                    <a:pt x="7048" y="14097"/>
                  </a:cubicBezTo>
                  <a:cubicBezTo>
                    <a:pt x="3143" y="14097"/>
                    <a:pt x="0" y="10954"/>
                    <a:pt x="0" y="7048"/>
                  </a:cubicBezTo>
                  <a:cubicBezTo>
                    <a:pt x="0" y="3143"/>
                    <a:pt x="3143" y="0"/>
                    <a:pt x="7048" y="0"/>
                  </a:cubicBezTo>
                  <a:cubicBezTo>
                    <a:pt x="10858" y="0"/>
                    <a:pt x="14097" y="3143"/>
                    <a:pt x="14097" y="7048"/>
                  </a:cubicBezTo>
                  <a:close/>
                </a:path>
              </a:pathLst>
            </a:custGeom>
            <a:grpFill/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119" name="Freeform: Shape 118">
              <a:extLst>
                <a:ext uri="{FF2B5EF4-FFF2-40B4-BE49-F238E27FC236}">
                  <a16:creationId xmlns:a16="http://schemas.microsoft.com/office/drawing/2014/main" id="{A63BB6A3-D482-43F2-9F5F-20E163CC441B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6444429" y="3422181"/>
              <a:ext cx="14096" cy="14096"/>
            </a:xfrm>
            <a:custGeom>
              <a:avLst/>
              <a:gdLst>
                <a:gd name="connsiteX0" fmla="*/ 14097 w 14096"/>
                <a:gd name="connsiteY0" fmla="*/ 7048 h 14096"/>
                <a:gd name="connsiteX1" fmla="*/ 7048 w 14096"/>
                <a:gd name="connsiteY1" fmla="*/ 14097 h 14096"/>
                <a:gd name="connsiteX2" fmla="*/ 0 w 14096"/>
                <a:gd name="connsiteY2" fmla="*/ 7048 h 14096"/>
                <a:gd name="connsiteX3" fmla="*/ 7048 w 14096"/>
                <a:gd name="connsiteY3" fmla="*/ 0 h 14096"/>
                <a:gd name="connsiteX4" fmla="*/ 14097 w 14096"/>
                <a:gd name="connsiteY4" fmla="*/ 7048 h 1409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14096" h="14096">
                  <a:moveTo>
                    <a:pt x="14097" y="7048"/>
                  </a:moveTo>
                  <a:cubicBezTo>
                    <a:pt x="14097" y="10954"/>
                    <a:pt x="10954" y="14097"/>
                    <a:pt x="7048" y="14097"/>
                  </a:cubicBezTo>
                  <a:cubicBezTo>
                    <a:pt x="3143" y="14097"/>
                    <a:pt x="0" y="10954"/>
                    <a:pt x="0" y="7048"/>
                  </a:cubicBezTo>
                  <a:cubicBezTo>
                    <a:pt x="0" y="3143"/>
                    <a:pt x="3143" y="0"/>
                    <a:pt x="7048" y="0"/>
                  </a:cubicBezTo>
                  <a:cubicBezTo>
                    <a:pt x="10954" y="0"/>
                    <a:pt x="14097" y="3143"/>
                    <a:pt x="14097" y="7048"/>
                  </a:cubicBezTo>
                  <a:close/>
                </a:path>
              </a:pathLst>
            </a:custGeom>
            <a:grpFill/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120" name="Freeform: Shape 119">
              <a:extLst>
                <a:ext uri="{FF2B5EF4-FFF2-40B4-BE49-F238E27FC236}">
                  <a16:creationId xmlns:a16="http://schemas.microsoft.com/office/drawing/2014/main" id="{ABDCCD34-EB5D-4194-8A28-1424E98AE454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5734055" y="3481330"/>
              <a:ext cx="14192" cy="14096"/>
            </a:xfrm>
            <a:custGeom>
              <a:avLst/>
              <a:gdLst>
                <a:gd name="connsiteX0" fmla="*/ 14192 w 14192"/>
                <a:gd name="connsiteY0" fmla="*/ 7049 h 14096"/>
                <a:gd name="connsiteX1" fmla="*/ 7144 w 14192"/>
                <a:gd name="connsiteY1" fmla="*/ 14097 h 14096"/>
                <a:gd name="connsiteX2" fmla="*/ 0 w 14192"/>
                <a:gd name="connsiteY2" fmla="*/ 7049 h 14096"/>
                <a:gd name="connsiteX3" fmla="*/ 7049 w 14192"/>
                <a:gd name="connsiteY3" fmla="*/ 0 h 14096"/>
                <a:gd name="connsiteX4" fmla="*/ 14192 w 14192"/>
                <a:gd name="connsiteY4" fmla="*/ 7049 h 1409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14192" h="14096">
                  <a:moveTo>
                    <a:pt x="14192" y="7049"/>
                  </a:moveTo>
                  <a:cubicBezTo>
                    <a:pt x="14192" y="10954"/>
                    <a:pt x="11049" y="14097"/>
                    <a:pt x="7144" y="14097"/>
                  </a:cubicBezTo>
                  <a:cubicBezTo>
                    <a:pt x="3239" y="14097"/>
                    <a:pt x="0" y="11049"/>
                    <a:pt x="0" y="7049"/>
                  </a:cubicBezTo>
                  <a:cubicBezTo>
                    <a:pt x="0" y="3048"/>
                    <a:pt x="3143" y="0"/>
                    <a:pt x="7049" y="0"/>
                  </a:cubicBezTo>
                  <a:cubicBezTo>
                    <a:pt x="10954" y="0"/>
                    <a:pt x="14192" y="3143"/>
                    <a:pt x="14192" y="7049"/>
                  </a:cubicBezTo>
                  <a:close/>
                </a:path>
              </a:pathLst>
            </a:custGeom>
            <a:grpFill/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121" name="Freeform: Shape 120">
              <a:extLst>
                <a:ext uri="{FF2B5EF4-FFF2-40B4-BE49-F238E27FC236}">
                  <a16:creationId xmlns:a16="http://schemas.microsoft.com/office/drawing/2014/main" id="{F058544E-163D-4FFF-9A69-0B3A3F2D66CD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5793300" y="3481330"/>
              <a:ext cx="14097" cy="14097"/>
            </a:xfrm>
            <a:custGeom>
              <a:avLst/>
              <a:gdLst>
                <a:gd name="connsiteX0" fmla="*/ 14097 w 14097"/>
                <a:gd name="connsiteY0" fmla="*/ 7049 h 14097"/>
                <a:gd name="connsiteX1" fmla="*/ 7049 w 14097"/>
                <a:gd name="connsiteY1" fmla="*/ 14097 h 14097"/>
                <a:gd name="connsiteX2" fmla="*/ 0 w 14097"/>
                <a:gd name="connsiteY2" fmla="*/ 7049 h 14097"/>
                <a:gd name="connsiteX3" fmla="*/ 7049 w 14097"/>
                <a:gd name="connsiteY3" fmla="*/ 0 h 14097"/>
                <a:gd name="connsiteX4" fmla="*/ 14097 w 14097"/>
                <a:gd name="connsiteY4" fmla="*/ 7049 h 14097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14097" h="14097">
                  <a:moveTo>
                    <a:pt x="14097" y="7049"/>
                  </a:moveTo>
                  <a:cubicBezTo>
                    <a:pt x="14097" y="10941"/>
                    <a:pt x="10941" y="14097"/>
                    <a:pt x="7049" y="14097"/>
                  </a:cubicBezTo>
                  <a:cubicBezTo>
                    <a:pt x="3156" y="14097"/>
                    <a:pt x="0" y="10941"/>
                    <a:pt x="0" y="7049"/>
                  </a:cubicBezTo>
                  <a:cubicBezTo>
                    <a:pt x="0" y="3156"/>
                    <a:pt x="3156" y="0"/>
                    <a:pt x="7049" y="0"/>
                  </a:cubicBezTo>
                  <a:cubicBezTo>
                    <a:pt x="10941" y="0"/>
                    <a:pt x="14097" y="3156"/>
                    <a:pt x="14097" y="7049"/>
                  </a:cubicBezTo>
                  <a:close/>
                </a:path>
              </a:pathLst>
            </a:custGeom>
            <a:grpFill/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122" name="Freeform: Shape 121">
              <a:extLst>
                <a:ext uri="{FF2B5EF4-FFF2-40B4-BE49-F238E27FC236}">
                  <a16:creationId xmlns:a16="http://schemas.microsoft.com/office/drawing/2014/main" id="{11041486-0577-4F0E-8DD5-5E20E26729C2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5852450" y="3481330"/>
              <a:ext cx="14096" cy="14096"/>
            </a:xfrm>
            <a:custGeom>
              <a:avLst/>
              <a:gdLst>
                <a:gd name="connsiteX0" fmla="*/ 14097 w 14096"/>
                <a:gd name="connsiteY0" fmla="*/ 7049 h 14096"/>
                <a:gd name="connsiteX1" fmla="*/ 7048 w 14096"/>
                <a:gd name="connsiteY1" fmla="*/ 14097 h 14096"/>
                <a:gd name="connsiteX2" fmla="*/ 0 w 14096"/>
                <a:gd name="connsiteY2" fmla="*/ 7049 h 14096"/>
                <a:gd name="connsiteX3" fmla="*/ 7048 w 14096"/>
                <a:gd name="connsiteY3" fmla="*/ 0 h 14096"/>
                <a:gd name="connsiteX4" fmla="*/ 14097 w 14096"/>
                <a:gd name="connsiteY4" fmla="*/ 7049 h 1409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14096" h="14096">
                  <a:moveTo>
                    <a:pt x="14097" y="7049"/>
                  </a:moveTo>
                  <a:cubicBezTo>
                    <a:pt x="14097" y="10954"/>
                    <a:pt x="10954" y="14097"/>
                    <a:pt x="7048" y="14097"/>
                  </a:cubicBezTo>
                  <a:cubicBezTo>
                    <a:pt x="3143" y="14097"/>
                    <a:pt x="0" y="10954"/>
                    <a:pt x="0" y="7049"/>
                  </a:cubicBezTo>
                  <a:cubicBezTo>
                    <a:pt x="0" y="3143"/>
                    <a:pt x="3143" y="0"/>
                    <a:pt x="7048" y="0"/>
                  </a:cubicBezTo>
                  <a:cubicBezTo>
                    <a:pt x="10954" y="0"/>
                    <a:pt x="14097" y="3143"/>
                    <a:pt x="14097" y="7049"/>
                  </a:cubicBezTo>
                  <a:close/>
                </a:path>
              </a:pathLst>
            </a:custGeom>
            <a:grpFill/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123" name="Freeform: Shape 122">
              <a:extLst>
                <a:ext uri="{FF2B5EF4-FFF2-40B4-BE49-F238E27FC236}">
                  <a16:creationId xmlns:a16="http://schemas.microsoft.com/office/drawing/2014/main" id="{71D11099-C84E-43AC-9F20-92460E17084F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5911695" y="3481330"/>
              <a:ext cx="14096" cy="14096"/>
            </a:xfrm>
            <a:custGeom>
              <a:avLst/>
              <a:gdLst>
                <a:gd name="connsiteX0" fmla="*/ 14097 w 14096"/>
                <a:gd name="connsiteY0" fmla="*/ 7049 h 14096"/>
                <a:gd name="connsiteX1" fmla="*/ 7048 w 14096"/>
                <a:gd name="connsiteY1" fmla="*/ 14097 h 14096"/>
                <a:gd name="connsiteX2" fmla="*/ 0 w 14096"/>
                <a:gd name="connsiteY2" fmla="*/ 7049 h 14096"/>
                <a:gd name="connsiteX3" fmla="*/ 7048 w 14096"/>
                <a:gd name="connsiteY3" fmla="*/ 0 h 14096"/>
                <a:gd name="connsiteX4" fmla="*/ 14097 w 14096"/>
                <a:gd name="connsiteY4" fmla="*/ 7049 h 1409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14096" h="14096">
                  <a:moveTo>
                    <a:pt x="14097" y="7049"/>
                  </a:moveTo>
                  <a:cubicBezTo>
                    <a:pt x="14097" y="10954"/>
                    <a:pt x="10954" y="14097"/>
                    <a:pt x="7048" y="14097"/>
                  </a:cubicBezTo>
                  <a:cubicBezTo>
                    <a:pt x="3143" y="14097"/>
                    <a:pt x="0" y="10954"/>
                    <a:pt x="0" y="7049"/>
                  </a:cubicBezTo>
                  <a:cubicBezTo>
                    <a:pt x="0" y="3143"/>
                    <a:pt x="3143" y="0"/>
                    <a:pt x="7048" y="0"/>
                  </a:cubicBezTo>
                  <a:cubicBezTo>
                    <a:pt x="10954" y="0"/>
                    <a:pt x="14097" y="3143"/>
                    <a:pt x="14097" y="7049"/>
                  </a:cubicBezTo>
                  <a:close/>
                </a:path>
              </a:pathLst>
            </a:custGeom>
            <a:grpFill/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124" name="Freeform: Shape 123">
              <a:extLst>
                <a:ext uri="{FF2B5EF4-FFF2-40B4-BE49-F238E27FC236}">
                  <a16:creationId xmlns:a16="http://schemas.microsoft.com/office/drawing/2014/main" id="{E598FB87-8AFF-4C56-9E2C-776F4641E94B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5970846" y="3481330"/>
              <a:ext cx="14096" cy="14096"/>
            </a:xfrm>
            <a:custGeom>
              <a:avLst/>
              <a:gdLst>
                <a:gd name="connsiteX0" fmla="*/ 14097 w 14096"/>
                <a:gd name="connsiteY0" fmla="*/ 7049 h 14096"/>
                <a:gd name="connsiteX1" fmla="*/ 7048 w 14096"/>
                <a:gd name="connsiteY1" fmla="*/ 14097 h 14096"/>
                <a:gd name="connsiteX2" fmla="*/ 0 w 14096"/>
                <a:gd name="connsiteY2" fmla="*/ 7049 h 14096"/>
                <a:gd name="connsiteX3" fmla="*/ 7048 w 14096"/>
                <a:gd name="connsiteY3" fmla="*/ 0 h 14096"/>
                <a:gd name="connsiteX4" fmla="*/ 14097 w 14096"/>
                <a:gd name="connsiteY4" fmla="*/ 7049 h 1409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14096" h="14096">
                  <a:moveTo>
                    <a:pt x="14097" y="7049"/>
                  </a:moveTo>
                  <a:cubicBezTo>
                    <a:pt x="14097" y="10954"/>
                    <a:pt x="10954" y="14097"/>
                    <a:pt x="7048" y="14097"/>
                  </a:cubicBezTo>
                  <a:cubicBezTo>
                    <a:pt x="3143" y="14097"/>
                    <a:pt x="0" y="10954"/>
                    <a:pt x="0" y="7049"/>
                  </a:cubicBezTo>
                  <a:cubicBezTo>
                    <a:pt x="0" y="3143"/>
                    <a:pt x="3143" y="0"/>
                    <a:pt x="7048" y="0"/>
                  </a:cubicBezTo>
                  <a:cubicBezTo>
                    <a:pt x="10954" y="0"/>
                    <a:pt x="14097" y="3143"/>
                    <a:pt x="14097" y="7049"/>
                  </a:cubicBezTo>
                  <a:close/>
                </a:path>
              </a:pathLst>
            </a:custGeom>
            <a:grpFill/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125" name="Freeform: Shape 124">
              <a:extLst>
                <a:ext uri="{FF2B5EF4-FFF2-40B4-BE49-F238E27FC236}">
                  <a16:creationId xmlns:a16="http://schemas.microsoft.com/office/drawing/2014/main" id="{7701E761-16DE-4350-9718-DD81B37FB97A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6030092" y="3481330"/>
              <a:ext cx="14097" cy="14097"/>
            </a:xfrm>
            <a:custGeom>
              <a:avLst/>
              <a:gdLst>
                <a:gd name="connsiteX0" fmla="*/ 14097 w 14097"/>
                <a:gd name="connsiteY0" fmla="*/ 7049 h 14097"/>
                <a:gd name="connsiteX1" fmla="*/ 7049 w 14097"/>
                <a:gd name="connsiteY1" fmla="*/ 14097 h 14097"/>
                <a:gd name="connsiteX2" fmla="*/ 0 w 14097"/>
                <a:gd name="connsiteY2" fmla="*/ 7049 h 14097"/>
                <a:gd name="connsiteX3" fmla="*/ 7049 w 14097"/>
                <a:gd name="connsiteY3" fmla="*/ 0 h 14097"/>
                <a:gd name="connsiteX4" fmla="*/ 14097 w 14097"/>
                <a:gd name="connsiteY4" fmla="*/ 7049 h 14097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14097" h="14097">
                  <a:moveTo>
                    <a:pt x="14097" y="7049"/>
                  </a:moveTo>
                  <a:cubicBezTo>
                    <a:pt x="14097" y="10941"/>
                    <a:pt x="10941" y="14097"/>
                    <a:pt x="7049" y="14097"/>
                  </a:cubicBezTo>
                  <a:cubicBezTo>
                    <a:pt x="3156" y="14097"/>
                    <a:pt x="0" y="10941"/>
                    <a:pt x="0" y="7049"/>
                  </a:cubicBezTo>
                  <a:cubicBezTo>
                    <a:pt x="0" y="3156"/>
                    <a:pt x="3156" y="0"/>
                    <a:pt x="7049" y="0"/>
                  </a:cubicBezTo>
                  <a:cubicBezTo>
                    <a:pt x="10941" y="0"/>
                    <a:pt x="14097" y="3156"/>
                    <a:pt x="14097" y="7049"/>
                  </a:cubicBezTo>
                  <a:close/>
                </a:path>
              </a:pathLst>
            </a:custGeom>
            <a:grpFill/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126" name="Freeform: Shape 125">
              <a:extLst>
                <a:ext uri="{FF2B5EF4-FFF2-40B4-BE49-F238E27FC236}">
                  <a16:creationId xmlns:a16="http://schemas.microsoft.com/office/drawing/2014/main" id="{552E747F-E415-4348-A11A-4CABCB64B5F3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6089242" y="3481330"/>
              <a:ext cx="14096" cy="14096"/>
            </a:xfrm>
            <a:custGeom>
              <a:avLst/>
              <a:gdLst>
                <a:gd name="connsiteX0" fmla="*/ 14097 w 14096"/>
                <a:gd name="connsiteY0" fmla="*/ 7049 h 14096"/>
                <a:gd name="connsiteX1" fmla="*/ 7048 w 14096"/>
                <a:gd name="connsiteY1" fmla="*/ 14097 h 14096"/>
                <a:gd name="connsiteX2" fmla="*/ 0 w 14096"/>
                <a:gd name="connsiteY2" fmla="*/ 7049 h 14096"/>
                <a:gd name="connsiteX3" fmla="*/ 7048 w 14096"/>
                <a:gd name="connsiteY3" fmla="*/ 0 h 14096"/>
                <a:gd name="connsiteX4" fmla="*/ 14097 w 14096"/>
                <a:gd name="connsiteY4" fmla="*/ 7049 h 1409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14096" h="14096">
                  <a:moveTo>
                    <a:pt x="14097" y="7049"/>
                  </a:moveTo>
                  <a:cubicBezTo>
                    <a:pt x="14097" y="10954"/>
                    <a:pt x="10954" y="14097"/>
                    <a:pt x="7048" y="14097"/>
                  </a:cubicBezTo>
                  <a:cubicBezTo>
                    <a:pt x="3143" y="14097"/>
                    <a:pt x="0" y="10954"/>
                    <a:pt x="0" y="7049"/>
                  </a:cubicBezTo>
                  <a:cubicBezTo>
                    <a:pt x="0" y="3143"/>
                    <a:pt x="3143" y="0"/>
                    <a:pt x="7048" y="0"/>
                  </a:cubicBezTo>
                  <a:cubicBezTo>
                    <a:pt x="10954" y="0"/>
                    <a:pt x="14097" y="3143"/>
                    <a:pt x="14097" y="7049"/>
                  </a:cubicBezTo>
                  <a:close/>
                </a:path>
              </a:pathLst>
            </a:custGeom>
            <a:grpFill/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127" name="Freeform: Shape 126">
              <a:extLst>
                <a:ext uri="{FF2B5EF4-FFF2-40B4-BE49-F238E27FC236}">
                  <a16:creationId xmlns:a16="http://schemas.microsoft.com/office/drawing/2014/main" id="{C6472F13-E6DE-4469-9563-F478261B6E61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5734055" y="3540575"/>
              <a:ext cx="14192" cy="14096"/>
            </a:xfrm>
            <a:custGeom>
              <a:avLst/>
              <a:gdLst>
                <a:gd name="connsiteX0" fmla="*/ 14192 w 14192"/>
                <a:gd name="connsiteY0" fmla="*/ 7048 h 14096"/>
                <a:gd name="connsiteX1" fmla="*/ 7144 w 14192"/>
                <a:gd name="connsiteY1" fmla="*/ 14097 h 14096"/>
                <a:gd name="connsiteX2" fmla="*/ 0 w 14192"/>
                <a:gd name="connsiteY2" fmla="*/ 7048 h 14096"/>
                <a:gd name="connsiteX3" fmla="*/ 7049 w 14192"/>
                <a:gd name="connsiteY3" fmla="*/ 0 h 14096"/>
                <a:gd name="connsiteX4" fmla="*/ 14192 w 14192"/>
                <a:gd name="connsiteY4" fmla="*/ 7048 h 1409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14192" h="14096">
                  <a:moveTo>
                    <a:pt x="14192" y="7048"/>
                  </a:moveTo>
                  <a:cubicBezTo>
                    <a:pt x="14192" y="10954"/>
                    <a:pt x="11049" y="14097"/>
                    <a:pt x="7144" y="14097"/>
                  </a:cubicBezTo>
                  <a:cubicBezTo>
                    <a:pt x="3239" y="14097"/>
                    <a:pt x="0" y="10954"/>
                    <a:pt x="0" y="7048"/>
                  </a:cubicBezTo>
                  <a:cubicBezTo>
                    <a:pt x="0" y="3143"/>
                    <a:pt x="3143" y="0"/>
                    <a:pt x="7049" y="0"/>
                  </a:cubicBezTo>
                  <a:cubicBezTo>
                    <a:pt x="10954" y="0"/>
                    <a:pt x="14192" y="3143"/>
                    <a:pt x="14192" y="7048"/>
                  </a:cubicBezTo>
                  <a:close/>
                </a:path>
              </a:pathLst>
            </a:custGeom>
            <a:grpFill/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128" name="Freeform: Shape 127">
              <a:extLst>
                <a:ext uri="{FF2B5EF4-FFF2-40B4-BE49-F238E27FC236}">
                  <a16:creationId xmlns:a16="http://schemas.microsoft.com/office/drawing/2014/main" id="{5C72FE15-910B-4622-A14C-AFA2DFCC0283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5793300" y="3540575"/>
              <a:ext cx="14097" cy="14097"/>
            </a:xfrm>
            <a:custGeom>
              <a:avLst/>
              <a:gdLst>
                <a:gd name="connsiteX0" fmla="*/ 14097 w 14097"/>
                <a:gd name="connsiteY0" fmla="*/ 7048 h 14097"/>
                <a:gd name="connsiteX1" fmla="*/ 7049 w 14097"/>
                <a:gd name="connsiteY1" fmla="*/ 14097 h 14097"/>
                <a:gd name="connsiteX2" fmla="*/ 0 w 14097"/>
                <a:gd name="connsiteY2" fmla="*/ 7048 h 14097"/>
                <a:gd name="connsiteX3" fmla="*/ 7049 w 14097"/>
                <a:gd name="connsiteY3" fmla="*/ 0 h 14097"/>
                <a:gd name="connsiteX4" fmla="*/ 14097 w 14097"/>
                <a:gd name="connsiteY4" fmla="*/ 7048 h 14097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14097" h="14097">
                  <a:moveTo>
                    <a:pt x="14097" y="7048"/>
                  </a:moveTo>
                  <a:cubicBezTo>
                    <a:pt x="14097" y="10941"/>
                    <a:pt x="10941" y="14097"/>
                    <a:pt x="7049" y="14097"/>
                  </a:cubicBezTo>
                  <a:cubicBezTo>
                    <a:pt x="3156" y="14097"/>
                    <a:pt x="0" y="10941"/>
                    <a:pt x="0" y="7048"/>
                  </a:cubicBezTo>
                  <a:cubicBezTo>
                    <a:pt x="0" y="3156"/>
                    <a:pt x="3156" y="0"/>
                    <a:pt x="7049" y="0"/>
                  </a:cubicBezTo>
                  <a:cubicBezTo>
                    <a:pt x="10941" y="0"/>
                    <a:pt x="14097" y="3156"/>
                    <a:pt x="14097" y="7048"/>
                  </a:cubicBezTo>
                  <a:close/>
                </a:path>
              </a:pathLst>
            </a:custGeom>
            <a:grpFill/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129" name="Freeform: Shape 128">
              <a:extLst>
                <a:ext uri="{FF2B5EF4-FFF2-40B4-BE49-F238E27FC236}">
                  <a16:creationId xmlns:a16="http://schemas.microsoft.com/office/drawing/2014/main" id="{BAB8F759-DEFA-4D35-B76E-6D3034FB77D2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5852450" y="3540575"/>
              <a:ext cx="14096" cy="14096"/>
            </a:xfrm>
            <a:custGeom>
              <a:avLst/>
              <a:gdLst>
                <a:gd name="connsiteX0" fmla="*/ 14097 w 14096"/>
                <a:gd name="connsiteY0" fmla="*/ 7048 h 14096"/>
                <a:gd name="connsiteX1" fmla="*/ 7048 w 14096"/>
                <a:gd name="connsiteY1" fmla="*/ 14097 h 14096"/>
                <a:gd name="connsiteX2" fmla="*/ 0 w 14096"/>
                <a:gd name="connsiteY2" fmla="*/ 7048 h 14096"/>
                <a:gd name="connsiteX3" fmla="*/ 7048 w 14096"/>
                <a:gd name="connsiteY3" fmla="*/ 0 h 14096"/>
                <a:gd name="connsiteX4" fmla="*/ 14097 w 14096"/>
                <a:gd name="connsiteY4" fmla="*/ 7048 h 1409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14096" h="14096">
                  <a:moveTo>
                    <a:pt x="14097" y="7048"/>
                  </a:moveTo>
                  <a:cubicBezTo>
                    <a:pt x="14097" y="10954"/>
                    <a:pt x="10954" y="14097"/>
                    <a:pt x="7048" y="14097"/>
                  </a:cubicBezTo>
                  <a:cubicBezTo>
                    <a:pt x="3143" y="14097"/>
                    <a:pt x="0" y="10954"/>
                    <a:pt x="0" y="7048"/>
                  </a:cubicBezTo>
                  <a:cubicBezTo>
                    <a:pt x="0" y="3143"/>
                    <a:pt x="3143" y="0"/>
                    <a:pt x="7048" y="0"/>
                  </a:cubicBezTo>
                  <a:cubicBezTo>
                    <a:pt x="10954" y="0"/>
                    <a:pt x="14097" y="3143"/>
                    <a:pt x="14097" y="7048"/>
                  </a:cubicBezTo>
                  <a:close/>
                </a:path>
              </a:pathLst>
            </a:custGeom>
            <a:grpFill/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130" name="Freeform: Shape 129">
              <a:extLst>
                <a:ext uri="{FF2B5EF4-FFF2-40B4-BE49-F238E27FC236}">
                  <a16:creationId xmlns:a16="http://schemas.microsoft.com/office/drawing/2014/main" id="{A1BBCEBD-DCE2-4354-B878-49ABEC3679AD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5911695" y="3540575"/>
              <a:ext cx="14096" cy="14096"/>
            </a:xfrm>
            <a:custGeom>
              <a:avLst/>
              <a:gdLst>
                <a:gd name="connsiteX0" fmla="*/ 14097 w 14096"/>
                <a:gd name="connsiteY0" fmla="*/ 7048 h 14096"/>
                <a:gd name="connsiteX1" fmla="*/ 7048 w 14096"/>
                <a:gd name="connsiteY1" fmla="*/ 14097 h 14096"/>
                <a:gd name="connsiteX2" fmla="*/ 0 w 14096"/>
                <a:gd name="connsiteY2" fmla="*/ 7048 h 14096"/>
                <a:gd name="connsiteX3" fmla="*/ 7048 w 14096"/>
                <a:gd name="connsiteY3" fmla="*/ 0 h 14096"/>
                <a:gd name="connsiteX4" fmla="*/ 14097 w 14096"/>
                <a:gd name="connsiteY4" fmla="*/ 7048 h 1409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14096" h="14096">
                  <a:moveTo>
                    <a:pt x="14097" y="7048"/>
                  </a:moveTo>
                  <a:cubicBezTo>
                    <a:pt x="14097" y="10954"/>
                    <a:pt x="10954" y="14097"/>
                    <a:pt x="7048" y="14097"/>
                  </a:cubicBezTo>
                  <a:cubicBezTo>
                    <a:pt x="3143" y="14097"/>
                    <a:pt x="0" y="10954"/>
                    <a:pt x="0" y="7048"/>
                  </a:cubicBezTo>
                  <a:cubicBezTo>
                    <a:pt x="0" y="3143"/>
                    <a:pt x="3143" y="0"/>
                    <a:pt x="7048" y="0"/>
                  </a:cubicBezTo>
                  <a:cubicBezTo>
                    <a:pt x="10954" y="0"/>
                    <a:pt x="14097" y="3143"/>
                    <a:pt x="14097" y="7048"/>
                  </a:cubicBezTo>
                  <a:close/>
                </a:path>
              </a:pathLst>
            </a:custGeom>
            <a:grpFill/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131" name="Freeform: Shape 130">
              <a:extLst>
                <a:ext uri="{FF2B5EF4-FFF2-40B4-BE49-F238E27FC236}">
                  <a16:creationId xmlns:a16="http://schemas.microsoft.com/office/drawing/2014/main" id="{2CBB3A18-0021-403F-8E24-8805829B4297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5970846" y="3540575"/>
              <a:ext cx="14096" cy="14096"/>
            </a:xfrm>
            <a:custGeom>
              <a:avLst/>
              <a:gdLst>
                <a:gd name="connsiteX0" fmla="*/ 14097 w 14096"/>
                <a:gd name="connsiteY0" fmla="*/ 7048 h 14096"/>
                <a:gd name="connsiteX1" fmla="*/ 7048 w 14096"/>
                <a:gd name="connsiteY1" fmla="*/ 14097 h 14096"/>
                <a:gd name="connsiteX2" fmla="*/ 0 w 14096"/>
                <a:gd name="connsiteY2" fmla="*/ 7048 h 14096"/>
                <a:gd name="connsiteX3" fmla="*/ 7048 w 14096"/>
                <a:gd name="connsiteY3" fmla="*/ 0 h 14096"/>
                <a:gd name="connsiteX4" fmla="*/ 14097 w 14096"/>
                <a:gd name="connsiteY4" fmla="*/ 7048 h 1409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14096" h="14096">
                  <a:moveTo>
                    <a:pt x="14097" y="7048"/>
                  </a:moveTo>
                  <a:cubicBezTo>
                    <a:pt x="14097" y="10954"/>
                    <a:pt x="10954" y="14097"/>
                    <a:pt x="7048" y="14097"/>
                  </a:cubicBezTo>
                  <a:cubicBezTo>
                    <a:pt x="3143" y="14097"/>
                    <a:pt x="0" y="10954"/>
                    <a:pt x="0" y="7048"/>
                  </a:cubicBezTo>
                  <a:cubicBezTo>
                    <a:pt x="0" y="3143"/>
                    <a:pt x="3143" y="0"/>
                    <a:pt x="7048" y="0"/>
                  </a:cubicBezTo>
                  <a:cubicBezTo>
                    <a:pt x="10954" y="0"/>
                    <a:pt x="14097" y="3143"/>
                    <a:pt x="14097" y="7048"/>
                  </a:cubicBezTo>
                  <a:close/>
                </a:path>
              </a:pathLst>
            </a:custGeom>
            <a:grpFill/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132" name="Freeform: Shape 131">
              <a:extLst>
                <a:ext uri="{FF2B5EF4-FFF2-40B4-BE49-F238E27FC236}">
                  <a16:creationId xmlns:a16="http://schemas.microsoft.com/office/drawing/2014/main" id="{8FDF7AAC-1EC6-4409-90AB-DBB984883D0A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6030092" y="3540575"/>
              <a:ext cx="14097" cy="14097"/>
            </a:xfrm>
            <a:custGeom>
              <a:avLst/>
              <a:gdLst>
                <a:gd name="connsiteX0" fmla="*/ 14097 w 14097"/>
                <a:gd name="connsiteY0" fmla="*/ 7048 h 14097"/>
                <a:gd name="connsiteX1" fmla="*/ 7049 w 14097"/>
                <a:gd name="connsiteY1" fmla="*/ 14097 h 14097"/>
                <a:gd name="connsiteX2" fmla="*/ 0 w 14097"/>
                <a:gd name="connsiteY2" fmla="*/ 7048 h 14097"/>
                <a:gd name="connsiteX3" fmla="*/ 7049 w 14097"/>
                <a:gd name="connsiteY3" fmla="*/ 0 h 14097"/>
                <a:gd name="connsiteX4" fmla="*/ 14097 w 14097"/>
                <a:gd name="connsiteY4" fmla="*/ 7048 h 14097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14097" h="14097">
                  <a:moveTo>
                    <a:pt x="14097" y="7048"/>
                  </a:moveTo>
                  <a:cubicBezTo>
                    <a:pt x="14097" y="10941"/>
                    <a:pt x="10941" y="14097"/>
                    <a:pt x="7049" y="14097"/>
                  </a:cubicBezTo>
                  <a:cubicBezTo>
                    <a:pt x="3156" y="14097"/>
                    <a:pt x="0" y="10941"/>
                    <a:pt x="0" y="7048"/>
                  </a:cubicBezTo>
                  <a:cubicBezTo>
                    <a:pt x="0" y="3156"/>
                    <a:pt x="3156" y="0"/>
                    <a:pt x="7049" y="0"/>
                  </a:cubicBezTo>
                  <a:cubicBezTo>
                    <a:pt x="10941" y="0"/>
                    <a:pt x="14097" y="3156"/>
                    <a:pt x="14097" y="7048"/>
                  </a:cubicBezTo>
                  <a:close/>
                </a:path>
              </a:pathLst>
            </a:custGeom>
            <a:grpFill/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133" name="Freeform: Shape 132">
              <a:extLst>
                <a:ext uri="{FF2B5EF4-FFF2-40B4-BE49-F238E27FC236}">
                  <a16:creationId xmlns:a16="http://schemas.microsoft.com/office/drawing/2014/main" id="{5B9999E8-7D25-4049-8328-685B556DC65F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6089242" y="3540575"/>
              <a:ext cx="14096" cy="14096"/>
            </a:xfrm>
            <a:custGeom>
              <a:avLst/>
              <a:gdLst>
                <a:gd name="connsiteX0" fmla="*/ 14097 w 14096"/>
                <a:gd name="connsiteY0" fmla="*/ 7048 h 14096"/>
                <a:gd name="connsiteX1" fmla="*/ 7048 w 14096"/>
                <a:gd name="connsiteY1" fmla="*/ 14097 h 14096"/>
                <a:gd name="connsiteX2" fmla="*/ 0 w 14096"/>
                <a:gd name="connsiteY2" fmla="*/ 7048 h 14096"/>
                <a:gd name="connsiteX3" fmla="*/ 7048 w 14096"/>
                <a:gd name="connsiteY3" fmla="*/ 0 h 14096"/>
                <a:gd name="connsiteX4" fmla="*/ 14097 w 14096"/>
                <a:gd name="connsiteY4" fmla="*/ 7048 h 1409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14096" h="14096">
                  <a:moveTo>
                    <a:pt x="14097" y="7048"/>
                  </a:moveTo>
                  <a:cubicBezTo>
                    <a:pt x="14097" y="10954"/>
                    <a:pt x="10954" y="14097"/>
                    <a:pt x="7048" y="14097"/>
                  </a:cubicBezTo>
                  <a:cubicBezTo>
                    <a:pt x="3143" y="14097"/>
                    <a:pt x="0" y="10954"/>
                    <a:pt x="0" y="7048"/>
                  </a:cubicBezTo>
                  <a:cubicBezTo>
                    <a:pt x="0" y="3143"/>
                    <a:pt x="3143" y="0"/>
                    <a:pt x="7048" y="0"/>
                  </a:cubicBezTo>
                  <a:cubicBezTo>
                    <a:pt x="10954" y="0"/>
                    <a:pt x="14097" y="3143"/>
                    <a:pt x="14097" y="7048"/>
                  </a:cubicBezTo>
                  <a:close/>
                </a:path>
              </a:pathLst>
            </a:custGeom>
            <a:grpFill/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134" name="Freeform: Shape 133">
              <a:extLst>
                <a:ext uri="{FF2B5EF4-FFF2-40B4-BE49-F238E27FC236}">
                  <a16:creationId xmlns:a16="http://schemas.microsoft.com/office/drawing/2014/main" id="{E77FC8A9-DEAE-424D-B460-12E0F3268DC6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5734055" y="3599725"/>
              <a:ext cx="14192" cy="14096"/>
            </a:xfrm>
            <a:custGeom>
              <a:avLst/>
              <a:gdLst>
                <a:gd name="connsiteX0" fmla="*/ 14192 w 14192"/>
                <a:gd name="connsiteY0" fmla="*/ 7048 h 14096"/>
                <a:gd name="connsiteX1" fmla="*/ 7144 w 14192"/>
                <a:gd name="connsiteY1" fmla="*/ 14097 h 14096"/>
                <a:gd name="connsiteX2" fmla="*/ 0 w 14192"/>
                <a:gd name="connsiteY2" fmla="*/ 7048 h 14096"/>
                <a:gd name="connsiteX3" fmla="*/ 7049 w 14192"/>
                <a:gd name="connsiteY3" fmla="*/ 0 h 14096"/>
                <a:gd name="connsiteX4" fmla="*/ 14192 w 14192"/>
                <a:gd name="connsiteY4" fmla="*/ 7048 h 1409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14192" h="14096">
                  <a:moveTo>
                    <a:pt x="14192" y="7048"/>
                  </a:moveTo>
                  <a:cubicBezTo>
                    <a:pt x="14192" y="10954"/>
                    <a:pt x="11049" y="14097"/>
                    <a:pt x="7144" y="14097"/>
                  </a:cubicBezTo>
                  <a:cubicBezTo>
                    <a:pt x="3239" y="14097"/>
                    <a:pt x="0" y="10954"/>
                    <a:pt x="0" y="7048"/>
                  </a:cubicBezTo>
                  <a:cubicBezTo>
                    <a:pt x="0" y="3143"/>
                    <a:pt x="3143" y="0"/>
                    <a:pt x="7049" y="0"/>
                  </a:cubicBezTo>
                  <a:cubicBezTo>
                    <a:pt x="10954" y="0"/>
                    <a:pt x="14192" y="3143"/>
                    <a:pt x="14192" y="7048"/>
                  </a:cubicBezTo>
                  <a:close/>
                </a:path>
              </a:pathLst>
            </a:custGeom>
            <a:grpFill/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135" name="Freeform: Shape 134">
              <a:extLst>
                <a:ext uri="{FF2B5EF4-FFF2-40B4-BE49-F238E27FC236}">
                  <a16:creationId xmlns:a16="http://schemas.microsoft.com/office/drawing/2014/main" id="{54F9C69A-0DCF-444A-B970-32B4120483DE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5793300" y="3599725"/>
              <a:ext cx="14097" cy="14096"/>
            </a:xfrm>
            <a:custGeom>
              <a:avLst/>
              <a:gdLst>
                <a:gd name="connsiteX0" fmla="*/ 14097 w 14097"/>
                <a:gd name="connsiteY0" fmla="*/ 7048 h 14096"/>
                <a:gd name="connsiteX1" fmla="*/ 7049 w 14097"/>
                <a:gd name="connsiteY1" fmla="*/ 14097 h 14096"/>
                <a:gd name="connsiteX2" fmla="*/ 0 w 14097"/>
                <a:gd name="connsiteY2" fmla="*/ 7048 h 14096"/>
                <a:gd name="connsiteX3" fmla="*/ 7049 w 14097"/>
                <a:gd name="connsiteY3" fmla="*/ 0 h 14096"/>
                <a:gd name="connsiteX4" fmla="*/ 14097 w 14097"/>
                <a:gd name="connsiteY4" fmla="*/ 7048 h 1409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14097" h="14096">
                  <a:moveTo>
                    <a:pt x="14097" y="7048"/>
                  </a:moveTo>
                  <a:cubicBezTo>
                    <a:pt x="14097" y="10954"/>
                    <a:pt x="10954" y="14097"/>
                    <a:pt x="7049" y="14097"/>
                  </a:cubicBezTo>
                  <a:cubicBezTo>
                    <a:pt x="3143" y="14097"/>
                    <a:pt x="0" y="10954"/>
                    <a:pt x="0" y="7048"/>
                  </a:cubicBezTo>
                  <a:cubicBezTo>
                    <a:pt x="0" y="3143"/>
                    <a:pt x="3143" y="0"/>
                    <a:pt x="7049" y="0"/>
                  </a:cubicBezTo>
                  <a:cubicBezTo>
                    <a:pt x="10954" y="0"/>
                    <a:pt x="14097" y="3143"/>
                    <a:pt x="14097" y="7048"/>
                  </a:cubicBezTo>
                  <a:close/>
                </a:path>
              </a:pathLst>
            </a:custGeom>
            <a:grpFill/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136" name="Freeform: Shape 135">
              <a:extLst>
                <a:ext uri="{FF2B5EF4-FFF2-40B4-BE49-F238E27FC236}">
                  <a16:creationId xmlns:a16="http://schemas.microsoft.com/office/drawing/2014/main" id="{8BD94DDA-54FF-48EE-9DAC-C0EA6F91D4A0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5852450" y="3599725"/>
              <a:ext cx="14096" cy="14096"/>
            </a:xfrm>
            <a:custGeom>
              <a:avLst/>
              <a:gdLst>
                <a:gd name="connsiteX0" fmla="*/ 14097 w 14096"/>
                <a:gd name="connsiteY0" fmla="*/ 7048 h 14096"/>
                <a:gd name="connsiteX1" fmla="*/ 7048 w 14096"/>
                <a:gd name="connsiteY1" fmla="*/ 14097 h 14096"/>
                <a:gd name="connsiteX2" fmla="*/ 0 w 14096"/>
                <a:gd name="connsiteY2" fmla="*/ 7048 h 14096"/>
                <a:gd name="connsiteX3" fmla="*/ 7048 w 14096"/>
                <a:gd name="connsiteY3" fmla="*/ 0 h 14096"/>
                <a:gd name="connsiteX4" fmla="*/ 14097 w 14096"/>
                <a:gd name="connsiteY4" fmla="*/ 7048 h 1409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14096" h="14096">
                  <a:moveTo>
                    <a:pt x="14097" y="7048"/>
                  </a:moveTo>
                  <a:cubicBezTo>
                    <a:pt x="14097" y="10954"/>
                    <a:pt x="10954" y="14097"/>
                    <a:pt x="7048" y="14097"/>
                  </a:cubicBezTo>
                  <a:cubicBezTo>
                    <a:pt x="3143" y="14097"/>
                    <a:pt x="0" y="10954"/>
                    <a:pt x="0" y="7048"/>
                  </a:cubicBezTo>
                  <a:cubicBezTo>
                    <a:pt x="0" y="3143"/>
                    <a:pt x="3143" y="0"/>
                    <a:pt x="7048" y="0"/>
                  </a:cubicBezTo>
                  <a:cubicBezTo>
                    <a:pt x="10954" y="0"/>
                    <a:pt x="14097" y="3143"/>
                    <a:pt x="14097" y="7048"/>
                  </a:cubicBezTo>
                  <a:close/>
                </a:path>
              </a:pathLst>
            </a:custGeom>
            <a:grpFill/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137" name="Freeform: Shape 136">
              <a:extLst>
                <a:ext uri="{FF2B5EF4-FFF2-40B4-BE49-F238E27FC236}">
                  <a16:creationId xmlns:a16="http://schemas.microsoft.com/office/drawing/2014/main" id="{E18A6989-0132-4CB7-BB68-EEBC4E0806A8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5911695" y="3599725"/>
              <a:ext cx="14096" cy="14096"/>
            </a:xfrm>
            <a:custGeom>
              <a:avLst/>
              <a:gdLst>
                <a:gd name="connsiteX0" fmla="*/ 14097 w 14096"/>
                <a:gd name="connsiteY0" fmla="*/ 7048 h 14096"/>
                <a:gd name="connsiteX1" fmla="*/ 7048 w 14096"/>
                <a:gd name="connsiteY1" fmla="*/ 14097 h 14096"/>
                <a:gd name="connsiteX2" fmla="*/ 0 w 14096"/>
                <a:gd name="connsiteY2" fmla="*/ 7048 h 14096"/>
                <a:gd name="connsiteX3" fmla="*/ 7048 w 14096"/>
                <a:gd name="connsiteY3" fmla="*/ 0 h 14096"/>
                <a:gd name="connsiteX4" fmla="*/ 14097 w 14096"/>
                <a:gd name="connsiteY4" fmla="*/ 7048 h 1409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14096" h="14096">
                  <a:moveTo>
                    <a:pt x="14097" y="7048"/>
                  </a:moveTo>
                  <a:cubicBezTo>
                    <a:pt x="14097" y="10954"/>
                    <a:pt x="10954" y="14097"/>
                    <a:pt x="7048" y="14097"/>
                  </a:cubicBezTo>
                  <a:cubicBezTo>
                    <a:pt x="3143" y="14097"/>
                    <a:pt x="0" y="10954"/>
                    <a:pt x="0" y="7048"/>
                  </a:cubicBezTo>
                  <a:cubicBezTo>
                    <a:pt x="0" y="3143"/>
                    <a:pt x="3143" y="0"/>
                    <a:pt x="7048" y="0"/>
                  </a:cubicBezTo>
                  <a:cubicBezTo>
                    <a:pt x="10954" y="0"/>
                    <a:pt x="14097" y="3143"/>
                    <a:pt x="14097" y="7048"/>
                  </a:cubicBezTo>
                  <a:close/>
                </a:path>
              </a:pathLst>
            </a:custGeom>
            <a:grpFill/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138" name="Freeform: Shape 137">
              <a:extLst>
                <a:ext uri="{FF2B5EF4-FFF2-40B4-BE49-F238E27FC236}">
                  <a16:creationId xmlns:a16="http://schemas.microsoft.com/office/drawing/2014/main" id="{A1357332-D19F-4C2B-B474-21D5539B908C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5970846" y="3599725"/>
              <a:ext cx="14096" cy="14096"/>
            </a:xfrm>
            <a:custGeom>
              <a:avLst/>
              <a:gdLst>
                <a:gd name="connsiteX0" fmla="*/ 14097 w 14096"/>
                <a:gd name="connsiteY0" fmla="*/ 7048 h 14096"/>
                <a:gd name="connsiteX1" fmla="*/ 7048 w 14096"/>
                <a:gd name="connsiteY1" fmla="*/ 14097 h 14096"/>
                <a:gd name="connsiteX2" fmla="*/ 0 w 14096"/>
                <a:gd name="connsiteY2" fmla="*/ 7048 h 14096"/>
                <a:gd name="connsiteX3" fmla="*/ 7048 w 14096"/>
                <a:gd name="connsiteY3" fmla="*/ 0 h 14096"/>
                <a:gd name="connsiteX4" fmla="*/ 14097 w 14096"/>
                <a:gd name="connsiteY4" fmla="*/ 7048 h 1409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14096" h="14096">
                  <a:moveTo>
                    <a:pt x="14097" y="7048"/>
                  </a:moveTo>
                  <a:cubicBezTo>
                    <a:pt x="14097" y="10954"/>
                    <a:pt x="10954" y="14097"/>
                    <a:pt x="7048" y="14097"/>
                  </a:cubicBezTo>
                  <a:cubicBezTo>
                    <a:pt x="3143" y="14097"/>
                    <a:pt x="0" y="10954"/>
                    <a:pt x="0" y="7048"/>
                  </a:cubicBezTo>
                  <a:cubicBezTo>
                    <a:pt x="0" y="3143"/>
                    <a:pt x="3143" y="0"/>
                    <a:pt x="7048" y="0"/>
                  </a:cubicBezTo>
                  <a:cubicBezTo>
                    <a:pt x="10954" y="0"/>
                    <a:pt x="14097" y="3143"/>
                    <a:pt x="14097" y="7048"/>
                  </a:cubicBezTo>
                  <a:close/>
                </a:path>
              </a:pathLst>
            </a:custGeom>
            <a:grpFill/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139" name="Freeform: Shape 138">
              <a:extLst>
                <a:ext uri="{FF2B5EF4-FFF2-40B4-BE49-F238E27FC236}">
                  <a16:creationId xmlns:a16="http://schemas.microsoft.com/office/drawing/2014/main" id="{295C7590-8B80-428C-95A9-638B26542579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6030091" y="3599725"/>
              <a:ext cx="14097" cy="14096"/>
            </a:xfrm>
            <a:custGeom>
              <a:avLst/>
              <a:gdLst>
                <a:gd name="connsiteX0" fmla="*/ 14097 w 14097"/>
                <a:gd name="connsiteY0" fmla="*/ 7048 h 14096"/>
                <a:gd name="connsiteX1" fmla="*/ 7048 w 14097"/>
                <a:gd name="connsiteY1" fmla="*/ 14097 h 14096"/>
                <a:gd name="connsiteX2" fmla="*/ 0 w 14097"/>
                <a:gd name="connsiteY2" fmla="*/ 7048 h 14096"/>
                <a:gd name="connsiteX3" fmla="*/ 7048 w 14097"/>
                <a:gd name="connsiteY3" fmla="*/ 0 h 14096"/>
                <a:gd name="connsiteX4" fmla="*/ 14097 w 14097"/>
                <a:gd name="connsiteY4" fmla="*/ 7048 h 1409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14097" h="14096">
                  <a:moveTo>
                    <a:pt x="14097" y="7048"/>
                  </a:moveTo>
                  <a:cubicBezTo>
                    <a:pt x="14097" y="10954"/>
                    <a:pt x="10954" y="14097"/>
                    <a:pt x="7048" y="14097"/>
                  </a:cubicBezTo>
                  <a:cubicBezTo>
                    <a:pt x="3143" y="14097"/>
                    <a:pt x="0" y="10954"/>
                    <a:pt x="0" y="7048"/>
                  </a:cubicBezTo>
                  <a:cubicBezTo>
                    <a:pt x="0" y="3143"/>
                    <a:pt x="3143" y="0"/>
                    <a:pt x="7048" y="0"/>
                  </a:cubicBezTo>
                  <a:cubicBezTo>
                    <a:pt x="10954" y="0"/>
                    <a:pt x="14097" y="3143"/>
                    <a:pt x="14097" y="7048"/>
                  </a:cubicBezTo>
                  <a:close/>
                </a:path>
              </a:pathLst>
            </a:custGeom>
            <a:grpFill/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140" name="Freeform: Shape 139">
              <a:extLst>
                <a:ext uri="{FF2B5EF4-FFF2-40B4-BE49-F238E27FC236}">
                  <a16:creationId xmlns:a16="http://schemas.microsoft.com/office/drawing/2014/main" id="{CA0E8A31-7520-4726-9D96-43BA87407E05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6089242" y="3599725"/>
              <a:ext cx="14096" cy="14096"/>
            </a:xfrm>
            <a:custGeom>
              <a:avLst/>
              <a:gdLst>
                <a:gd name="connsiteX0" fmla="*/ 14097 w 14096"/>
                <a:gd name="connsiteY0" fmla="*/ 7048 h 14096"/>
                <a:gd name="connsiteX1" fmla="*/ 7048 w 14096"/>
                <a:gd name="connsiteY1" fmla="*/ 14097 h 14096"/>
                <a:gd name="connsiteX2" fmla="*/ 0 w 14096"/>
                <a:gd name="connsiteY2" fmla="*/ 7048 h 14096"/>
                <a:gd name="connsiteX3" fmla="*/ 7048 w 14096"/>
                <a:gd name="connsiteY3" fmla="*/ 0 h 14096"/>
                <a:gd name="connsiteX4" fmla="*/ 14097 w 14096"/>
                <a:gd name="connsiteY4" fmla="*/ 7048 h 1409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14096" h="14096">
                  <a:moveTo>
                    <a:pt x="14097" y="7048"/>
                  </a:moveTo>
                  <a:cubicBezTo>
                    <a:pt x="14097" y="10954"/>
                    <a:pt x="10954" y="14097"/>
                    <a:pt x="7048" y="14097"/>
                  </a:cubicBezTo>
                  <a:cubicBezTo>
                    <a:pt x="3143" y="14097"/>
                    <a:pt x="0" y="10954"/>
                    <a:pt x="0" y="7048"/>
                  </a:cubicBezTo>
                  <a:cubicBezTo>
                    <a:pt x="0" y="3143"/>
                    <a:pt x="3143" y="0"/>
                    <a:pt x="7048" y="0"/>
                  </a:cubicBezTo>
                  <a:cubicBezTo>
                    <a:pt x="10954" y="0"/>
                    <a:pt x="14097" y="3143"/>
                    <a:pt x="14097" y="7048"/>
                  </a:cubicBezTo>
                  <a:close/>
                </a:path>
              </a:pathLst>
            </a:custGeom>
            <a:grpFill/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141" name="Freeform: Shape 140">
              <a:extLst>
                <a:ext uri="{FF2B5EF4-FFF2-40B4-BE49-F238E27FC236}">
                  <a16:creationId xmlns:a16="http://schemas.microsoft.com/office/drawing/2014/main" id="{9407EEE0-5D8E-4CCC-A91B-0CB523227CF5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5734053" y="3658968"/>
              <a:ext cx="14192" cy="14096"/>
            </a:xfrm>
            <a:custGeom>
              <a:avLst/>
              <a:gdLst>
                <a:gd name="connsiteX0" fmla="*/ 14192 w 14192"/>
                <a:gd name="connsiteY0" fmla="*/ 7048 h 14096"/>
                <a:gd name="connsiteX1" fmla="*/ 7144 w 14192"/>
                <a:gd name="connsiteY1" fmla="*/ 14097 h 14096"/>
                <a:gd name="connsiteX2" fmla="*/ 0 w 14192"/>
                <a:gd name="connsiteY2" fmla="*/ 7048 h 14096"/>
                <a:gd name="connsiteX3" fmla="*/ 7049 w 14192"/>
                <a:gd name="connsiteY3" fmla="*/ 0 h 14096"/>
                <a:gd name="connsiteX4" fmla="*/ 14192 w 14192"/>
                <a:gd name="connsiteY4" fmla="*/ 7048 h 1409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14192" h="14096">
                  <a:moveTo>
                    <a:pt x="14192" y="7048"/>
                  </a:moveTo>
                  <a:cubicBezTo>
                    <a:pt x="14192" y="10954"/>
                    <a:pt x="11049" y="14097"/>
                    <a:pt x="7144" y="14097"/>
                  </a:cubicBezTo>
                  <a:cubicBezTo>
                    <a:pt x="3239" y="14097"/>
                    <a:pt x="0" y="10954"/>
                    <a:pt x="0" y="7048"/>
                  </a:cubicBezTo>
                  <a:cubicBezTo>
                    <a:pt x="0" y="3143"/>
                    <a:pt x="3143" y="0"/>
                    <a:pt x="7049" y="0"/>
                  </a:cubicBezTo>
                  <a:cubicBezTo>
                    <a:pt x="10954" y="0"/>
                    <a:pt x="14192" y="3143"/>
                    <a:pt x="14192" y="7048"/>
                  </a:cubicBezTo>
                  <a:close/>
                </a:path>
              </a:pathLst>
            </a:custGeom>
            <a:grpFill/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142" name="Freeform: Shape 141">
              <a:extLst>
                <a:ext uri="{FF2B5EF4-FFF2-40B4-BE49-F238E27FC236}">
                  <a16:creationId xmlns:a16="http://schemas.microsoft.com/office/drawing/2014/main" id="{3799DFCC-868B-4257-B530-8E8D616CC5F0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5793299" y="3658968"/>
              <a:ext cx="14097" cy="14096"/>
            </a:xfrm>
            <a:custGeom>
              <a:avLst/>
              <a:gdLst>
                <a:gd name="connsiteX0" fmla="*/ 14097 w 14097"/>
                <a:gd name="connsiteY0" fmla="*/ 7048 h 14096"/>
                <a:gd name="connsiteX1" fmla="*/ 7049 w 14097"/>
                <a:gd name="connsiteY1" fmla="*/ 14097 h 14096"/>
                <a:gd name="connsiteX2" fmla="*/ 0 w 14097"/>
                <a:gd name="connsiteY2" fmla="*/ 7048 h 14096"/>
                <a:gd name="connsiteX3" fmla="*/ 7049 w 14097"/>
                <a:gd name="connsiteY3" fmla="*/ 0 h 14096"/>
                <a:gd name="connsiteX4" fmla="*/ 14097 w 14097"/>
                <a:gd name="connsiteY4" fmla="*/ 7048 h 1409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14097" h="14096">
                  <a:moveTo>
                    <a:pt x="14097" y="7048"/>
                  </a:moveTo>
                  <a:cubicBezTo>
                    <a:pt x="14097" y="10954"/>
                    <a:pt x="10954" y="14097"/>
                    <a:pt x="7049" y="14097"/>
                  </a:cubicBezTo>
                  <a:cubicBezTo>
                    <a:pt x="3143" y="14097"/>
                    <a:pt x="0" y="10954"/>
                    <a:pt x="0" y="7048"/>
                  </a:cubicBezTo>
                  <a:cubicBezTo>
                    <a:pt x="0" y="3143"/>
                    <a:pt x="3143" y="0"/>
                    <a:pt x="7049" y="0"/>
                  </a:cubicBezTo>
                  <a:cubicBezTo>
                    <a:pt x="10954" y="0"/>
                    <a:pt x="14097" y="3143"/>
                    <a:pt x="14097" y="7048"/>
                  </a:cubicBezTo>
                  <a:close/>
                </a:path>
              </a:pathLst>
            </a:custGeom>
            <a:grpFill/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143" name="Freeform: Shape 142">
              <a:extLst>
                <a:ext uri="{FF2B5EF4-FFF2-40B4-BE49-F238E27FC236}">
                  <a16:creationId xmlns:a16="http://schemas.microsoft.com/office/drawing/2014/main" id="{F7F5EEB5-FE82-45A8-97C4-88460ABAFB3C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5852449" y="3658968"/>
              <a:ext cx="14096" cy="14096"/>
            </a:xfrm>
            <a:custGeom>
              <a:avLst/>
              <a:gdLst>
                <a:gd name="connsiteX0" fmla="*/ 14097 w 14096"/>
                <a:gd name="connsiteY0" fmla="*/ 7048 h 14096"/>
                <a:gd name="connsiteX1" fmla="*/ 7048 w 14096"/>
                <a:gd name="connsiteY1" fmla="*/ 14097 h 14096"/>
                <a:gd name="connsiteX2" fmla="*/ 0 w 14096"/>
                <a:gd name="connsiteY2" fmla="*/ 7048 h 14096"/>
                <a:gd name="connsiteX3" fmla="*/ 7048 w 14096"/>
                <a:gd name="connsiteY3" fmla="*/ 0 h 14096"/>
                <a:gd name="connsiteX4" fmla="*/ 14097 w 14096"/>
                <a:gd name="connsiteY4" fmla="*/ 7048 h 1409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14096" h="14096">
                  <a:moveTo>
                    <a:pt x="14097" y="7048"/>
                  </a:moveTo>
                  <a:cubicBezTo>
                    <a:pt x="14097" y="10954"/>
                    <a:pt x="10954" y="14097"/>
                    <a:pt x="7048" y="14097"/>
                  </a:cubicBezTo>
                  <a:cubicBezTo>
                    <a:pt x="3143" y="14097"/>
                    <a:pt x="0" y="10954"/>
                    <a:pt x="0" y="7048"/>
                  </a:cubicBezTo>
                  <a:cubicBezTo>
                    <a:pt x="0" y="3143"/>
                    <a:pt x="3143" y="0"/>
                    <a:pt x="7048" y="0"/>
                  </a:cubicBezTo>
                  <a:cubicBezTo>
                    <a:pt x="10954" y="0"/>
                    <a:pt x="14097" y="3143"/>
                    <a:pt x="14097" y="7048"/>
                  </a:cubicBezTo>
                  <a:close/>
                </a:path>
              </a:pathLst>
            </a:custGeom>
            <a:grpFill/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144" name="Freeform: Shape 143">
              <a:extLst>
                <a:ext uri="{FF2B5EF4-FFF2-40B4-BE49-F238E27FC236}">
                  <a16:creationId xmlns:a16="http://schemas.microsoft.com/office/drawing/2014/main" id="{CD76E4C7-EB07-499D-9BC3-FF39C8B613FC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5911695" y="3658968"/>
              <a:ext cx="14096" cy="14096"/>
            </a:xfrm>
            <a:custGeom>
              <a:avLst/>
              <a:gdLst>
                <a:gd name="connsiteX0" fmla="*/ 14097 w 14096"/>
                <a:gd name="connsiteY0" fmla="*/ 7048 h 14096"/>
                <a:gd name="connsiteX1" fmla="*/ 7048 w 14096"/>
                <a:gd name="connsiteY1" fmla="*/ 14097 h 14096"/>
                <a:gd name="connsiteX2" fmla="*/ 0 w 14096"/>
                <a:gd name="connsiteY2" fmla="*/ 7048 h 14096"/>
                <a:gd name="connsiteX3" fmla="*/ 7048 w 14096"/>
                <a:gd name="connsiteY3" fmla="*/ 0 h 14096"/>
                <a:gd name="connsiteX4" fmla="*/ 14097 w 14096"/>
                <a:gd name="connsiteY4" fmla="*/ 7048 h 1409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14096" h="14096">
                  <a:moveTo>
                    <a:pt x="14097" y="7048"/>
                  </a:moveTo>
                  <a:cubicBezTo>
                    <a:pt x="14097" y="10954"/>
                    <a:pt x="10954" y="14097"/>
                    <a:pt x="7048" y="14097"/>
                  </a:cubicBezTo>
                  <a:cubicBezTo>
                    <a:pt x="3143" y="14097"/>
                    <a:pt x="0" y="10954"/>
                    <a:pt x="0" y="7048"/>
                  </a:cubicBezTo>
                  <a:cubicBezTo>
                    <a:pt x="0" y="3143"/>
                    <a:pt x="3143" y="0"/>
                    <a:pt x="7048" y="0"/>
                  </a:cubicBezTo>
                  <a:cubicBezTo>
                    <a:pt x="10954" y="0"/>
                    <a:pt x="14097" y="3143"/>
                    <a:pt x="14097" y="7048"/>
                  </a:cubicBezTo>
                  <a:close/>
                </a:path>
              </a:pathLst>
            </a:custGeom>
            <a:grpFill/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145" name="Freeform: Shape 144">
              <a:extLst>
                <a:ext uri="{FF2B5EF4-FFF2-40B4-BE49-F238E27FC236}">
                  <a16:creationId xmlns:a16="http://schemas.microsoft.com/office/drawing/2014/main" id="{86EFDF8D-E5F7-4EB8-B8DA-3CC7E21D88A2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5970845" y="3658968"/>
              <a:ext cx="14096" cy="14096"/>
            </a:xfrm>
            <a:custGeom>
              <a:avLst/>
              <a:gdLst>
                <a:gd name="connsiteX0" fmla="*/ 14097 w 14096"/>
                <a:gd name="connsiteY0" fmla="*/ 7048 h 14096"/>
                <a:gd name="connsiteX1" fmla="*/ 7048 w 14096"/>
                <a:gd name="connsiteY1" fmla="*/ 14097 h 14096"/>
                <a:gd name="connsiteX2" fmla="*/ 0 w 14096"/>
                <a:gd name="connsiteY2" fmla="*/ 7048 h 14096"/>
                <a:gd name="connsiteX3" fmla="*/ 7048 w 14096"/>
                <a:gd name="connsiteY3" fmla="*/ 0 h 14096"/>
                <a:gd name="connsiteX4" fmla="*/ 14097 w 14096"/>
                <a:gd name="connsiteY4" fmla="*/ 7048 h 1409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14096" h="14096">
                  <a:moveTo>
                    <a:pt x="14097" y="7048"/>
                  </a:moveTo>
                  <a:cubicBezTo>
                    <a:pt x="14097" y="10954"/>
                    <a:pt x="10954" y="14097"/>
                    <a:pt x="7048" y="14097"/>
                  </a:cubicBezTo>
                  <a:cubicBezTo>
                    <a:pt x="3143" y="14097"/>
                    <a:pt x="0" y="10954"/>
                    <a:pt x="0" y="7048"/>
                  </a:cubicBezTo>
                  <a:cubicBezTo>
                    <a:pt x="0" y="3143"/>
                    <a:pt x="3143" y="0"/>
                    <a:pt x="7048" y="0"/>
                  </a:cubicBezTo>
                  <a:cubicBezTo>
                    <a:pt x="10954" y="0"/>
                    <a:pt x="14097" y="3143"/>
                    <a:pt x="14097" y="7048"/>
                  </a:cubicBezTo>
                  <a:close/>
                </a:path>
              </a:pathLst>
            </a:custGeom>
            <a:grpFill/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146" name="Freeform: Shape 145">
              <a:extLst>
                <a:ext uri="{FF2B5EF4-FFF2-40B4-BE49-F238E27FC236}">
                  <a16:creationId xmlns:a16="http://schemas.microsoft.com/office/drawing/2014/main" id="{2CA6506B-EACA-4FB2-81AB-E028F44786FF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6030090" y="3658968"/>
              <a:ext cx="14097" cy="14096"/>
            </a:xfrm>
            <a:custGeom>
              <a:avLst/>
              <a:gdLst>
                <a:gd name="connsiteX0" fmla="*/ 14097 w 14097"/>
                <a:gd name="connsiteY0" fmla="*/ 7048 h 14096"/>
                <a:gd name="connsiteX1" fmla="*/ 7048 w 14097"/>
                <a:gd name="connsiteY1" fmla="*/ 14097 h 14096"/>
                <a:gd name="connsiteX2" fmla="*/ 0 w 14097"/>
                <a:gd name="connsiteY2" fmla="*/ 7048 h 14096"/>
                <a:gd name="connsiteX3" fmla="*/ 7048 w 14097"/>
                <a:gd name="connsiteY3" fmla="*/ 0 h 14096"/>
                <a:gd name="connsiteX4" fmla="*/ 14097 w 14097"/>
                <a:gd name="connsiteY4" fmla="*/ 7048 h 1409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14097" h="14096">
                  <a:moveTo>
                    <a:pt x="14097" y="7048"/>
                  </a:moveTo>
                  <a:cubicBezTo>
                    <a:pt x="14097" y="10954"/>
                    <a:pt x="10954" y="14097"/>
                    <a:pt x="7048" y="14097"/>
                  </a:cubicBezTo>
                  <a:cubicBezTo>
                    <a:pt x="3143" y="14097"/>
                    <a:pt x="0" y="10954"/>
                    <a:pt x="0" y="7048"/>
                  </a:cubicBezTo>
                  <a:cubicBezTo>
                    <a:pt x="0" y="3143"/>
                    <a:pt x="3143" y="0"/>
                    <a:pt x="7048" y="0"/>
                  </a:cubicBezTo>
                  <a:cubicBezTo>
                    <a:pt x="10954" y="0"/>
                    <a:pt x="14097" y="3143"/>
                    <a:pt x="14097" y="7048"/>
                  </a:cubicBezTo>
                  <a:close/>
                </a:path>
              </a:pathLst>
            </a:custGeom>
            <a:grpFill/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147" name="Freeform: Shape 146">
              <a:extLst>
                <a:ext uri="{FF2B5EF4-FFF2-40B4-BE49-F238E27FC236}">
                  <a16:creationId xmlns:a16="http://schemas.microsoft.com/office/drawing/2014/main" id="{193E4771-2787-4901-93D8-7E90F3F479AA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6089242" y="3658968"/>
              <a:ext cx="14096" cy="14096"/>
            </a:xfrm>
            <a:custGeom>
              <a:avLst/>
              <a:gdLst>
                <a:gd name="connsiteX0" fmla="*/ 14097 w 14096"/>
                <a:gd name="connsiteY0" fmla="*/ 7048 h 14096"/>
                <a:gd name="connsiteX1" fmla="*/ 7048 w 14096"/>
                <a:gd name="connsiteY1" fmla="*/ 14097 h 14096"/>
                <a:gd name="connsiteX2" fmla="*/ 0 w 14096"/>
                <a:gd name="connsiteY2" fmla="*/ 7048 h 14096"/>
                <a:gd name="connsiteX3" fmla="*/ 7048 w 14096"/>
                <a:gd name="connsiteY3" fmla="*/ 0 h 14096"/>
                <a:gd name="connsiteX4" fmla="*/ 14097 w 14096"/>
                <a:gd name="connsiteY4" fmla="*/ 7048 h 1409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14096" h="14096">
                  <a:moveTo>
                    <a:pt x="14097" y="7048"/>
                  </a:moveTo>
                  <a:cubicBezTo>
                    <a:pt x="14097" y="10954"/>
                    <a:pt x="10954" y="14097"/>
                    <a:pt x="7048" y="14097"/>
                  </a:cubicBezTo>
                  <a:cubicBezTo>
                    <a:pt x="3143" y="14097"/>
                    <a:pt x="0" y="10954"/>
                    <a:pt x="0" y="7048"/>
                  </a:cubicBezTo>
                  <a:cubicBezTo>
                    <a:pt x="0" y="3143"/>
                    <a:pt x="3143" y="0"/>
                    <a:pt x="7048" y="0"/>
                  </a:cubicBezTo>
                  <a:cubicBezTo>
                    <a:pt x="10954" y="0"/>
                    <a:pt x="14097" y="3143"/>
                    <a:pt x="14097" y="7048"/>
                  </a:cubicBezTo>
                  <a:close/>
                </a:path>
              </a:pathLst>
            </a:custGeom>
            <a:grpFill/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148" name="Freeform: Shape 147">
              <a:extLst>
                <a:ext uri="{FF2B5EF4-FFF2-40B4-BE49-F238E27FC236}">
                  <a16:creationId xmlns:a16="http://schemas.microsoft.com/office/drawing/2014/main" id="{0EA31773-15F1-4605-8787-6891ABB21186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5734055" y="3718118"/>
              <a:ext cx="14192" cy="14096"/>
            </a:xfrm>
            <a:custGeom>
              <a:avLst/>
              <a:gdLst>
                <a:gd name="connsiteX0" fmla="*/ 14192 w 14192"/>
                <a:gd name="connsiteY0" fmla="*/ 7048 h 14096"/>
                <a:gd name="connsiteX1" fmla="*/ 7144 w 14192"/>
                <a:gd name="connsiteY1" fmla="*/ 14097 h 14096"/>
                <a:gd name="connsiteX2" fmla="*/ 0 w 14192"/>
                <a:gd name="connsiteY2" fmla="*/ 7048 h 14096"/>
                <a:gd name="connsiteX3" fmla="*/ 7049 w 14192"/>
                <a:gd name="connsiteY3" fmla="*/ 0 h 14096"/>
                <a:gd name="connsiteX4" fmla="*/ 14192 w 14192"/>
                <a:gd name="connsiteY4" fmla="*/ 7048 h 1409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14192" h="14096">
                  <a:moveTo>
                    <a:pt x="14192" y="7048"/>
                  </a:moveTo>
                  <a:cubicBezTo>
                    <a:pt x="14192" y="10954"/>
                    <a:pt x="11049" y="14097"/>
                    <a:pt x="7144" y="14097"/>
                  </a:cubicBezTo>
                  <a:cubicBezTo>
                    <a:pt x="3239" y="14097"/>
                    <a:pt x="0" y="10954"/>
                    <a:pt x="0" y="7048"/>
                  </a:cubicBezTo>
                  <a:cubicBezTo>
                    <a:pt x="0" y="3143"/>
                    <a:pt x="3143" y="0"/>
                    <a:pt x="7049" y="0"/>
                  </a:cubicBezTo>
                  <a:cubicBezTo>
                    <a:pt x="10954" y="0"/>
                    <a:pt x="14192" y="3143"/>
                    <a:pt x="14192" y="7048"/>
                  </a:cubicBezTo>
                  <a:close/>
                </a:path>
              </a:pathLst>
            </a:custGeom>
            <a:grpFill/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149" name="Freeform: Shape 148">
              <a:extLst>
                <a:ext uri="{FF2B5EF4-FFF2-40B4-BE49-F238E27FC236}">
                  <a16:creationId xmlns:a16="http://schemas.microsoft.com/office/drawing/2014/main" id="{1302C213-2CD5-4168-9534-111E6E81A8CA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5793300" y="3718118"/>
              <a:ext cx="14097" cy="14096"/>
            </a:xfrm>
            <a:custGeom>
              <a:avLst/>
              <a:gdLst>
                <a:gd name="connsiteX0" fmla="*/ 14097 w 14097"/>
                <a:gd name="connsiteY0" fmla="*/ 7048 h 14096"/>
                <a:gd name="connsiteX1" fmla="*/ 7049 w 14097"/>
                <a:gd name="connsiteY1" fmla="*/ 14097 h 14096"/>
                <a:gd name="connsiteX2" fmla="*/ 0 w 14097"/>
                <a:gd name="connsiteY2" fmla="*/ 7048 h 14096"/>
                <a:gd name="connsiteX3" fmla="*/ 7049 w 14097"/>
                <a:gd name="connsiteY3" fmla="*/ 0 h 14096"/>
                <a:gd name="connsiteX4" fmla="*/ 14097 w 14097"/>
                <a:gd name="connsiteY4" fmla="*/ 7048 h 1409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14097" h="14096">
                  <a:moveTo>
                    <a:pt x="14097" y="7048"/>
                  </a:moveTo>
                  <a:cubicBezTo>
                    <a:pt x="14097" y="10954"/>
                    <a:pt x="10954" y="14097"/>
                    <a:pt x="7049" y="14097"/>
                  </a:cubicBezTo>
                  <a:cubicBezTo>
                    <a:pt x="3143" y="14097"/>
                    <a:pt x="0" y="10954"/>
                    <a:pt x="0" y="7048"/>
                  </a:cubicBezTo>
                  <a:cubicBezTo>
                    <a:pt x="0" y="3143"/>
                    <a:pt x="3143" y="0"/>
                    <a:pt x="7049" y="0"/>
                  </a:cubicBezTo>
                  <a:cubicBezTo>
                    <a:pt x="10954" y="0"/>
                    <a:pt x="14097" y="3143"/>
                    <a:pt x="14097" y="7048"/>
                  </a:cubicBezTo>
                  <a:close/>
                </a:path>
              </a:pathLst>
            </a:custGeom>
            <a:grpFill/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150" name="Freeform: Shape 149">
              <a:extLst>
                <a:ext uri="{FF2B5EF4-FFF2-40B4-BE49-F238E27FC236}">
                  <a16:creationId xmlns:a16="http://schemas.microsoft.com/office/drawing/2014/main" id="{B9B36C24-2336-41FD-BAC4-6CD69DFD551A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5852450" y="3718118"/>
              <a:ext cx="14096" cy="14096"/>
            </a:xfrm>
            <a:custGeom>
              <a:avLst/>
              <a:gdLst>
                <a:gd name="connsiteX0" fmla="*/ 14097 w 14096"/>
                <a:gd name="connsiteY0" fmla="*/ 7048 h 14096"/>
                <a:gd name="connsiteX1" fmla="*/ 7048 w 14096"/>
                <a:gd name="connsiteY1" fmla="*/ 14097 h 14096"/>
                <a:gd name="connsiteX2" fmla="*/ 0 w 14096"/>
                <a:gd name="connsiteY2" fmla="*/ 7048 h 14096"/>
                <a:gd name="connsiteX3" fmla="*/ 7048 w 14096"/>
                <a:gd name="connsiteY3" fmla="*/ 0 h 14096"/>
                <a:gd name="connsiteX4" fmla="*/ 14097 w 14096"/>
                <a:gd name="connsiteY4" fmla="*/ 7048 h 1409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14096" h="14096">
                  <a:moveTo>
                    <a:pt x="14097" y="7048"/>
                  </a:moveTo>
                  <a:cubicBezTo>
                    <a:pt x="14097" y="10954"/>
                    <a:pt x="10954" y="14097"/>
                    <a:pt x="7048" y="14097"/>
                  </a:cubicBezTo>
                  <a:cubicBezTo>
                    <a:pt x="3143" y="14097"/>
                    <a:pt x="0" y="10954"/>
                    <a:pt x="0" y="7048"/>
                  </a:cubicBezTo>
                  <a:cubicBezTo>
                    <a:pt x="0" y="3143"/>
                    <a:pt x="3143" y="0"/>
                    <a:pt x="7048" y="0"/>
                  </a:cubicBezTo>
                  <a:cubicBezTo>
                    <a:pt x="10954" y="0"/>
                    <a:pt x="14097" y="3143"/>
                    <a:pt x="14097" y="7048"/>
                  </a:cubicBezTo>
                  <a:close/>
                </a:path>
              </a:pathLst>
            </a:custGeom>
            <a:grpFill/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151" name="Freeform: Shape 150">
              <a:extLst>
                <a:ext uri="{FF2B5EF4-FFF2-40B4-BE49-F238E27FC236}">
                  <a16:creationId xmlns:a16="http://schemas.microsoft.com/office/drawing/2014/main" id="{CA3AFAFE-D376-4A7B-928B-833531472DD3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5911696" y="3718118"/>
              <a:ext cx="14096" cy="14096"/>
            </a:xfrm>
            <a:custGeom>
              <a:avLst/>
              <a:gdLst>
                <a:gd name="connsiteX0" fmla="*/ 14097 w 14096"/>
                <a:gd name="connsiteY0" fmla="*/ 7048 h 14096"/>
                <a:gd name="connsiteX1" fmla="*/ 7048 w 14096"/>
                <a:gd name="connsiteY1" fmla="*/ 14097 h 14096"/>
                <a:gd name="connsiteX2" fmla="*/ 0 w 14096"/>
                <a:gd name="connsiteY2" fmla="*/ 7048 h 14096"/>
                <a:gd name="connsiteX3" fmla="*/ 7048 w 14096"/>
                <a:gd name="connsiteY3" fmla="*/ 0 h 14096"/>
                <a:gd name="connsiteX4" fmla="*/ 14097 w 14096"/>
                <a:gd name="connsiteY4" fmla="*/ 7048 h 1409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14096" h="14096">
                  <a:moveTo>
                    <a:pt x="14097" y="7048"/>
                  </a:moveTo>
                  <a:cubicBezTo>
                    <a:pt x="14097" y="10954"/>
                    <a:pt x="10954" y="14097"/>
                    <a:pt x="7048" y="14097"/>
                  </a:cubicBezTo>
                  <a:cubicBezTo>
                    <a:pt x="3143" y="14097"/>
                    <a:pt x="0" y="10954"/>
                    <a:pt x="0" y="7048"/>
                  </a:cubicBezTo>
                  <a:cubicBezTo>
                    <a:pt x="0" y="3143"/>
                    <a:pt x="3143" y="0"/>
                    <a:pt x="7048" y="0"/>
                  </a:cubicBezTo>
                  <a:cubicBezTo>
                    <a:pt x="10954" y="0"/>
                    <a:pt x="14097" y="3143"/>
                    <a:pt x="14097" y="7048"/>
                  </a:cubicBezTo>
                  <a:close/>
                </a:path>
              </a:pathLst>
            </a:custGeom>
            <a:grpFill/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152" name="Freeform: Shape 151">
              <a:extLst>
                <a:ext uri="{FF2B5EF4-FFF2-40B4-BE49-F238E27FC236}">
                  <a16:creationId xmlns:a16="http://schemas.microsoft.com/office/drawing/2014/main" id="{7C685A00-A4F7-4250-BAAA-70978DADE4EB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5970846" y="3718118"/>
              <a:ext cx="14096" cy="14096"/>
            </a:xfrm>
            <a:custGeom>
              <a:avLst/>
              <a:gdLst>
                <a:gd name="connsiteX0" fmla="*/ 14097 w 14096"/>
                <a:gd name="connsiteY0" fmla="*/ 7048 h 14096"/>
                <a:gd name="connsiteX1" fmla="*/ 7048 w 14096"/>
                <a:gd name="connsiteY1" fmla="*/ 14097 h 14096"/>
                <a:gd name="connsiteX2" fmla="*/ 0 w 14096"/>
                <a:gd name="connsiteY2" fmla="*/ 7048 h 14096"/>
                <a:gd name="connsiteX3" fmla="*/ 7048 w 14096"/>
                <a:gd name="connsiteY3" fmla="*/ 0 h 14096"/>
                <a:gd name="connsiteX4" fmla="*/ 14097 w 14096"/>
                <a:gd name="connsiteY4" fmla="*/ 7048 h 1409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14096" h="14096">
                  <a:moveTo>
                    <a:pt x="14097" y="7048"/>
                  </a:moveTo>
                  <a:cubicBezTo>
                    <a:pt x="14097" y="10954"/>
                    <a:pt x="10954" y="14097"/>
                    <a:pt x="7048" y="14097"/>
                  </a:cubicBezTo>
                  <a:cubicBezTo>
                    <a:pt x="3143" y="14097"/>
                    <a:pt x="0" y="10954"/>
                    <a:pt x="0" y="7048"/>
                  </a:cubicBezTo>
                  <a:cubicBezTo>
                    <a:pt x="0" y="3143"/>
                    <a:pt x="3143" y="0"/>
                    <a:pt x="7048" y="0"/>
                  </a:cubicBezTo>
                  <a:cubicBezTo>
                    <a:pt x="10954" y="0"/>
                    <a:pt x="14097" y="3143"/>
                    <a:pt x="14097" y="7048"/>
                  </a:cubicBezTo>
                  <a:close/>
                </a:path>
              </a:pathLst>
            </a:custGeom>
            <a:grpFill/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153" name="Freeform: Shape 152">
              <a:extLst>
                <a:ext uri="{FF2B5EF4-FFF2-40B4-BE49-F238E27FC236}">
                  <a16:creationId xmlns:a16="http://schemas.microsoft.com/office/drawing/2014/main" id="{E52682F3-EDD5-4BDC-BB19-A4540873A832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6030091" y="3718118"/>
              <a:ext cx="14097" cy="14096"/>
            </a:xfrm>
            <a:custGeom>
              <a:avLst/>
              <a:gdLst>
                <a:gd name="connsiteX0" fmla="*/ 14097 w 14097"/>
                <a:gd name="connsiteY0" fmla="*/ 7048 h 14096"/>
                <a:gd name="connsiteX1" fmla="*/ 7048 w 14097"/>
                <a:gd name="connsiteY1" fmla="*/ 14097 h 14096"/>
                <a:gd name="connsiteX2" fmla="*/ 0 w 14097"/>
                <a:gd name="connsiteY2" fmla="*/ 7048 h 14096"/>
                <a:gd name="connsiteX3" fmla="*/ 7048 w 14097"/>
                <a:gd name="connsiteY3" fmla="*/ 0 h 14096"/>
                <a:gd name="connsiteX4" fmla="*/ 14097 w 14097"/>
                <a:gd name="connsiteY4" fmla="*/ 7048 h 1409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14097" h="14096">
                  <a:moveTo>
                    <a:pt x="14097" y="7048"/>
                  </a:moveTo>
                  <a:cubicBezTo>
                    <a:pt x="14097" y="10954"/>
                    <a:pt x="10954" y="14097"/>
                    <a:pt x="7048" y="14097"/>
                  </a:cubicBezTo>
                  <a:cubicBezTo>
                    <a:pt x="3143" y="14097"/>
                    <a:pt x="0" y="10954"/>
                    <a:pt x="0" y="7048"/>
                  </a:cubicBezTo>
                  <a:cubicBezTo>
                    <a:pt x="0" y="3143"/>
                    <a:pt x="3143" y="0"/>
                    <a:pt x="7048" y="0"/>
                  </a:cubicBezTo>
                  <a:cubicBezTo>
                    <a:pt x="10954" y="0"/>
                    <a:pt x="14097" y="3143"/>
                    <a:pt x="14097" y="7048"/>
                  </a:cubicBezTo>
                  <a:close/>
                </a:path>
              </a:pathLst>
            </a:custGeom>
            <a:grpFill/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154" name="Freeform: Shape 153">
              <a:extLst>
                <a:ext uri="{FF2B5EF4-FFF2-40B4-BE49-F238E27FC236}">
                  <a16:creationId xmlns:a16="http://schemas.microsoft.com/office/drawing/2014/main" id="{2C5E1880-CFBA-4547-9C23-6D2C4330484B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6089242" y="3718118"/>
              <a:ext cx="14096" cy="14096"/>
            </a:xfrm>
            <a:custGeom>
              <a:avLst/>
              <a:gdLst>
                <a:gd name="connsiteX0" fmla="*/ 14097 w 14096"/>
                <a:gd name="connsiteY0" fmla="*/ 7048 h 14096"/>
                <a:gd name="connsiteX1" fmla="*/ 7048 w 14096"/>
                <a:gd name="connsiteY1" fmla="*/ 14097 h 14096"/>
                <a:gd name="connsiteX2" fmla="*/ 0 w 14096"/>
                <a:gd name="connsiteY2" fmla="*/ 7048 h 14096"/>
                <a:gd name="connsiteX3" fmla="*/ 7048 w 14096"/>
                <a:gd name="connsiteY3" fmla="*/ 0 h 14096"/>
                <a:gd name="connsiteX4" fmla="*/ 14097 w 14096"/>
                <a:gd name="connsiteY4" fmla="*/ 7048 h 1409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14096" h="14096">
                  <a:moveTo>
                    <a:pt x="14097" y="7048"/>
                  </a:moveTo>
                  <a:cubicBezTo>
                    <a:pt x="14097" y="10954"/>
                    <a:pt x="10954" y="14097"/>
                    <a:pt x="7048" y="14097"/>
                  </a:cubicBezTo>
                  <a:cubicBezTo>
                    <a:pt x="3143" y="14097"/>
                    <a:pt x="0" y="10954"/>
                    <a:pt x="0" y="7048"/>
                  </a:cubicBezTo>
                  <a:cubicBezTo>
                    <a:pt x="0" y="3143"/>
                    <a:pt x="3143" y="0"/>
                    <a:pt x="7048" y="0"/>
                  </a:cubicBezTo>
                  <a:cubicBezTo>
                    <a:pt x="10954" y="0"/>
                    <a:pt x="14097" y="3143"/>
                    <a:pt x="14097" y="7048"/>
                  </a:cubicBezTo>
                  <a:close/>
                </a:path>
              </a:pathLst>
            </a:custGeom>
            <a:grpFill/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155" name="Freeform: Shape 154">
              <a:extLst>
                <a:ext uri="{FF2B5EF4-FFF2-40B4-BE49-F238E27FC236}">
                  <a16:creationId xmlns:a16="http://schemas.microsoft.com/office/drawing/2014/main" id="{439AAF4F-2AAD-4A02-A7FA-FE28D52869A3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5734057" y="3777362"/>
              <a:ext cx="14192" cy="14096"/>
            </a:xfrm>
            <a:custGeom>
              <a:avLst/>
              <a:gdLst>
                <a:gd name="connsiteX0" fmla="*/ 14192 w 14192"/>
                <a:gd name="connsiteY0" fmla="*/ 7048 h 14096"/>
                <a:gd name="connsiteX1" fmla="*/ 7144 w 14192"/>
                <a:gd name="connsiteY1" fmla="*/ 14097 h 14096"/>
                <a:gd name="connsiteX2" fmla="*/ 0 w 14192"/>
                <a:gd name="connsiteY2" fmla="*/ 7048 h 14096"/>
                <a:gd name="connsiteX3" fmla="*/ 7049 w 14192"/>
                <a:gd name="connsiteY3" fmla="*/ 0 h 14096"/>
                <a:gd name="connsiteX4" fmla="*/ 14192 w 14192"/>
                <a:gd name="connsiteY4" fmla="*/ 7048 h 1409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14192" h="14096">
                  <a:moveTo>
                    <a:pt x="14192" y="7048"/>
                  </a:moveTo>
                  <a:cubicBezTo>
                    <a:pt x="14192" y="10954"/>
                    <a:pt x="11049" y="14097"/>
                    <a:pt x="7144" y="14097"/>
                  </a:cubicBezTo>
                  <a:cubicBezTo>
                    <a:pt x="3239" y="14097"/>
                    <a:pt x="0" y="10954"/>
                    <a:pt x="0" y="7048"/>
                  </a:cubicBezTo>
                  <a:cubicBezTo>
                    <a:pt x="0" y="3143"/>
                    <a:pt x="3143" y="0"/>
                    <a:pt x="7049" y="0"/>
                  </a:cubicBezTo>
                  <a:cubicBezTo>
                    <a:pt x="10954" y="0"/>
                    <a:pt x="14192" y="3143"/>
                    <a:pt x="14192" y="7048"/>
                  </a:cubicBezTo>
                  <a:close/>
                </a:path>
              </a:pathLst>
            </a:custGeom>
            <a:grpFill/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156" name="Freeform: Shape 155">
              <a:extLst>
                <a:ext uri="{FF2B5EF4-FFF2-40B4-BE49-F238E27FC236}">
                  <a16:creationId xmlns:a16="http://schemas.microsoft.com/office/drawing/2014/main" id="{05614144-9309-41ED-8E05-839A6EEFF89F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5793301" y="3777362"/>
              <a:ext cx="14097" cy="14096"/>
            </a:xfrm>
            <a:custGeom>
              <a:avLst/>
              <a:gdLst>
                <a:gd name="connsiteX0" fmla="*/ 14097 w 14097"/>
                <a:gd name="connsiteY0" fmla="*/ 7048 h 14096"/>
                <a:gd name="connsiteX1" fmla="*/ 7049 w 14097"/>
                <a:gd name="connsiteY1" fmla="*/ 14097 h 14096"/>
                <a:gd name="connsiteX2" fmla="*/ 0 w 14097"/>
                <a:gd name="connsiteY2" fmla="*/ 7048 h 14096"/>
                <a:gd name="connsiteX3" fmla="*/ 7049 w 14097"/>
                <a:gd name="connsiteY3" fmla="*/ 0 h 14096"/>
                <a:gd name="connsiteX4" fmla="*/ 14097 w 14097"/>
                <a:gd name="connsiteY4" fmla="*/ 7048 h 1409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14097" h="14096">
                  <a:moveTo>
                    <a:pt x="14097" y="7048"/>
                  </a:moveTo>
                  <a:cubicBezTo>
                    <a:pt x="14097" y="10941"/>
                    <a:pt x="10941" y="14097"/>
                    <a:pt x="7049" y="14097"/>
                  </a:cubicBezTo>
                  <a:cubicBezTo>
                    <a:pt x="3156" y="14097"/>
                    <a:pt x="0" y="10941"/>
                    <a:pt x="0" y="7048"/>
                  </a:cubicBezTo>
                  <a:cubicBezTo>
                    <a:pt x="0" y="3156"/>
                    <a:pt x="3156" y="0"/>
                    <a:pt x="7049" y="0"/>
                  </a:cubicBezTo>
                  <a:cubicBezTo>
                    <a:pt x="10941" y="0"/>
                    <a:pt x="14097" y="3156"/>
                    <a:pt x="14097" y="7048"/>
                  </a:cubicBezTo>
                  <a:close/>
                </a:path>
              </a:pathLst>
            </a:custGeom>
            <a:grpFill/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157" name="Freeform: Shape 156">
              <a:extLst>
                <a:ext uri="{FF2B5EF4-FFF2-40B4-BE49-F238E27FC236}">
                  <a16:creationId xmlns:a16="http://schemas.microsoft.com/office/drawing/2014/main" id="{24324D6F-A81D-45F2-BA36-C53F1AB0C67B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5852453" y="3777360"/>
              <a:ext cx="14096" cy="14099"/>
            </a:xfrm>
            <a:custGeom>
              <a:avLst/>
              <a:gdLst>
                <a:gd name="connsiteX0" fmla="*/ 14097 w 14096"/>
                <a:gd name="connsiteY0" fmla="*/ 7051 h 14099"/>
                <a:gd name="connsiteX1" fmla="*/ 7048 w 14096"/>
                <a:gd name="connsiteY1" fmla="*/ 14099 h 14099"/>
                <a:gd name="connsiteX2" fmla="*/ 0 w 14096"/>
                <a:gd name="connsiteY2" fmla="*/ 7051 h 14099"/>
                <a:gd name="connsiteX3" fmla="*/ 7048 w 14096"/>
                <a:gd name="connsiteY3" fmla="*/ 2 h 14099"/>
                <a:gd name="connsiteX4" fmla="*/ 14097 w 14096"/>
                <a:gd name="connsiteY4" fmla="*/ 7051 h 14099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14096" h="14099">
                  <a:moveTo>
                    <a:pt x="14097" y="7051"/>
                  </a:moveTo>
                  <a:cubicBezTo>
                    <a:pt x="14097" y="10956"/>
                    <a:pt x="10954" y="14099"/>
                    <a:pt x="7048" y="14099"/>
                  </a:cubicBezTo>
                  <a:cubicBezTo>
                    <a:pt x="3143" y="14099"/>
                    <a:pt x="0" y="10956"/>
                    <a:pt x="0" y="7051"/>
                  </a:cubicBezTo>
                  <a:cubicBezTo>
                    <a:pt x="0" y="3145"/>
                    <a:pt x="3143" y="2"/>
                    <a:pt x="7048" y="2"/>
                  </a:cubicBezTo>
                  <a:cubicBezTo>
                    <a:pt x="10954" y="-93"/>
                    <a:pt x="14097" y="3145"/>
                    <a:pt x="14097" y="7051"/>
                  </a:cubicBezTo>
                  <a:close/>
                </a:path>
              </a:pathLst>
            </a:custGeom>
            <a:grpFill/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158" name="Freeform: Shape 157">
              <a:extLst>
                <a:ext uri="{FF2B5EF4-FFF2-40B4-BE49-F238E27FC236}">
                  <a16:creationId xmlns:a16="http://schemas.microsoft.com/office/drawing/2014/main" id="{6B00668D-07BC-47CF-9D1E-F94EC7C56F4B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5911701" y="3777360"/>
              <a:ext cx="14096" cy="14099"/>
            </a:xfrm>
            <a:custGeom>
              <a:avLst/>
              <a:gdLst>
                <a:gd name="connsiteX0" fmla="*/ 14097 w 14096"/>
                <a:gd name="connsiteY0" fmla="*/ 7051 h 14099"/>
                <a:gd name="connsiteX1" fmla="*/ 7048 w 14096"/>
                <a:gd name="connsiteY1" fmla="*/ 14099 h 14099"/>
                <a:gd name="connsiteX2" fmla="*/ 0 w 14096"/>
                <a:gd name="connsiteY2" fmla="*/ 7051 h 14099"/>
                <a:gd name="connsiteX3" fmla="*/ 7048 w 14096"/>
                <a:gd name="connsiteY3" fmla="*/ 2 h 14099"/>
                <a:gd name="connsiteX4" fmla="*/ 14097 w 14096"/>
                <a:gd name="connsiteY4" fmla="*/ 7051 h 14099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14096" h="14099">
                  <a:moveTo>
                    <a:pt x="14097" y="7051"/>
                  </a:moveTo>
                  <a:cubicBezTo>
                    <a:pt x="14097" y="10956"/>
                    <a:pt x="10954" y="14099"/>
                    <a:pt x="7048" y="14099"/>
                  </a:cubicBezTo>
                  <a:cubicBezTo>
                    <a:pt x="3143" y="14099"/>
                    <a:pt x="0" y="10956"/>
                    <a:pt x="0" y="7051"/>
                  </a:cubicBezTo>
                  <a:cubicBezTo>
                    <a:pt x="0" y="3145"/>
                    <a:pt x="3143" y="2"/>
                    <a:pt x="7048" y="2"/>
                  </a:cubicBezTo>
                  <a:cubicBezTo>
                    <a:pt x="10954" y="-93"/>
                    <a:pt x="14097" y="3145"/>
                    <a:pt x="14097" y="7051"/>
                  </a:cubicBezTo>
                  <a:close/>
                </a:path>
              </a:pathLst>
            </a:custGeom>
            <a:grpFill/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159" name="Freeform: Shape 158">
              <a:extLst>
                <a:ext uri="{FF2B5EF4-FFF2-40B4-BE49-F238E27FC236}">
                  <a16:creationId xmlns:a16="http://schemas.microsoft.com/office/drawing/2014/main" id="{BCF78A89-29F2-4973-8463-DF3C57EFB4F9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5970854" y="3777360"/>
              <a:ext cx="14096" cy="14099"/>
            </a:xfrm>
            <a:custGeom>
              <a:avLst/>
              <a:gdLst>
                <a:gd name="connsiteX0" fmla="*/ 14097 w 14096"/>
                <a:gd name="connsiteY0" fmla="*/ 7051 h 14099"/>
                <a:gd name="connsiteX1" fmla="*/ 7048 w 14096"/>
                <a:gd name="connsiteY1" fmla="*/ 14099 h 14099"/>
                <a:gd name="connsiteX2" fmla="*/ 0 w 14096"/>
                <a:gd name="connsiteY2" fmla="*/ 7051 h 14099"/>
                <a:gd name="connsiteX3" fmla="*/ 7048 w 14096"/>
                <a:gd name="connsiteY3" fmla="*/ 2 h 14099"/>
                <a:gd name="connsiteX4" fmla="*/ 14097 w 14096"/>
                <a:gd name="connsiteY4" fmla="*/ 7051 h 14099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14096" h="14099">
                  <a:moveTo>
                    <a:pt x="14097" y="7051"/>
                  </a:moveTo>
                  <a:cubicBezTo>
                    <a:pt x="14097" y="10956"/>
                    <a:pt x="10954" y="14099"/>
                    <a:pt x="7048" y="14099"/>
                  </a:cubicBezTo>
                  <a:cubicBezTo>
                    <a:pt x="3143" y="14099"/>
                    <a:pt x="0" y="10956"/>
                    <a:pt x="0" y="7051"/>
                  </a:cubicBezTo>
                  <a:cubicBezTo>
                    <a:pt x="0" y="3145"/>
                    <a:pt x="3143" y="2"/>
                    <a:pt x="7048" y="2"/>
                  </a:cubicBezTo>
                  <a:cubicBezTo>
                    <a:pt x="10954" y="-93"/>
                    <a:pt x="14097" y="3145"/>
                    <a:pt x="14097" y="7051"/>
                  </a:cubicBezTo>
                  <a:close/>
                </a:path>
              </a:pathLst>
            </a:custGeom>
            <a:grpFill/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160" name="Freeform: Shape 159">
              <a:extLst>
                <a:ext uri="{FF2B5EF4-FFF2-40B4-BE49-F238E27FC236}">
                  <a16:creationId xmlns:a16="http://schemas.microsoft.com/office/drawing/2014/main" id="{F5BCB645-FB02-40FC-99A4-06CA3F1B2870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6030102" y="3777362"/>
              <a:ext cx="14097" cy="14096"/>
            </a:xfrm>
            <a:custGeom>
              <a:avLst/>
              <a:gdLst>
                <a:gd name="connsiteX0" fmla="*/ 14097 w 14097"/>
                <a:gd name="connsiteY0" fmla="*/ 7048 h 14096"/>
                <a:gd name="connsiteX1" fmla="*/ 7049 w 14097"/>
                <a:gd name="connsiteY1" fmla="*/ 14097 h 14096"/>
                <a:gd name="connsiteX2" fmla="*/ 0 w 14097"/>
                <a:gd name="connsiteY2" fmla="*/ 7048 h 14096"/>
                <a:gd name="connsiteX3" fmla="*/ 7049 w 14097"/>
                <a:gd name="connsiteY3" fmla="*/ 0 h 14096"/>
                <a:gd name="connsiteX4" fmla="*/ 14097 w 14097"/>
                <a:gd name="connsiteY4" fmla="*/ 7048 h 1409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14097" h="14096">
                  <a:moveTo>
                    <a:pt x="14097" y="7048"/>
                  </a:moveTo>
                  <a:cubicBezTo>
                    <a:pt x="14097" y="10941"/>
                    <a:pt x="10941" y="14097"/>
                    <a:pt x="7049" y="14097"/>
                  </a:cubicBezTo>
                  <a:cubicBezTo>
                    <a:pt x="3156" y="14097"/>
                    <a:pt x="0" y="10941"/>
                    <a:pt x="0" y="7048"/>
                  </a:cubicBezTo>
                  <a:cubicBezTo>
                    <a:pt x="0" y="3156"/>
                    <a:pt x="3156" y="0"/>
                    <a:pt x="7049" y="0"/>
                  </a:cubicBezTo>
                  <a:cubicBezTo>
                    <a:pt x="10941" y="0"/>
                    <a:pt x="14097" y="3156"/>
                    <a:pt x="14097" y="7048"/>
                  </a:cubicBezTo>
                  <a:close/>
                </a:path>
              </a:pathLst>
            </a:custGeom>
            <a:grpFill/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161" name="Freeform: Shape 160">
              <a:extLst>
                <a:ext uri="{FF2B5EF4-FFF2-40B4-BE49-F238E27FC236}">
                  <a16:creationId xmlns:a16="http://schemas.microsoft.com/office/drawing/2014/main" id="{F6115A3A-2FBE-4633-A426-37D05BC07124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6089250" y="3777360"/>
              <a:ext cx="14096" cy="14099"/>
            </a:xfrm>
            <a:custGeom>
              <a:avLst/>
              <a:gdLst>
                <a:gd name="connsiteX0" fmla="*/ 14097 w 14096"/>
                <a:gd name="connsiteY0" fmla="*/ 7051 h 14099"/>
                <a:gd name="connsiteX1" fmla="*/ 7048 w 14096"/>
                <a:gd name="connsiteY1" fmla="*/ 14099 h 14099"/>
                <a:gd name="connsiteX2" fmla="*/ 0 w 14096"/>
                <a:gd name="connsiteY2" fmla="*/ 7051 h 14099"/>
                <a:gd name="connsiteX3" fmla="*/ 7048 w 14096"/>
                <a:gd name="connsiteY3" fmla="*/ 2 h 14099"/>
                <a:gd name="connsiteX4" fmla="*/ 14097 w 14096"/>
                <a:gd name="connsiteY4" fmla="*/ 7051 h 14099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14096" h="14099">
                  <a:moveTo>
                    <a:pt x="14097" y="7051"/>
                  </a:moveTo>
                  <a:cubicBezTo>
                    <a:pt x="14097" y="10956"/>
                    <a:pt x="10954" y="14099"/>
                    <a:pt x="7048" y="14099"/>
                  </a:cubicBezTo>
                  <a:cubicBezTo>
                    <a:pt x="3143" y="14099"/>
                    <a:pt x="0" y="10956"/>
                    <a:pt x="0" y="7051"/>
                  </a:cubicBezTo>
                  <a:cubicBezTo>
                    <a:pt x="0" y="3145"/>
                    <a:pt x="3143" y="2"/>
                    <a:pt x="7048" y="2"/>
                  </a:cubicBezTo>
                  <a:cubicBezTo>
                    <a:pt x="10954" y="-93"/>
                    <a:pt x="14097" y="3145"/>
                    <a:pt x="14097" y="7051"/>
                  </a:cubicBezTo>
                  <a:close/>
                </a:path>
              </a:pathLst>
            </a:custGeom>
            <a:grpFill/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162" name="Freeform: Shape 161">
              <a:extLst>
                <a:ext uri="{FF2B5EF4-FFF2-40B4-BE49-F238E27FC236}">
                  <a16:creationId xmlns:a16="http://schemas.microsoft.com/office/drawing/2014/main" id="{AEFD8D2F-B95A-4C0A-AE85-53171B29F5FA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6148495" y="3481330"/>
              <a:ext cx="14097" cy="14096"/>
            </a:xfrm>
            <a:custGeom>
              <a:avLst/>
              <a:gdLst>
                <a:gd name="connsiteX0" fmla="*/ 14097 w 14097"/>
                <a:gd name="connsiteY0" fmla="*/ 7049 h 14096"/>
                <a:gd name="connsiteX1" fmla="*/ 7049 w 14097"/>
                <a:gd name="connsiteY1" fmla="*/ 14097 h 14096"/>
                <a:gd name="connsiteX2" fmla="*/ 0 w 14097"/>
                <a:gd name="connsiteY2" fmla="*/ 7049 h 14096"/>
                <a:gd name="connsiteX3" fmla="*/ 7049 w 14097"/>
                <a:gd name="connsiteY3" fmla="*/ 0 h 14096"/>
                <a:gd name="connsiteX4" fmla="*/ 14097 w 14097"/>
                <a:gd name="connsiteY4" fmla="*/ 7049 h 1409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14097" h="14096">
                  <a:moveTo>
                    <a:pt x="14097" y="7049"/>
                  </a:moveTo>
                  <a:cubicBezTo>
                    <a:pt x="14097" y="10954"/>
                    <a:pt x="10954" y="14097"/>
                    <a:pt x="7049" y="14097"/>
                  </a:cubicBezTo>
                  <a:cubicBezTo>
                    <a:pt x="3143" y="14097"/>
                    <a:pt x="0" y="10954"/>
                    <a:pt x="0" y="7049"/>
                  </a:cubicBezTo>
                  <a:cubicBezTo>
                    <a:pt x="0" y="3143"/>
                    <a:pt x="3143" y="0"/>
                    <a:pt x="7049" y="0"/>
                  </a:cubicBezTo>
                  <a:cubicBezTo>
                    <a:pt x="10954" y="0"/>
                    <a:pt x="14097" y="3143"/>
                    <a:pt x="14097" y="7049"/>
                  </a:cubicBezTo>
                  <a:close/>
                </a:path>
              </a:pathLst>
            </a:custGeom>
            <a:grpFill/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163" name="Freeform: Shape 162">
              <a:extLst>
                <a:ext uri="{FF2B5EF4-FFF2-40B4-BE49-F238E27FC236}">
                  <a16:creationId xmlns:a16="http://schemas.microsoft.com/office/drawing/2014/main" id="{4DD4F397-1F35-4E06-8EC1-8F58C51912A7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6207646" y="3481330"/>
              <a:ext cx="14096" cy="14096"/>
            </a:xfrm>
            <a:custGeom>
              <a:avLst/>
              <a:gdLst>
                <a:gd name="connsiteX0" fmla="*/ 14097 w 14096"/>
                <a:gd name="connsiteY0" fmla="*/ 7049 h 14096"/>
                <a:gd name="connsiteX1" fmla="*/ 7048 w 14096"/>
                <a:gd name="connsiteY1" fmla="*/ 14097 h 14096"/>
                <a:gd name="connsiteX2" fmla="*/ 0 w 14096"/>
                <a:gd name="connsiteY2" fmla="*/ 7049 h 14096"/>
                <a:gd name="connsiteX3" fmla="*/ 7048 w 14096"/>
                <a:gd name="connsiteY3" fmla="*/ 0 h 14096"/>
                <a:gd name="connsiteX4" fmla="*/ 14097 w 14096"/>
                <a:gd name="connsiteY4" fmla="*/ 7049 h 1409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14096" h="14096">
                  <a:moveTo>
                    <a:pt x="14097" y="7049"/>
                  </a:moveTo>
                  <a:cubicBezTo>
                    <a:pt x="14097" y="10954"/>
                    <a:pt x="10954" y="14097"/>
                    <a:pt x="7048" y="14097"/>
                  </a:cubicBezTo>
                  <a:cubicBezTo>
                    <a:pt x="3143" y="14097"/>
                    <a:pt x="0" y="10954"/>
                    <a:pt x="0" y="7049"/>
                  </a:cubicBezTo>
                  <a:cubicBezTo>
                    <a:pt x="0" y="3143"/>
                    <a:pt x="3143" y="0"/>
                    <a:pt x="7048" y="0"/>
                  </a:cubicBezTo>
                  <a:cubicBezTo>
                    <a:pt x="10954" y="0"/>
                    <a:pt x="14097" y="3143"/>
                    <a:pt x="14097" y="7049"/>
                  </a:cubicBezTo>
                  <a:close/>
                </a:path>
              </a:pathLst>
            </a:custGeom>
            <a:grpFill/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164" name="Freeform: Shape 163">
              <a:extLst>
                <a:ext uri="{FF2B5EF4-FFF2-40B4-BE49-F238E27FC236}">
                  <a16:creationId xmlns:a16="http://schemas.microsoft.com/office/drawing/2014/main" id="{B031E5E0-C77D-49F7-ADF2-258D23052D97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6266891" y="3481330"/>
              <a:ext cx="14096" cy="14096"/>
            </a:xfrm>
            <a:custGeom>
              <a:avLst/>
              <a:gdLst>
                <a:gd name="connsiteX0" fmla="*/ 14097 w 14096"/>
                <a:gd name="connsiteY0" fmla="*/ 7049 h 14096"/>
                <a:gd name="connsiteX1" fmla="*/ 7049 w 14096"/>
                <a:gd name="connsiteY1" fmla="*/ 14097 h 14096"/>
                <a:gd name="connsiteX2" fmla="*/ 0 w 14096"/>
                <a:gd name="connsiteY2" fmla="*/ 7049 h 14096"/>
                <a:gd name="connsiteX3" fmla="*/ 7049 w 14096"/>
                <a:gd name="connsiteY3" fmla="*/ 0 h 14096"/>
                <a:gd name="connsiteX4" fmla="*/ 14097 w 14096"/>
                <a:gd name="connsiteY4" fmla="*/ 7049 h 1409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14096" h="14096">
                  <a:moveTo>
                    <a:pt x="14097" y="7049"/>
                  </a:moveTo>
                  <a:cubicBezTo>
                    <a:pt x="14097" y="10954"/>
                    <a:pt x="10954" y="14097"/>
                    <a:pt x="7049" y="14097"/>
                  </a:cubicBezTo>
                  <a:cubicBezTo>
                    <a:pt x="3143" y="14097"/>
                    <a:pt x="0" y="10954"/>
                    <a:pt x="0" y="7049"/>
                  </a:cubicBezTo>
                  <a:cubicBezTo>
                    <a:pt x="0" y="3143"/>
                    <a:pt x="3143" y="0"/>
                    <a:pt x="7049" y="0"/>
                  </a:cubicBezTo>
                  <a:cubicBezTo>
                    <a:pt x="10859" y="0"/>
                    <a:pt x="14097" y="3143"/>
                    <a:pt x="14097" y="7049"/>
                  </a:cubicBezTo>
                  <a:close/>
                </a:path>
              </a:pathLst>
            </a:custGeom>
            <a:grpFill/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165" name="Freeform: Shape 164">
              <a:extLst>
                <a:ext uri="{FF2B5EF4-FFF2-40B4-BE49-F238E27FC236}">
                  <a16:creationId xmlns:a16="http://schemas.microsoft.com/office/drawing/2014/main" id="{3F044DE9-FE64-4C30-8191-7E1547880C41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6326042" y="3481330"/>
              <a:ext cx="14096" cy="14096"/>
            </a:xfrm>
            <a:custGeom>
              <a:avLst/>
              <a:gdLst>
                <a:gd name="connsiteX0" fmla="*/ 14097 w 14096"/>
                <a:gd name="connsiteY0" fmla="*/ 7049 h 14096"/>
                <a:gd name="connsiteX1" fmla="*/ 7048 w 14096"/>
                <a:gd name="connsiteY1" fmla="*/ 14097 h 14096"/>
                <a:gd name="connsiteX2" fmla="*/ 0 w 14096"/>
                <a:gd name="connsiteY2" fmla="*/ 7049 h 14096"/>
                <a:gd name="connsiteX3" fmla="*/ 7048 w 14096"/>
                <a:gd name="connsiteY3" fmla="*/ 0 h 14096"/>
                <a:gd name="connsiteX4" fmla="*/ 14097 w 14096"/>
                <a:gd name="connsiteY4" fmla="*/ 7049 h 1409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14096" h="14096">
                  <a:moveTo>
                    <a:pt x="14097" y="7049"/>
                  </a:moveTo>
                  <a:cubicBezTo>
                    <a:pt x="14097" y="10954"/>
                    <a:pt x="10954" y="14097"/>
                    <a:pt x="7048" y="14097"/>
                  </a:cubicBezTo>
                  <a:cubicBezTo>
                    <a:pt x="3143" y="14097"/>
                    <a:pt x="0" y="10954"/>
                    <a:pt x="0" y="7049"/>
                  </a:cubicBezTo>
                  <a:cubicBezTo>
                    <a:pt x="0" y="3143"/>
                    <a:pt x="3143" y="0"/>
                    <a:pt x="7048" y="0"/>
                  </a:cubicBezTo>
                  <a:cubicBezTo>
                    <a:pt x="10954" y="0"/>
                    <a:pt x="14097" y="3143"/>
                    <a:pt x="14097" y="7049"/>
                  </a:cubicBezTo>
                  <a:close/>
                </a:path>
              </a:pathLst>
            </a:custGeom>
            <a:grpFill/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166" name="Freeform: Shape 165">
              <a:extLst>
                <a:ext uri="{FF2B5EF4-FFF2-40B4-BE49-F238E27FC236}">
                  <a16:creationId xmlns:a16="http://schemas.microsoft.com/office/drawing/2014/main" id="{9B18BCEB-85ED-4077-ACB7-FEB2F64432C9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6385288" y="3481330"/>
              <a:ext cx="14096" cy="14096"/>
            </a:xfrm>
            <a:custGeom>
              <a:avLst/>
              <a:gdLst>
                <a:gd name="connsiteX0" fmla="*/ 14097 w 14096"/>
                <a:gd name="connsiteY0" fmla="*/ 7049 h 14096"/>
                <a:gd name="connsiteX1" fmla="*/ 7048 w 14096"/>
                <a:gd name="connsiteY1" fmla="*/ 14097 h 14096"/>
                <a:gd name="connsiteX2" fmla="*/ 0 w 14096"/>
                <a:gd name="connsiteY2" fmla="*/ 7049 h 14096"/>
                <a:gd name="connsiteX3" fmla="*/ 7048 w 14096"/>
                <a:gd name="connsiteY3" fmla="*/ 0 h 14096"/>
                <a:gd name="connsiteX4" fmla="*/ 14097 w 14096"/>
                <a:gd name="connsiteY4" fmla="*/ 7049 h 1409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14096" h="14096">
                  <a:moveTo>
                    <a:pt x="14097" y="7049"/>
                  </a:moveTo>
                  <a:cubicBezTo>
                    <a:pt x="14097" y="10954"/>
                    <a:pt x="10954" y="14097"/>
                    <a:pt x="7048" y="14097"/>
                  </a:cubicBezTo>
                  <a:cubicBezTo>
                    <a:pt x="3143" y="14097"/>
                    <a:pt x="0" y="10954"/>
                    <a:pt x="0" y="7049"/>
                  </a:cubicBezTo>
                  <a:cubicBezTo>
                    <a:pt x="0" y="3143"/>
                    <a:pt x="3143" y="0"/>
                    <a:pt x="7048" y="0"/>
                  </a:cubicBezTo>
                  <a:cubicBezTo>
                    <a:pt x="10858" y="0"/>
                    <a:pt x="14097" y="3143"/>
                    <a:pt x="14097" y="7049"/>
                  </a:cubicBezTo>
                  <a:close/>
                </a:path>
              </a:pathLst>
            </a:custGeom>
            <a:grpFill/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167" name="Freeform: Shape 166">
              <a:extLst>
                <a:ext uri="{FF2B5EF4-FFF2-40B4-BE49-F238E27FC236}">
                  <a16:creationId xmlns:a16="http://schemas.microsoft.com/office/drawing/2014/main" id="{00C0927E-2CCF-4F8E-8A54-22B8A93C979D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6444437" y="3481329"/>
              <a:ext cx="14096" cy="14097"/>
            </a:xfrm>
            <a:custGeom>
              <a:avLst/>
              <a:gdLst>
                <a:gd name="connsiteX0" fmla="*/ 14097 w 14096"/>
                <a:gd name="connsiteY0" fmla="*/ 7049 h 14097"/>
                <a:gd name="connsiteX1" fmla="*/ 7048 w 14096"/>
                <a:gd name="connsiteY1" fmla="*/ 14097 h 14097"/>
                <a:gd name="connsiteX2" fmla="*/ 0 w 14096"/>
                <a:gd name="connsiteY2" fmla="*/ 7049 h 14097"/>
                <a:gd name="connsiteX3" fmla="*/ 7048 w 14096"/>
                <a:gd name="connsiteY3" fmla="*/ 0 h 14097"/>
                <a:gd name="connsiteX4" fmla="*/ 14097 w 14096"/>
                <a:gd name="connsiteY4" fmla="*/ 7049 h 14097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14096" h="14097">
                  <a:moveTo>
                    <a:pt x="14097" y="7049"/>
                  </a:moveTo>
                  <a:cubicBezTo>
                    <a:pt x="14097" y="10941"/>
                    <a:pt x="10941" y="14097"/>
                    <a:pt x="7048" y="14097"/>
                  </a:cubicBezTo>
                  <a:cubicBezTo>
                    <a:pt x="3156" y="14097"/>
                    <a:pt x="0" y="10941"/>
                    <a:pt x="0" y="7049"/>
                  </a:cubicBezTo>
                  <a:cubicBezTo>
                    <a:pt x="0" y="3156"/>
                    <a:pt x="3156" y="0"/>
                    <a:pt x="7048" y="0"/>
                  </a:cubicBezTo>
                  <a:cubicBezTo>
                    <a:pt x="10941" y="0"/>
                    <a:pt x="14097" y="3156"/>
                    <a:pt x="14097" y="7049"/>
                  </a:cubicBezTo>
                  <a:close/>
                </a:path>
              </a:pathLst>
            </a:custGeom>
            <a:grpFill/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168" name="Freeform: Shape 167">
              <a:extLst>
                <a:ext uri="{FF2B5EF4-FFF2-40B4-BE49-F238E27FC236}">
                  <a16:creationId xmlns:a16="http://schemas.microsoft.com/office/drawing/2014/main" id="{D0C3350E-04F5-4FED-9991-4DD964E099D1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6148495" y="3540578"/>
              <a:ext cx="14097" cy="14096"/>
            </a:xfrm>
            <a:custGeom>
              <a:avLst/>
              <a:gdLst>
                <a:gd name="connsiteX0" fmla="*/ 14097 w 14097"/>
                <a:gd name="connsiteY0" fmla="*/ 7048 h 14096"/>
                <a:gd name="connsiteX1" fmla="*/ 7049 w 14097"/>
                <a:gd name="connsiteY1" fmla="*/ 14097 h 14096"/>
                <a:gd name="connsiteX2" fmla="*/ 0 w 14097"/>
                <a:gd name="connsiteY2" fmla="*/ 7048 h 14096"/>
                <a:gd name="connsiteX3" fmla="*/ 7049 w 14097"/>
                <a:gd name="connsiteY3" fmla="*/ 0 h 14096"/>
                <a:gd name="connsiteX4" fmla="*/ 14097 w 14097"/>
                <a:gd name="connsiteY4" fmla="*/ 7048 h 1409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14097" h="14096">
                  <a:moveTo>
                    <a:pt x="14097" y="7048"/>
                  </a:moveTo>
                  <a:cubicBezTo>
                    <a:pt x="14097" y="10954"/>
                    <a:pt x="10954" y="14097"/>
                    <a:pt x="7049" y="14097"/>
                  </a:cubicBezTo>
                  <a:cubicBezTo>
                    <a:pt x="3143" y="14097"/>
                    <a:pt x="0" y="10954"/>
                    <a:pt x="0" y="7048"/>
                  </a:cubicBezTo>
                  <a:cubicBezTo>
                    <a:pt x="0" y="3143"/>
                    <a:pt x="3143" y="0"/>
                    <a:pt x="7049" y="0"/>
                  </a:cubicBezTo>
                  <a:cubicBezTo>
                    <a:pt x="10954" y="0"/>
                    <a:pt x="14097" y="3143"/>
                    <a:pt x="14097" y="7048"/>
                  </a:cubicBezTo>
                  <a:close/>
                </a:path>
              </a:pathLst>
            </a:custGeom>
            <a:grpFill/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169" name="Freeform: Shape 168">
              <a:extLst>
                <a:ext uri="{FF2B5EF4-FFF2-40B4-BE49-F238E27FC236}">
                  <a16:creationId xmlns:a16="http://schemas.microsoft.com/office/drawing/2014/main" id="{F43D0338-A6C9-4866-8D0C-072664518ED7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6207646" y="3540581"/>
              <a:ext cx="14096" cy="14096"/>
            </a:xfrm>
            <a:custGeom>
              <a:avLst/>
              <a:gdLst>
                <a:gd name="connsiteX0" fmla="*/ 14097 w 14096"/>
                <a:gd name="connsiteY0" fmla="*/ 7048 h 14096"/>
                <a:gd name="connsiteX1" fmla="*/ 7048 w 14096"/>
                <a:gd name="connsiteY1" fmla="*/ 14097 h 14096"/>
                <a:gd name="connsiteX2" fmla="*/ 0 w 14096"/>
                <a:gd name="connsiteY2" fmla="*/ 7048 h 14096"/>
                <a:gd name="connsiteX3" fmla="*/ 7048 w 14096"/>
                <a:gd name="connsiteY3" fmla="*/ 0 h 14096"/>
                <a:gd name="connsiteX4" fmla="*/ 14097 w 14096"/>
                <a:gd name="connsiteY4" fmla="*/ 7048 h 1409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14096" h="14096">
                  <a:moveTo>
                    <a:pt x="14097" y="7048"/>
                  </a:moveTo>
                  <a:cubicBezTo>
                    <a:pt x="14097" y="10954"/>
                    <a:pt x="10954" y="14097"/>
                    <a:pt x="7048" y="14097"/>
                  </a:cubicBezTo>
                  <a:cubicBezTo>
                    <a:pt x="3143" y="14097"/>
                    <a:pt x="0" y="10954"/>
                    <a:pt x="0" y="7048"/>
                  </a:cubicBezTo>
                  <a:cubicBezTo>
                    <a:pt x="0" y="3143"/>
                    <a:pt x="3143" y="0"/>
                    <a:pt x="7048" y="0"/>
                  </a:cubicBezTo>
                  <a:cubicBezTo>
                    <a:pt x="10954" y="0"/>
                    <a:pt x="14097" y="3143"/>
                    <a:pt x="14097" y="7048"/>
                  </a:cubicBezTo>
                  <a:close/>
                </a:path>
              </a:pathLst>
            </a:custGeom>
            <a:grpFill/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170" name="Freeform: Shape 169">
              <a:extLst>
                <a:ext uri="{FF2B5EF4-FFF2-40B4-BE49-F238E27FC236}">
                  <a16:creationId xmlns:a16="http://schemas.microsoft.com/office/drawing/2014/main" id="{40EA171B-27E2-4100-9D5F-123CF6E7F9E3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6266891" y="3540584"/>
              <a:ext cx="14096" cy="14096"/>
            </a:xfrm>
            <a:custGeom>
              <a:avLst/>
              <a:gdLst>
                <a:gd name="connsiteX0" fmla="*/ 14097 w 14096"/>
                <a:gd name="connsiteY0" fmla="*/ 7048 h 14096"/>
                <a:gd name="connsiteX1" fmla="*/ 7049 w 14096"/>
                <a:gd name="connsiteY1" fmla="*/ 14097 h 14096"/>
                <a:gd name="connsiteX2" fmla="*/ 0 w 14096"/>
                <a:gd name="connsiteY2" fmla="*/ 7048 h 14096"/>
                <a:gd name="connsiteX3" fmla="*/ 7049 w 14096"/>
                <a:gd name="connsiteY3" fmla="*/ 0 h 14096"/>
                <a:gd name="connsiteX4" fmla="*/ 14097 w 14096"/>
                <a:gd name="connsiteY4" fmla="*/ 7048 h 1409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14096" h="14096">
                  <a:moveTo>
                    <a:pt x="14097" y="7048"/>
                  </a:moveTo>
                  <a:cubicBezTo>
                    <a:pt x="14097" y="10954"/>
                    <a:pt x="10954" y="14097"/>
                    <a:pt x="7049" y="14097"/>
                  </a:cubicBezTo>
                  <a:cubicBezTo>
                    <a:pt x="3143" y="14097"/>
                    <a:pt x="0" y="10954"/>
                    <a:pt x="0" y="7048"/>
                  </a:cubicBezTo>
                  <a:cubicBezTo>
                    <a:pt x="0" y="3143"/>
                    <a:pt x="3143" y="0"/>
                    <a:pt x="7049" y="0"/>
                  </a:cubicBezTo>
                  <a:cubicBezTo>
                    <a:pt x="10859" y="0"/>
                    <a:pt x="14097" y="3143"/>
                    <a:pt x="14097" y="7048"/>
                  </a:cubicBezTo>
                  <a:close/>
                </a:path>
              </a:pathLst>
            </a:custGeom>
            <a:grpFill/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171" name="Freeform: Shape 170">
              <a:extLst>
                <a:ext uri="{FF2B5EF4-FFF2-40B4-BE49-F238E27FC236}">
                  <a16:creationId xmlns:a16="http://schemas.microsoft.com/office/drawing/2014/main" id="{22FD540C-F3DF-40F5-B2BE-BBD113EF43C1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6326042" y="3540584"/>
              <a:ext cx="14096" cy="14096"/>
            </a:xfrm>
            <a:custGeom>
              <a:avLst/>
              <a:gdLst>
                <a:gd name="connsiteX0" fmla="*/ 14097 w 14096"/>
                <a:gd name="connsiteY0" fmla="*/ 7048 h 14096"/>
                <a:gd name="connsiteX1" fmla="*/ 7048 w 14096"/>
                <a:gd name="connsiteY1" fmla="*/ 14097 h 14096"/>
                <a:gd name="connsiteX2" fmla="*/ 0 w 14096"/>
                <a:gd name="connsiteY2" fmla="*/ 7048 h 14096"/>
                <a:gd name="connsiteX3" fmla="*/ 7048 w 14096"/>
                <a:gd name="connsiteY3" fmla="*/ 0 h 14096"/>
                <a:gd name="connsiteX4" fmla="*/ 14097 w 14096"/>
                <a:gd name="connsiteY4" fmla="*/ 7048 h 1409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14096" h="14096">
                  <a:moveTo>
                    <a:pt x="14097" y="7048"/>
                  </a:moveTo>
                  <a:cubicBezTo>
                    <a:pt x="14097" y="10954"/>
                    <a:pt x="10954" y="14097"/>
                    <a:pt x="7048" y="14097"/>
                  </a:cubicBezTo>
                  <a:cubicBezTo>
                    <a:pt x="3143" y="14097"/>
                    <a:pt x="0" y="10954"/>
                    <a:pt x="0" y="7048"/>
                  </a:cubicBezTo>
                  <a:cubicBezTo>
                    <a:pt x="0" y="3143"/>
                    <a:pt x="3143" y="0"/>
                    <a:pt x="7048" y="0"/>
                  </a:cubicBezTo>
                  <a:cubicBezTo>
                    <a:pt x="10954" y="0"/>
                    <a:pt x="14097" y="3143"/>
                    <a:pt x="14097" y="7048"/>
                  </a:cubicBezTo>
                  <a:close/>
                </a:path>
              </a:pathLst>
            </a:custGeom>
            <a:grpFill/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172" name="Freeform: Shape 171">
              <a:extLst>
                <a:ext uri="{FF2B5EF4-FFF2-40B4-BE49-F238E27FC236}">
                  <a16:creationId xmlns:a16="http://schemas.microsoft.com/office/drawing/2014/main" id="{57768D93-FAD4-4236-969B-B8EE8E88F3F0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6385288" y="3540586"/>
              <a:ext cx="14096" cy="14096"/>
            </a:xfrm>
            <a:custGeom>
              <a:avLst/>
              <a:gdLst>
                <a:gd name="connsiteX0" fmla="*/ 14097 w 14096"/>
                <a:gd name="connsiteY0" fmla="*/ 7048 h 14096"/>
                <a:gd name="connsiteX1" fmla="*/ 7048 w 14096"/>
                <a:gd name="connsiteY1" fmla="*/ 14097 h 14096"/>
                <a:gd name="connsiteX2" fmla="*/ 0 w 14096"/>
                <a:gd name="connsiteY2" fmla="*/ 7048 h 14096"/>
                <a:gd name="connsiteX3" fmla="*/ 7048 w 14096"/>
                <a:gd name="connsiteY3" fmla="*/ 0 h 14096"/>
                <a:gd name="connsiteX4" fmla="*/ 14097 w 14096"/>
                <a:gd name="connsiteY4" fmla="*/ 7048 h 1409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14096" h="14096">
                  <a:moveTo>
                    <a:pt x="14097" y="7048"/>
                  </a:moveTo>
                  <a:cubicBezTo>
                    <a:pt x="14097" y="10954"/>
                    <a:pt x="10954" y="14097"/>
                    <a:pt x="7048" y="14097"/>
                  </a:cubicBezTo>
                  <a:cubicBezTo>
                    <a:pt x="3143" y="14097"/>
                    <a:pt x="0" y="10954"/>
                    <a:pt x="0" y="7048"/>
                  </a:cubicBezTo>
                  <a:cubicBezTo>
                    <a:pt x="0" y="3143"/>
                    <a:pt x="3143" y="0"/>
                    <a:pt x="7048" y="0"/>
                  </a:cubicBezTo>
                  <a:cubicBezTo>
                    <a:pt x="10858" y="0"/>
                    <a:pt x="14097" y="3143"/>
                    <a:pt x="14097" y="7048"/>
                  </a:cubicBezTo>
                  <a:close/>
                </a:path>
              </a:pathLst>
            </a:custGeom>
            <a:grpFill/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173" name="Freeform: Shape 172">
              <a:extLst>
                <a:ext uri="{FF2B5EF4-FFF2-40B4-BE49-F238E27FC236}">
                  <a16:creationId xmlns:a16="http://schemas.microsoft.com/office/drawing/2014/main" id="{0F5E0490-21C2-4EF6-950D-38814F32C263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6444437" y="3540588"/>
              <a:ext cx="14096" cy="14097"/>
            </a:xfrm>
            <a:custGeom>
              <a:avLst/>
              <a:gdLst>
                <a:gd name="connsiteX0" fmla="*/ 14097 w 14096"/>
                <a:gd name="connsiteY0" fmla="*/ 7048 h 14097"/>
                <a:gd name="connsiteX1" fmla="*/ 7048 w 14096"/>
                <a:gd name="connsiteY1" fmla="*/ 14097 h 14097"/>
                <a:gd name="connsiteX2" fmla="*/ 0 w 14096"/>
                <a:gd name="connsiteY2" fmla="*/ 7048 h 14097"/>
                <a:gd name="connsiteX3" fmla="*/ 7048 w 14096"/>
                <a:gd name="connsiteY3" fmla="*/ 0 h 14097"/>
                <a:gd name="connsiteX4" fmla="*/ 14097 w 14096"/>
                <a:gd name="connsiteY4" fmla="*/ 7048 h 14097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14096" h="14097">
                  <a:moveTo>
                    <a:pt x="14097" y="7048"/>
                  </a:moveTo>
                  <a:cubicBezTo>
                    <a:pt x="14097" y="10941"/>
                    <a:pt x="10941" y="14097"/>
                    <a:pt x="7048" y="14097"/>
                  </a:cubicBezTo>
                  <a:cubicBezTo>
                    <a:pt x="3156" y="14097"/>
                    <a:pt x="0" y="10941"/>
                    <a:pt x="0" y="7048"/>
                  </a:cubicBezTo>
                  <a:cubicBezTo>
                    <a:pt x="0" y="3156"/>
                    <a:pt x="3156" y="0"/>
                    <a:pt x="7048" y="0"/>
                  </a:cubicBezTo>
                  <a:cubicBezTo>
                    <a:pt x="10941" y="0"/>
                    <a:pt x="14097" y="3156"/>
                    <a:pt x="14097" y="7048"/>
                  </a:cubicBezTo>
                  <a:close/>
                </a:path>
              </a:pathLst>
            </a:custGeom>
            <a:grpFill/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174" name="Freeform: Shape 173">
              <a:extLst>
                <a:ext uri="{FF2B5EF4-FFF2-40B4-BE49-F238E27FC236}">
                  <a16:creationId xmlns:a16="http://schemas.microsoft.com/office/drawing/2014/main" id="{8E981C9B-710F-4034-AE82-28B1B07245DB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6148495" y="3599737"/>
              <a:ext cx="14097" cy="14096"/>
            </a:xfrm>
            <a:custGeom>
              <a:avLst/>
              <a:gdLst>
                <a:gd name="connsiteX0" fmla="*/ 14097 w 14097"/>
                <a:gd name="connsiteY0" fmla="*/ 7048 h 14096"/>
                <a:gd name="connsiteX1" fmla="*/ 7049 w 14097"/>
                <a:gd name="connsiteY1" fmla="*/ 14097 h 14096"/>
                <a:gd name="connsiteX2" fmla="*/ 0 w 14097"/>
                <a:gd name="connsiteY2" fmla="*/ 7048 h 14096"/>
                <a:gd name="connsiteX3" fmla="*/ 7049 w 14097"/>
                <a:gd name="connsiteY3" fmla="*/ 0 h 14096"/>
                <a:gd name="connsiteX4" fmla="*/ 14097 w 14097"/>
                <a:gd name="connsiteY4" fmla="*/ 7048 h 1409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14097" h="14096">
                  <a:moveTo>
                    <a:pt x="14097" y="7048"/>
                  </a:moveTo>
                  <a:cubicBezTo>
                    <a:pt x="14097" y="10954"/>
                    <a:pt x="10954" y="14097"/>
                    <a:pt x="7049" y="14097"/>
                  </a:cubicBezTo>
                  <a:cubicBezTo>
                    <a:pt x="3143" y="14097"/>
                    <a:pt x="0" y="10954"/>
                    <a:pt x="0" y="7048"/>
                  </a:cubicBezTo>
                  <a:cubicBezTo>
                    <a:pt x="0" y="3143"/>
                    <a:pt x="3143" y="0"/>
                    <a:pt x="7049" y="0"/>
                  </a:cubicBezTo>
                  <a:cubicBezTo>
                    <a:pt x="10954" y="0"/>
                    <a:pt x="14097" y="3143"/>
                    <a:pt x="14097" y="7048"/>
                  </a:cubicBezTo>
                  <a:close/>
                </a:path>
              </a:pathLst>
            </a:custGeom>
            <a:grpFill/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175" name="Freeform: Shape 174">
              <a:extLst>
                <a:ext uri="{FF2B5EF4-FFF2-40B4-BE49-F238E27FC236}">
                  <a16:creationId xmlns:a16="http://schemas.microsoft.com/office/drawing/2014/main" id="{CC62C2CC-DBAE-4877-8F55-02FE00AE811E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6207646" y="3599737"/>
              <a:ext cx="14096" cy="14096"/>
            </a:xfrm>
            <a:custGeom>
              <a:avLst/>
              <a:gdLst>
                <a:gd name="connsiteX0" fmla="*/ 14097 w 14096"/>
                <a:gd name="connsiteY0" fmla="*/ 7048 h 14096"/>
                <a:gd name="connsiteX1" fmla="*/ 7048 w 14096"/>
                <a:gd name="connsiteY1" fmla="*/ 14097 h 14096"/>
                <a:gd name="connsiteX2" fmla="*/ 0 w 14096"/>
                <a:gd name="connsiteY2" fmla="*/ 7048 h 14096"/>
                <a:gd name="connsiteX3" fmla="*/ 7048 w 14096"/>
                <a:gd name="connsiteY3" fmla="*/ 0 h 14096"/>
                <a:gd name="connsiteX4" fmla="*/ 14097 w 14096"/>
                <a:gd name="connsiteY4" fmla="*/ 7048 h 1409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14096" h="14096">
                  <a:moveTo>
                    <a:pt x="14097" y="7048"/>
                  </a:moveTo>
                  <a:cubicBezTo>
                    <a:pt x="14097" y="10954"/>
                    <a:pt x="10954" y="14097"/>
                    <a:pt x="7048" y="14097"/>
                  </a:cubicBezTo>
                  <a:cubicBezTo>
                    <a:pt x="3143" y="14097"/>
                    <a:pt x="0" y="10954"/>
                    <a:pt x="0" y="7048"/>
                  </a:cubicBezTo>
                  <a:cubicBezTo>
                    <a:pt x="0" y="3143"/>
                    <a:pt x="3143" y="0"/>
                    <a:pt x="7048" y="0"/>
                  </a:cubicBezTo>
                  <a:cubicBezTo>
                    <a:pt x="10954" y="0"/>
                    <a:pt x="14097" y="3143"/>
                    <a:pt x="14097" y="7048"/>
                  </a:cubicBezTo>
                  <a:close/>
                </a:path>
              </a:pathLst>
            </a:custGeom>
            <a:grpFill/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176" name="Freeform: Shape 175">
              <a:extLst>
                <a:ext uri="{FF2B5EF4-FFF2-40B4-BE49-F238E27FC236}">
                  <a16:creationId xmlns:a16="http://schemas.microsoft.com/office/drawing/2014/main" id="{D8F57D8B-1988-441F-9DAE-A525DA5E9D93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6266891" y="3599737"/>
              <a:ext cx="14096" cy="14096"/>
            </a:xfrm>
            <a:custGeom>
              <a:avLst/>
              <a:gdLst>
                <a:gd name="connsiteX0" fmla="*/ 14097 w 14096"/>
                <a:gd name="connsiteY0" fmla="*/ 7048 h 14096"/>
                <a:gd name="connsiteX1" fmla="*/ 7049 w 14096"/>
                <a:gd name="connsiteY1" fmla="*/ 14097 h 14096"/>
                <a:gd name="connsiteX2" fmla="*/ 0 w 14096"/>
                <a:gd name="connsiteY2" fmla="*/ 7048 h 14096"/>
                <a:gd name="connsiteX3" fmla="*/ 7049 w 14096"/>
                <a:gd name="connsiteY3" fmla="*/ 0 h 14096"/>
                <a:gd name="connsiteX4" fmla="*/ 14097 w 14096"/>
                <a:gd name="connsiteY4" fmla="*/ 7048 h 1409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14096" h="14096">
                  <a:moveTo>
                    <a:pt x="14097" y="7048"/>
                  </a:moveTo>
                  <a:cubicBezTo>
                    <a:pt x="14097" y="10954"/>
                    <a:pt x="10954" y="14097"/>
                    <a:pt x="7049" y="14097"/>
                  </a:cubicBezTo>
                  <a:cubicBezTo>
                    <a:pt x="3143" y="14097"/>
                    <a:pt x="0" y="10954"/>
                    <a:pt x="0" y="7048"/>
                  </a:cubicBezTo>
                  <a:cubicBezTo>
                    <a:pt x="0" y="3143"/>
                    <a:pt x="3143" y="0"/>
                    <a:pt x="7049" y="0"/>
                  </a:cubicBezTo>
                  <a:cubicBezTo>
                    <a:pt x="10859" y="0"/>
                    <a:pt x="14097" y="3143"/>
                    <a:pt x="14097" y="7048"/>
                  </a:cubicBezTo>
                  <a:close/>
                </a:path>
              </a:pathLst>
            </a:custGeom>
            <a:grpFill/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177" name="Freeform: Shape 176">
              <a:extLst>
                <a:ext uri="{FF2B5EF4-FFF2-40B4-BE49-F238E27FC236}">
                  <a16:creationId xmlns:a16="http://schemas.microsoft.com/office/drawing/2014/main" id="{6715F028-3A13-4D5F-86C4-74C0AD81D6AA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6326042" y="3599737"/>
              <a:ext cx="14096" cy="14096"/>
            </a:xfrm>
            <a:custGeom>
              <a:avLst/>
              <a:gdLst>
                <a:gd name="connsiteX0" fmla="*/ 14097 w 14096"/>
                <a:gd name="connsiteY0" fmla="*/ 7048 h 14096"/>
                <a:gd name="connsiteX1" fmla="*/ 7048 w 14096"/>
                <a:gd name="connsiteY1" fmla="*/ 14097 h 14096"/>
                <a:gd name="connsiteX2" fmla="*/ 0 w 14096"/>
                <a:gd name="connsiteY2" fmla="*/ 7048 h 14096"/>
                <a:gd name="connsiteX3" fmla="*/ 7048 w 14096"/>
                <a:gd name="connsiteY3" fmla="*/ 0 h 14096"/>
                <a:gd name="connsiteX4" fmla="*/ 14097 w 14096"/>
                <a:gd name="connsiteY4" fmla="*/ 7048 h 1409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14096" h="14096">
                  <a:moveTo>
                    <a:pt x="14097" y="7048"/>
                  </a:moveTo>
                  <a:cubicBezTo>
                    <a:pt x="14097" y="10954"/>
                    <a:pt x="10954" y="14097"/>
                    <a:pt x="7048" y="14097"/>
                  </a:cubicBezTo>
                  <a:cubicBezTo>
                    <a:pt x="3143" y="14097"/>
                    <a:pt x="0" y="10954"/>
                    <a:pt x="0" y="7048"/>
                  </a:cubicBezTo>
                  <a:cubicBezTo>
                    <a:pt x="0" y="3143"/>
                    <a:pt x="3143" y="0"/>
                    <a:pt x="7048" y="0"/>
                  </a:cubicBezTo>
                  <a:cubicBezTo>
                    <a:pt x="10954" y="0"/>
                    <a:pt x="14097" y="3143"/>
                    <a:pt x="14097" y="7048"/>
                  </a:cubicBezTo>
                  <a:close/>
                </a:path>
              </a:pathLst>
            </a:custGeom>
            <a:grpFill/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178" name="Freeform: Shape 177">
              <a:extLst>
                <a:ext uri="{FF2B5EF4-FFF2-40B4-BE49-F238E27FC236}">
                  <a16:creationId xmlns:a16="http://schemas.microsoft.com/office/drawing/2014/main" id="{DC6C9B50-47B3-44E7-B897-43D010A189CA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6385288" y="3599735"/>
              <a:ext cx="14096" cy="14096"/>
            </a:xfrm>
            <a:custGeom>
              <a:avLst/>
              <a:gdLst>
                <a:gd name="connsiteX0" fmla="*/ 14097 w 14096"/>
                <a:gd name="connsiteY0" fmla="*/ 7048 h 14096"/>
                <a:gd name="connsiteX1" fmla="*/ 7048 w 14096"/>
                <a:gd name="connsiteY1" fmla="*/ 14097 h 14096"/>
                <a:gd name="connsiteX2" fmla="*/ 0 w 14096"/>
                <a:gd name="connsiteY2" fmla="*/ 7048 h 14096"/>
                <a:gd name="connsiteX3" fmla="*/ 7048 w 14096"/>
                <a:gd name="connsiteY3" fmla="*/ 0 h 14096"/>
                <a:gd name="connsiteX4" fmla="*/ 14097 w 14096"/>
                <a:gd name="connsiteY4" fmla="*/ 7048 h 1409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14096" h="14096">
                  <a:moveTo>
                    <a:pt x="14097" y="7048"/>
                  </a:moveTo>
                  <a:cubicBezTo>
                    <a:pt x="14097" y="10954"/>
                    <a:pt x="10954" y="14097"/>
                    <a:pt x="7048" y="14097"/>
                  </a:cubicBezTo>
                  <a:cubicBezTo>
                    <a:pt x="3143" y="14097"/>
                    <a:pt x="0" y="10954"/>
                    <a:pt x="0" y="7048"/>
                  </a:cubicBezTo>
                  <a:cubicBezTo>
                    <a:pt x="0" y="3143"/>
                    <a:pt x="3143" y="0"/>
                    <a:pt x="7048" y="0"/>
                  </a:cubicBezTo>
                  <a:cubicBezTo>
                    <a:pt x="10858" y="0"/>
                    <a:pt x="14097" y="3143"/>
                    <a:pt x="14097" y="7048"/>
                  </a:cubicBezTo>
                  <a:close/>
                </a:path>
              </a:pathLst>
            </a:custGeom>
            <a:grpFill/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179" name="Freeform: Shape 178">
              <a:extLst>
                <a:ext uri="{FF2B5EF4-FFF2-40B4-BE49-F238E27FC236}">
                  <a16:creationId xmlns:a16="http://schemas.microsoft.com/office/drawing/2014/main" id="{F3F602F0-702E-4D5F-A4FC-0E602C02B985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6444437" y="3599737"/>
              <a:ext cx="14096" cy="14096"/>
            </a:xfrm>
            <a:custGeom>
              <a:avLst/>
              <a:gdLst>
                <a:gd name="connsiteX0" fmla="*/ 14097 w 14096"/>
                <a:gd name="connsiteY0" fmla="*/ 7048 h 14096"/>
                <a:gd name="connsiteX1" fmla="*/ 7048 w 14096"/>
                <a:gd name="connsiteY1" fmla="*/ 14097 h 14096"/>
                <a:gd name="connsiteX2" fmla="*/ 0 w 14096"/>
                <a:gd name="connsiteY2" fmla="*/ 7048 h 14096"/>
                <a:gd name="connsiteX3" fmla="*/ 7048 w 14096"/>
                <a:gd name="connsiteY3" fmla="*/ 0 h 14096"/>
                <a:gd name="connsiteX4" fmla="*/ 14097 w 14096"/>
                <a:gd name="connsiteY4" fmla="*/ 7048 h 1409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14096" h="14096">
                  <a:moveTo>
                    <a:pt x="14097" y="7048"/>
                  </a:moveTo>
                  <a:cubicBezTo>
                    <a:pt x="14097" y="10954"/>
                    <a:pt x="10954" y="14097"/>
                    <a:pt x="7048" y="14097"/>
                  </a:cubicBezTo>
                  <a:cubicBezTo>
                    <a:pt x="3143" y="14097"/>
                    <a:pt x="0" y="10954"/>
                    <a:pt x="0" y="7048"/>
                  </a:cubicBezTo>
                  <a:cubicBezTo>
                    <a:pt x="0" y="3143"/>
                    <a:pt x="3143" y="0"/>
                    <a:pt x="7048" y="0"/>
                  </a:cubicBezTo>
                  <a:cubicBezTo>
                    <a:pt x="10954" y="0"/>
                    <a:pt x="14097" y="3143"/>
                    <a:pt x="14097" y="7048"/>
                  </a:cubicBezTo>
                  <a:close/>
                </a:path>
              </a:pathLst>
            </a:custGeom>
            <a:grpFill/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180" name="Freeform: Shape 179">
              <a:extLst>
                <a:ext uri="{FF2B5EF4-FFF2-40B4-BE49-F238E27FC236}">
                  <a16:creationId xmlns:a16="http://schemas.microsoft.com/office/drawing/2014/main" id="{9F379870-B34C-4DFC-9F0A-BDAB8C89FE33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6148495" y="3658981"/>
              <a:ext cx="14097" cy="14096"/>
            </a:xfrm>
            <a:custGeom>
              <a:avLst/>
              <a:gdLst>
                <a:gd name="connsiteX0" fmla="*/ 14097 w 14097"/>
                <a:gd name="connsiteY0" fmla="*/ 7048 h 14096"/>
                <a:gd name="connsiteX1" fmla="*/ 7049 w 14097"/>
                <a:gd name="connsiteY1" fmla="*/ 14097 h 14096"/>
                <a:gd name="connsiteX2" fmla="*/ 0 w 14097"/>
                <a:gd name="connsiteY2" fmla="*/ 7048 h 14096"/>
                <a:gd name="connsiteX3" fmla="*/ 7049 w 14097"/>
                <a:gd name="connsiteY3" fmla="*/ 0 h 14096"/>
                <a:gd name="connsiteX4" fmla="*/ 14097 w 14097"/>
                <a:gd name="connsiteY4" fmla="*/ 7048 h 1409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14097" h="14096">
                  <a:moveTo>
                    <a:pt x="14097" y="7048"/>
                  </a:moveTo>
                  <a:cubicBezTo>
                    <a:pt x="14097" y="10954"/>
                    <a:pt x="10954" y="14097"/>
                    <a:pt x="7049" y="14097"/>
                  </a:cubicBezTo>
                  <a:cubicBezTo>
                    <a:pt x="3143" y="14097"/>
                    <a:pt x="0" y="10954"/>
                    <a:pt x="0" y="7048"/>
                  </a:cubicBezTo>
                  <a:cubicBezTo>
                    <a:pt x="0" y="3143"/>
                    <a:pt x="3143" y="0"/>
                    <a:pt x="7049" y="0"/>
                  </a:cubicBezTo>
                  <a:cubicBezTo>
                    <a:pt x="10954" y="0"/>
                    <a:pt x="14097" y="3143"/>
                    <a:pt x="14097" y="7048"/>
                  </a:cubicBezTo>
                  <a:close/>
                </a:path>
              </a:pathLst>
            </a:custGeom>
            <a:grpFill/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181" name="Freeform: Shape 180">
              <a:extLst>
                <a:ext uri="{FF2B5EF4-FFF2-40B4-BE49-F238E27FC236}">
                  <a16:creationId xmlns:a16="http://schemas.microsoft.com/office/drawing/2014/main" id="{641092AC-FED1-4D1D-B57C-0AC883CA9582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6207646" y="3658981"/>
              <a:ext cx="14096" cy="14096"/>
            </a:xfrm>
            <a:custGeom>
              <a:avLst/>
              <a:gdLst>
                <a:gd name="connsiteX0" fmla="*/ 14097 w 14096"/>
                <a:gd name="connsiteY0" fmla="*/ 7048 h 14096"/>
                <a:gd name="connsiteX1" fmla="*/ 7048 w 14096"/>
                <a:gd name="connsiteY1" fmla="*/ 14097 h 14096"/>
                <a:gd name="connsiteX2" fmla="*/ 0 w 14096"/>
                <a:gd name="connsiteY2" fmla="*/ 7048 h 14096"/>
                <a:gd name="connsiteX3" fmla="*/ 7048 w 14096"/>
                <a:gd name="connsiteY3" fmla="*/ 0 h 14096"/>
                <a:gd name="connsiteX4" fmla="*/ 14097 w 14096"/>
                <a:gd name="connsiteY4" fmla="*/ 7048 h 1409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14096" h="14096">
                  <a:moveTo>
                    <a:pt x="14097" y="7048"/>
                  </a:moveTo>
                  <a:cubicBezTo>
                    <a:pt x="14097" y="10954"/>
                    <a:pt x="10954" y="14097"/>
                    <a:pt x="7048" y="14097"/>
                  </a:cubicBezTo>
                  <a:cubicBezTo>
                    <a:pt x="3143" y="14097"/>
                    <a:pt x="0" y="10954"/>
                    <a:pt x="0" y="7048"/>
                  </a:cubicBezTo>
                  <a:cubicBezTo>
                    <a:pt x="0" y="3143"/>
                    <a:pt x="3143" y="0"/>
                    <a:pt x="7048" y="0"/>
                  </a:cubicBezTo>
                  <a:cubicBezTo>
                    <a:pt x="10954" y="0"/>
                    <a:pt x="14097" y="3143"/>
                    <a:pt x="14097" y="7048"/>
                  </a:cubicBezTo>
                  <a:close/>
                </a:path>
              </a:pathLst>
            </a:custGeom>
            <a:grpFill/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182" name="Freeform: Shape 181">
              <a:extLst>
                <a:ext uri="{FF2B5EF4-FFF2-40B4-BE49-F238E27FC236}">
                  <a16:creationId xmlns:a16="http://schemas.microsoft.com/office/drawing/2014/main" id="{EA8A0B5E-5BB1-46AF-AC31-7D3756F354C9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6266891" y="3658981"/>
              <a:ext cx="14096" cy="14096"/>
            </a:xfrm>
            <a:custGeom>
              <a:avLst/>
              <a:gdLst>
                <a:gd name="connsiteX0" fmla="*/ 14097 w 14096"/>
                <a:gd name="connsiteY0" fmla="*/ 7048 h 14096"/>
                <a:gd name="connsiteX1" fmla="*/ 7049 w 14096"/>
                <a:gd name="connsiteY1" fmla="*/ 14097 h 14096"/>
                <a:gd name="connsiteX2" fmla="*/ 0 w 14096"/>
                <a:gd name="connsiteY2" fmla="*/ 7048 h 14096"/>
                <a:gd name="connsiteX3" fmla="*/ 7049 w 14096"/>
                <a:gd name="connsiteY3" fmla="*/ 0 h 14096"/>
                <a:gd name="connsiteX4" fmla="*/ 14097 w 14096"/>
                <a:gd name="connsiteY4" fmla="*/ 7048 h 1409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14096" h="14096">
                  <a:moveTo>
                    <a:pt x="14097" y="7048"/>
                  </a:moveTo>
                  <a:cubicBezTo>
                    <a:pt x="14097" y="10954"/>
                    <a:pt x="10954" y="14097"/>
                    <a:pt x="7049" y="14097"/>
                  </a:cubicBezTo>
                  <a:cubicBezTo>
                    <a:pt x="3143" y="14097"/>
                    <a:pt x="0" y="10954"/>
                    <a:pt x="0" y="7048"/>
                  </a:cubicBezTo>
                  <a:cubicBezTo>
                    <a:pt x="0" y="3143"/>
                    <a:pt x="3143" y="0"/>
                    <a:pt x="7049" y="0"/>
                  </a:cubicBezTo>
                  <a:cubicBezTo>
                    <a:pt x="10859" y="0"/>
                    <a:pt x="14097" y="3143"/>
                    <a:pt x="14097" y="7048"/>
                  </a:cubicBezTo>
                  <a:close/>
                </a:path>
              </a:pathLst>
            </a:custGeom>
            <a:grpFill/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183" name="Freeform: Shape 182">
              <a:extLst>
                <a:ext uri="{FF2B5EF4-FFF2-40B4-BE49-F238E27FC236}">
                  <a16:creationId xmlns:a16="http://schemas.microsoft.com/office/drawing/2014/main" id="{1C519384-2192-432B-B768-64B4BC2DA98F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6326042" y="3658981"/>
              <a:ext cx="14096" cy="14096"/>
            </a:xfrm>
            <a:custGeom>
              <a:avLst/>
              <a:gdLst>
                <a:gd name="connsiteX0" fmla="*/ 14097 w 14096"/>
                <a:gd name="connsiteY0" fmla="*/ 7048 h 14096"/>
                <a:gd name="connsiteX1" fmla="*/ 7048 w 14096"/>
                <a:gd name="connsiteY1" fmla="*/ 14097 h 14096"/>
                <a:gd name="connsiteX2" fmla="*/ 0 w 14096"/>
                <a:gd name="connsiteY2" fmla="*/ 7048 h 14096"/>
                <a:gd name="connsiteX3" fmla="*/ 7048 w 14096"/>
                <a:gd name="connsiteY3" fmla="*/ 0 h 14096"/>
                <a:gd name="connsiteX4" fmla="*/ 14097 w 14096"/>
                <a:gd name="connsiteY4" fmla="*/ 7048 h 1409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14096" h="14096">
                  <a:moveTo>
                    <a:pt x="14097" y="7048"/>
                  </a:moveTo>
                  <a:cubicBezTo>
                    <a:pt x="14097" y="10954"/>
                    <a:pt x="10954" y="14097"/>
                    <a:pt x="7048" y="14097"/>
                  </a:cubicBezTo>
                  <a:cubicBezTo>
                    <a:pt x="3143" y="14097"/>
                    <a:pt x="0" y="10954"/>
                    <a:pt x="0" y="7048"/>
                  </a:cubicBezTo>
                  <a:cubicBezTo>
                    <a:pt x="0" y="3143"/>
                    <a:pt x="3143" y="0"/>
                    <a:pt x="7048" y="0"/>
                  </a:cubicBezTo>
                  <a:cubicBezTo>
                    <a:pt x="10954" y="0"/>
                    <a:pt x="14097" y="3143"/>
                    <a:pt x="14097" y="7048"/>
                  </a:cubicBezTo>
                  <a:close/>
                </a:path>
              </a:pathLst>
            </a:custGeom>
            <a:grpFill/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184" name="Freeform: Shape 183">
              <a:extLst>
                <a:ext uri="{FF2B5EF4-FFF2-40B4-BE49-F238E27FC236}">
                  <a16:creationId xmlns:a16="http://schemas.microsoft.com/office/drawing/2014/main" id="{13C77A9D-44F0-4289-A611-D8AF8135707A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6385288" y="3658981"/>
              <a:ext cx="14096" cy="14096"/>
            </a:xfrm>
            <a:custGeom>
              <a:avLst/>
              <a:gdLst>
                <a:gd name="connsiteX0" fmla="*/ 14097 w 14096"/>
                <a:gd name="connsiteY0" fmla="*/ 7048 h 14096"/>
                <a:gd name="connsiteX1" fmla="*/ 7048 w 14096"/>
                <a:gd name="connsiteY1" fmla="*/ 14097 h 14096"/>
                <a:gd name="connsiteX2" fmla="*/ 0 w 14096"/>
                <a:gd name="connsiteY2" fmla="*/ 7048 h 14096"/>
                <a:gd name="connsiteX3" fmla="*/ 7048 w 14096"/>
                <a:gd name="connsiteY3" fmla="*/ 0 h 14096"/>
                <a:gd name="connsiteX4" fmla="*/ 14097 w 14096"/>
                <a:gd name="connsiteY4" fmla="*/ 7048 h 1409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14096" h="14096">
                  <a:moveTo>
                    <a:pt x="14097" y="7048"/>
                  </a:moveTo>
                  <a:cubicBezTo>
                    <a:pt x="14097" y="10954"/>
                    <a:pt x="10954" y="14097"/>
                    <a:pt x="7048" y="14097"/>
                  </a:cubicBezTo>
                  <a:cubicBezTo>
                    <a:pt x="3143" y="14097"/>
                    <a:pt x="0" y="10954"/>
                    <a:pt x="0" y="7048"/>
                  </a:cubicBezTo>
                  <a:cubicBezTo>
                    <a:pt x="0" y="3143"/>
                    <a:pt x="3143" y="0"/>
                    <a:pt x="7048" y="0"/>
                  </a:cubicBezTo>
                  <a:cubicBezTo>
                    <a:pt x="10858" y="0"/>
                    <a:pt x="14097" y="3143"/>
                    <a:pt x="14097" y="7048"/>
                  </a:cubicBezTo>
                  <a:close/>
                </a:path>
              </a:pathLst>
            </a:custGeom>
            <a:grpFill/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185" name="Freeform: Shape 184">
              <a:extLst>
                <a:ext uri="{FF2B5EF4-FFF2-40B4-BE49-F238E27FC236}">
                  <a16:creationId xmlns:a16="http://schemas.microsoft.com/office/drawing/2014/main" id="{0A54AEDC-E418-4E02-A713-6CE30C0CDD57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6444441" y="3658979"/>
              <a:ext cx="14096" cy="14096"/>
            </a:xfrm>
            <a:custGeom>
              <a:avLst/>
              <a:gdLst>
                <a:gd name="connsiteX0" fmla="*/ 14097 w 14096"/>
                <a:gd name="connsiteY0" fmla="*/ 7048 h 14096"/>
                <a:gd name="connsiteX1" fmla="*/ 7048 w 14096"/>
                <a:gd name="connsiteY1" fmla="*/ 14097 h 14096"/>
                <a:gd name="connsiteX2" fmla="*/ 0 w 14096"/>
                <a:gd name="connsiteY2" fmla="*/ 7048 h 14096"/>
                <a:gd name="connsiteX3" fmla="*/ 7048 w 14096"/>
                <a:gd name="connsiteY3" fmla="*/ 0 h 14096"/>
                <a:gd name="connsiteX4" fmla="*/ 14097 w 14096"/>
                <a:gd name="connsiteY4" fmla="*/ 7048 h 1409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14096" h="14096">
                  <a:moveTo>
                    <a:pt x="14097" y="7048"/>
                  </a:moveTo>
                  <a:cubicBezTo>
                    <a:pt x="14097" y="10954"/>
                    <a:pt x="10954" y="14097"/>
                    <a:pt x="7048" y="14097"/>
                  </a:cubicBezTo>
                  <a:cubicBezTo>
                    <a:pt x="3143" y="14097"/>
                    <a:pt x="0" y="10954"/>
                    <a:pt x="0" y="7048"/>
                  </a:cubicBezTo>
                  <a:cubicBezTo>
                    <a:pt x="0" y="3143"/>
                    <a:pt x="3143" y="0"/>
                    <a:pt x="7048" y="0"/>
                  </a:cubicBezTo>
                  <a:cubicBezTo>
                    <a:pt x="10954" y="0"/>
                    <a:pt x="14097" y="3143"/>
                    <a:pt x="14097" y="7048"/>
                  </a:cubicBezTo>
                  <a:close/>
                </a:path>
              </a:pathLst>
            </a:custGeom>
            <a:grpFill/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186" name="Freeform: Shape 185">
              <a:extLst>
                <a:ext uri="{FF2B5EF4-FFF2-40B4-BE49-F238E27FC236}">
                  <a16:creationId xmlns:a16="http://schemas.microsoft.com/office/drawing/2014/main" id="{24FECFE3-9F31-47B0-B17F-CF2A1CEE85AD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6148499" y="3718130"/>
              <a:ext cx="14097" cy="14096"/>
            </a:xfrm>
            <a:custGeom>
              <a:avLst/>
              <a:gdLst>
                <a:gd name="connsiteX0" fmla="*/ 14097 w 14097"/>
                <a:gd name="connsiteY0" fmla="*/ 7048 h 14096"/>
                <a:gd name="connsiteX1" fmla="*/ 7049 w 14097"/>
                <a:gd name="connsiteY1" fmla="*/ 14097 h 14096"/>
                <a:gd name="connsiteX2" fmla="*/ 0 w 14097"/>
                <a:gd name="connsiteY2" fmla="*/ 7048 h 14096"/>
                <a:gd name="connsiteX3" fmla="*/ 7049 w 14097"/>
                <a:gd name="connsiteY3" fmla="*/ 0 h 14096"/>
                <a:gd name="connsiteX4" fmla="*/ 14097 w 14097"/>
                <a:gd name="connsiteY4" fmla="*/ 7048 h 1409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14097" h="14096">
                  <a:moveTo>
                    <a:pt x="14097" y="7048"/>
                  </a:moveTo>
                  <a:cubicBezTo>
                    <a:pt x="14097" y="10954"/>
                    <a:pt x="10954" y="14097"/>
                    <a:pt x="7049" y="14097"/>
                  </a:cubicBezTo>
                  <a:cubicBezTo>
                    <a:pt x="3143" y="14097"/>
                    <a:pt x="0" y="10954"/>
                    <a:pt x="0" y="7048"/>
                  </a:cubicBezTo>
                  <a:cubicBezTo>
                    <a:pt x="0" y="3143"/>
                    <a:pt x="3143" y="0"/>
                    <a:pt x="7049" y="0"/>
                  </a:cubicBezTo>
                  <a:cubicBezTo>
                    <a:pt x="10954" y="0"/>
                    <a:pt x="14097" y="3143"/>
                    <a:pt x="14097" y="7048"/>
                  </a:cubicBezTo>
                  <a:close/>
                </a:path>
              </a:pathLst>
            </a:custGeom>
            <a:grpFill/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187" name="Freeform: Shape 186">
              <a:extLst>
                <a:ext uri="{FF2B5EF4-FFF2-40B4-BE49-F238E27FC236}">
                  <a16:creationId xmlns:a16="http://schemas.microsoft.com/office/drawing/2014/main" id="{68167DF4-8B16-419B-B7BA-2FD5FF6CC812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6207650" y="3718130"/>
              <a:ext cx="14096" cy="14096"/>
            </a:xfrm>
            <a:custGeom>
              <a:avLst/>
              <a:gdLst>
                <a:gd name="connsiteX0" fmla="*/ 14097 w 14096"/>
                <a:gd name="connsiteY0" fmla="*/ 7048 h 14096"/>
                <a:gd name="connsiteX1" fmla="*/ 7048 w 14096"/>
                <a:gd name="connsiteY1" fmla="*/ 14097 h 14096"/>
                <a:gd name="connsiteX2" fmla="*/ 0 w 14096"/>
                <a:gd name="connsiteY2" fmla="*/ 7048 h 14096"/>
                <a:gd name="connsiteX3" fmla="*/ 7048 w 14096"/>
                <a:gd name="connsiteY3" fmla="*/ 0 h 14096"/>
                <a:gd name="connsiteX4" fmla="*/ 14097 w 14096"/>
                <a:gd name="connsiteY4" fmla="*/ 7048 h 1409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14096" h="14096">
                  <a:moveTo>
                    <a:pt x="14097" y="7048"/>
                  </a:moveTo>
                  <a:cubicBezTo>
                    <a:pt x="14097" y="10954"/>
                    <a:pt x="10954" y="14097"/>
                    <a:pt x="7048" y="14097"/>
                  </a:cubicBezTo>
                  <a:cubicBezTo>
                    <a:pt x="3143" y="14097"/>
                    <a:pt x="0" y="10954"/>
                    <a:pt x="0" y="7048"/>
                  </a:cubicBezTo>
                  <a:cubicBezTo>
                    <a:pt x="0" y="3143"/>
                    <a:pt x="3143" y="0"/>
                    <a:pt x="7048" y="0"/>
                  </a:cubicBezTo>
                  <a:cubicBezTo>
                    <a:pt x="10954" y="0"/>
                    <a:pt x="14097" y="3143"/>
                    <a:pt x="14097" y="7048"/>
                  </a:cubicBezTo>
                  <a:close/>
                </a:path>
              </a:pathLst>
            </a:custGeom>
            <a:grpFill/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188" name="Freeform: Shape 187">
              <a:extLst>
                <a:ext uri="{FF2B5EF4-FFF2-40B4-BE49-F238E27FC236}">
                  <a16:creationId xmlns:a16="http://schemas.microsoft.com/office/drawing/2014/main" id="{A543D24F-44C0-4DDF-A30E-8C8407548F00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6266895" y="3718130"/>
              <a:ext cx="14096" cy="14096"/>
            </a:xfrm>
            <a:custGeom>
              <a:avLst/>
              <a:gdLst>
                <a:gd name="connsiteX0" fmla="*/ 14097 w 14096"/>
                <a:gd name="connsiteY0" fmla="*/ 7048 h 14096"/>
                <a:gd name="connsiteX1" fmla="*/ 7049 w 14096"/>
                <a:gd name="connsiteY1" fmla="*/ 14097 h 14096"/>
                <a:gd name="connsiteX2" fmla="*/ 0 w 14096"/>
                <a:gd name="connsiteY2" fmla="*/ 7048 h 14096"/>
                <a:gd name="connsiteX3" fmla="*/ 7049 w 14096"/>
                <a:gd name="connsiteY3" fmla="*/ 0 h 14096"/>
                <a:gd name="connsiteX4" fmla="*/ 14097 w 14096"/>
                <a:gd name="connsiteY4" fmla="*/ 7048 h 1409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14096" h="14096">
                  <a:moveTo>
                    <a:pt x="14097" y="7048"/>
                  </a:moveTo>
                  <a:cubicBezTo>
                    <a:pt x="14097" y="10954"/>
                    <a:pt x="10954" y="14097"/>
                    <a:pt x="7049" y="14097"/>
                  </a:cubicBezTo>
                  <a:cubicBezTo>
                    <a:pt x="3143" y="14097"/>
                    <a:pt x="0" y="10954"/>
                    <a:pt x="0" y="7048"/>
                  </a:cubicBezTo>
                  <a:cubicBezTo>
                    <a:pt x="0" y="3143"/>
                    <a:pt x="3143" y="0"/>
                    <a:pt x="7049" y="0"/>
                  </a:cubicBezTo>
                  <a:cubicBezTo>
                    <a:pt x="10859" y="0"/>
                    <a:pt x="14097" y="3143"/>
                    <a:pt x="14097" y="7048"/>
                  </a:cubicBezTo>
                  <a:close/>
                </a:path>
              </a:pathLst>
            </a:custGeom>
            <a:grpFill/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189" name="Freeform: Shape 188">
              <a:extLst>
                <a:ext uri="{FF2B5EF4-FFF2-40B4-BE49-F238E27FC236}">
                  <a16:creationId xmlns:a16="http://schemas.microsoft.com/office/drawing/2014/main" id="{63DEAE3C-3931-41EE-B4A1-F9385602BE1C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6326045" y="3718130"/>
              <a:ext cx="14096" cy="14096"/>
            </a:xfrm>
            <a:custGeom>
              <a:avLst/>
              <a:gdLst>
                <a:gd name="connsiteX0" fmla="*/ 14097 w 14096"/>
                <a:gd name="connsiteY0" fmla="*/ 7048 h 14096"/>
                <a:gd name="connsiteX1" fmla="*/ 7048 w 14096"/>
                <a:gd name="connsiteY1" fmla="*/ 14097 h 14096"/>
                <a:gd name="connsiteX2" fmla="*/ 0 w 14096"/>
                <a:gd name="connsiteY2" fmla="*/ 7048 h 14096"/>
                <a:gd name="connsiteX3" fmla="*/ 7048 w 14096"/>
                <a:gd name="connsiteY3" fmla="*/ 0 h 14096"/>
                <a:gd name="connsiteX4" fmla="*/ 14097 w 14096"/>
                <a:gd name="connsiteY4" fmla="*/ 7048 h 1409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14096" h="14096">
                  <a:moveTo>
                    <a:pt x="14097" y="7048"/>
                  </a:moveTo>
                  <a:cubicBezTo>
                    <a:pt x="14097" y="10954"/>
                    <a:pt x="10954" y="14097"/>
                    <a:pt x="7048" y="14097"/>
                  </a:cubicBezTo>
                  <a:cubicBezTo>
                    <a:pt x="3143" y="14097"/>
                    <a:pt x="0" y="10954"/>
                    <a:pt x="0" y="7048"/>
                  </a:cubicBezTo>
                  <a:cubicBezTo>
                    <a:pt x="0" y="3143"/>
                    <a:pt x="3143" y="0"/>
                    <a:pt x="7048" y="0"/>
                  </a:cubicBezTo>
                  <a:cubicBezTo>
                    <a:pt x="10954" y="0"/>
                    <a:pt x="14097" y="3143"/>
                    <a:pt x="14097" y="7048"/>
                  </a:cubicBezTo>
                  <a:close/>
                </a:path>
              </a:pathLst>
            </a:custGeom>
            <a:grpFill/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190" name="Freeform: Shape 189">
              <a:extLst>
                <a:ext uri="{FF2B5EF4-FFF2-40B4-BE49-F238E27FC236}">
                  <a16:creationId xmlns:a16="http://schemas.microsoft.com/office/drawing/2014/main" id="{B11945CD-32F6-4C09-82AF-5510512312A8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6385292" y="3718128"/>
              <a:ext cx="14096" cy="14096"/>
            </a:xfrm>
            <a:custGeom>
              <a:avLst/>
              <a:gdLst>
                <a:gd name="connsiteX0" fmla="*/ 14097 w 14096"/>
                <a:gd name="connsiteY0" fmla="*/ 7048 h 14096"/>
                <a:gd name="connsiteX1" fmla="*/ 7048 w 14096"/>
                <a:gd name="connsiteY1" fmla="*/ 14097 h 14096"/>
                <a:gd name="connsiteX2" fmla="*/ 0 w 14096"/>
                <a:gd name="connsiteY2" fmla="*/ 7048 h 14096"/>
                <a:gd name="connsiteX3" fmla="*/ 7048 w 14096"/>
                <a:gd name="connsiteY3" fmla="*/ 0 h 14096"/>
                <a:gd name="connsiteX4" fmla="*/ 14097 w 14096"/>
                <a:gd name="connsiteY4" fmla="*/ 7048 h 1409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14096" h="14096">
                  <a:moveTo>
                    <a:pt x="14097" y="7048"/>
                  </a:moveTo>
                  <a:cubicBezTo>
                    <a:pt x="14097" y="10954"/>
                    <a:pt x="10954" y="14097"/>
                    <a:pt x="7048" y="14097"/>
                  </a:cubicBezTo>
                  <a:cubicBezTo>
                    <a:pt x="3143" y="14097"/>
                    <a:pt x="0" y="10954"/>
                    <a:pt x="0" y="7048"/>
                  </a:cubicBezTo>
                  <a:cubicBezTo>
                    <a:pt x="0" y="3143"/>
                    <a:pt x="3143" y="0"/>
                    <a:pt x="7048" y="0"/>
                  </a:cubicBezTo>
                  <a:cubicBezTo>
                    <a:pt x="10858" y="0"/>
                    <a:pt x="14097" y="3143"/>
                    <a:pt x="14097" y="7048"/>
                  </a:cubicBezTo>
                  <a:close/>
                </a:path>
              </a:pathLst>
            </a:custGeom>
            <a:grpFill/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191" name="Freeform: Shape 190">
              <a:extLst>
                <a:ext uri="{FF2B5EF4-FFF2-40B4-BE49-F238E27FC236}">
                  <a16:creationId xmlns:a16="http://schemas.microsoft.com/office/drawing/2014/main" id="{9109F44F-512F-4792-AED2-ECA80DDE16C2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6444440" y="3718133"/>
              <a:ext cx="14096" cy="14096"/>
            </a:xfrm>
            <a:custGeom>
              <a:avLst/>
              <a:gdLst>
                <a:gd name="connsiteX0" fmla="*/ 14097 w 14096"/>
                <a:gd name="connsiteY0" fmla="*/ 7048 h 14096"/>
                <a:gd name="connsiteX1" fmla="*/ 7048 w 14096"/>
                <a:gd name="connsiteY1" fmla="*/ 14097 h 14096"/>
                <a:gd name="connsiteX2" fmla="*/ 0 w 14096"/>
                <a:gd name="connsiteY2" fmla="*/ 7048 h 14096"/>
                <a:gd name="connsiteX3" fmla="*/ 7048 w 14096"/>
                <a:gd name="connsiteY3" fmla="*/ 0 h 14096"/>
                <a:gd name="connsiteX4" fmla="*/ 14097 w 14096"/>
                <a:gd name="connsiteY4" fmla="*/ 7048 h 1409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14096" h="14096">
                  <a:moveTo>
                    <a:pt x="14097" y="7048"/>
                  </a:moveTo>
                  <a:cubicBezTo>
                    <a:pt x="14097" y="10954"/>
                    <a:pt x="10954" y="14097"/>
                    <a:pt x="7048" y="14097"/>
                  </a:cubicBezTo>
                  <a:cubicBezTo>
                    <a:pt x="3143" y="14097"/>
                    <a:pt x="0" y="10954"/>
                    <a:pt x="0" y="7048"/>
                  </a:cubicBezTo>
                  <a:cubicBezTo>
                    <a:pt x="0" y="3143"/>
                    <a:pt x="3143" y="0"/>
                    <a:pt x="7048" y="0"/>
                  </a:cubicBezTo>
                  <a:cubicBezTo>
                    <a:pt x="10954" y="0"/>
                    <a:pt x="14097" y="3143"/>
                    <a:pt x="14097" y="7048"/>
                  </a:cubicBezTo>
                  <a:close/>
                </a:path>
              </a:pathLst>
            </a:custGeom>
            <a:grpFill/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192" name="Freeform: Shape 191">
              <a:extLst>
                <a:ext uri="{FF2B5EF4-FFF2-40B4-BE49-F238E27FC236}">
                  <a16:creationId xmlns:a16="http://schemas.microsoft.com/office/drawing/2014/main" id="{29B9E19B-BC56-46F2-BFFF-1688CEA55A6E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6148495" y="3777375"/>
              <a:ext cx="14097" cy="14099"/>
            </a:xfrm>
            <a:custGeom>
              <a:avLst/>
              <a:gdLst>
                <a:gd name="connsiteX0" fmla="*/ 14097 w 14097"/>
                <a:gd name="connsiteY0" fmla="*/ 7051 h 14099"/>
                <a:gd name="connsiteX1" fmla="*/ 7049 w 14097"/>
                <a:gd name="connsiteY1" fmla="*/ 14099 h 14099"/>
                <a:gd name="connsiteX2" fmla="*/ 0 w 14097"/>
                <a:gd name="connsiteY2" fmla="*/ 7051 h 14099"/>
                <a:gd name="connsiteX3" fmla="*/ 7049 w 14097"/>
                <a:gd name="connsiteY3" fmla="*/ 2 h 14099"/>
                <a:gd name="connsiteX4" fmla="*/ 14097 w 14097"/>
                <a:gd name="connsiteY4" fmla="*/ 7051 h 14099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14097" h="14099">
                  <a:moveTo>
                    <a:pt x="14097" y="7051"/>
                  </a:moveTo>
                  <a:cubicBezTo>
                    <a:pt x="14097" y="10956"/>
                    <a:pt x="10954" y="14099"/>
                    <a:pt x="7049" y="14099"/>
                  </a:cubicBezTo>
                  <a:cubicBezTo>
                    <a:pt x="3143" y="14099"/>
                    <a:pt x="0" y="10956"/>
                    <a:pt x="0" y="7051"/>
                  </a:cubicBezTo>
                  <a:cubicBezTo>
                    <a:pt x="0" y="3145"/>
                    <a:pt x="3143" y="2"/>
                    <a:pt x="7049" y="2"/>
                  </a:cubicBezTo>
                  <a:cubicBezTo>
                    <a:pt x="10954" y="-93"/>
                    <a:pt x="14097" y="3145"/>
                    <a:pt x="14097" y="7051"/>
                  </a:cubicBezTo>
                  <a:close/>
                </a:path>
              </a:pathLst>
            </a:custGeom>
            <a:grpFill/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193" name="Freeform: Shape 192">
              <a:extLst>
                <a:ext uri="{FF2B5EF4-FFF2-40B4-BE49-F238E27FC236}">
                  <a16:creationId xmlns:a16="http://schemas.microsoft.com/office/drawing/2014/main" id="{F573BDDE-4AED-43FB-B8D1-B5F37089313B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6207650" y="3777375"/>
              <a:ext cx="14096" cy="14099"/>
            </a:xfrm>
            <a:custGeom>
              <a:avLst/>
              <a:gdLst>
                <a:gd name="connsiteX0" fmla="*/ 14097 w 14096"/>
                <a:gd name="connsiteY0" fmla="*/ 7051 h 14099"/>
                <a:gd name="connsiteX1" fmla="*/ 7048 w 14096"/>
                <a:gd name="connsiteY1" fmla="*/ 14099 h 14099"/>
                <a:gd name="connsiteX2" fmla="*/ 0 w 14096"/>
                <a:gd name="connsiteY2" fmla="*/ 7051 h 14099"/>
                <a:gd name="connsiteX3" fmla="*/ 7048 w 14096"/>
                <a:gd name="connsiteY3" fmla="*/ 2 h 14099"/>
                <a:gd name="connsiteX4" fmla="*/ 14097 w 14096"/>
                <a:gd name="connsiteY4" fmla="*/ 7051 h 14099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14096" h="14099">
                  <a:moveTo>
                    <a:pt x="14097" y="7051"/>
                  </a:moveTo>
                  <a:cubicBezTo>
                    <a:pt x="14097" y="10956"/>
                    <a:pt x="10954" y="14099"/>
                    <a:pt x="7048" y="14099"/>
                  </a:cubicBezTo>
                  <a:cubicBezTo>
                    <a:pt x="3143" y="14099"/>
                    <a:pt x="0" y="10956"/>
                    <a:pt x="0" y="7051"/>
                  </a:cubicBezTo>
                  <a:cubicBezTo>
                    <a:pt x="0" y="3145"/>
                    <a:pt x="3143" y="2"/>
                    <a:pt x="7048" y="2"/>
                  </a:cubicBezTo>
                  <a:cubicBezTo>
                    <a:pt x="10954" y="-93"/>
                    <a:pt x="14097" y="3145"/>
                    <a:pt x="14097" y="7051"/>
                  </a:cubicBezTo>
                  <a:close/>
                </a:path>
              </a:pathLst>
            </a:custGeom>
            <a:grpFill/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194" name="Freeform: Shape 193">
              <a:extLst>
                <a:ext uri="{FF2B5EF4-FFF2-40B4-BE49-F238E27FC236}">
                  <a16:creationId xmlns:a16="http://schemas.microsoft.com/office/drawing/2014/main" id="{EFFDA684-6DFF-4629-830E-6F2ACAB8C300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6266896" y="3777375"/>
              <a:ext cx="14096" cy="14099"/>
            </a:xfrm>
            <a:custGeom>
              <a:avLst/>
              <a:gdLst>
                <a:gd name="connsiteX0" fmla="*/ 14097 w 14096"/>
                <a:gd name="connsiteY0" fmla="*/ 7051 h 14099"/>
                <a:gd name="connsiteX1" fmla="*/ 7049 w 14096"/>
                <a:gd name="connsiteY1" fmla="*/ 14099 h 14099"/>
                <a:gd name="connsiteX2" fmla="*/ 0 w 14096"/>
                <a:gd name="connsiteY2" fmla="*/ 7051 h 14099"/>
                <a:gd name="connsiteX3" fmla="*/ 7049 w 14096"/>
                <a:gd name="connsiteY3" fmla="*/ 2 h 14099"/>
                <a:gd name="connsiteX4" fmla="*/ 14097 w 14096"/>
                <a:gd name="connsiteY4" fmla="*/ 7051 h 14099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14096" h="14099">
                  <a:moveTo>
                    <a:pt x="14097" y="7051"/>
                  </a:moveTo>
                  <a:cubicBezTo>
                    <a:pt x="14097" y="10956"/>
                    <a:pt x="10954" y="14099"/>
                    <a:pt x="7049" y="14099"/>
                  </a:cubicBezTo>
                  <a:cubicBezTo>
                    <a:pt x="3143" y="14099"/>
                    <a:pt x="0" y="10956"/>
                    <a:pt x="0" y="7051"/>
                  </a:cubicBezTo>
                  <a:cubicBezTo>
                    <a:pt x="0" y="3145"/>
                    <a:pt x="3143" y="2"/>
                    <a:pt x="7049" y="2"/>
                  </a:cubicBezTo>
                  <a:cubicBezTo>
                    <a:pt x="10859" y="-93"/>
                    <a:pt x="14097" y="3145"/>
                    <a:pt x="14097" y="7051"/>
                  </a:cubicBezTo>
                  <a:close/>
                </a:path>
              </a:pathLst>
            </a:custGeom>
            <a:grpFill/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195" name="Freeform: Shape 194">
              <a:extLst>
                <a:ext uri="{FF2B5EF4-FFF2-40B4-BE49-F238E27FC236}">
                  <a16:creationId xmlns:a16="http://schemas.microsoft.com/office/drawing/2014/main" id="{92E23250-6349-4726-AF61-08A57B3A2E15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6326055" y="3777354"/>
              <a:ext cx="14096" cy="14099"/>
            </a:xfrm>
            <a:custGeom>
              <a:avLst/>
              <a:gdLst>
                <a:gd name="connsiteX0" fmla="*/ 14097 w 14096"/>
                <a:gd name="connsiteY0" fmla="*/ 7051 h 14099"/>
                <a:gd name="connsiteX1" fmla="*/ 7048 w 14096"/>
                <a:gd name="connsiteY1" fmla="*/ 14099 h 14099"/>
                <a:gd name="connsiteX2" fmla="*/ 0 w 14096"/>
                <a:gd name="connsiteY2" fmla="*/ 7051 h 14099"/>
                <a:gd name="connsiteX3" fmla="*/ 7048 w 14096"/>
                <a:gd name="connsiteY3" fmla="*/ 2 h 14099"/>
                <a:gd name="connsiteX4" fmla="*/ 14097 w 14096"/>
                <a:gd name="connsiteY4" fmla="*/ 7051 h 14099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14096" h="14099">
                  <a:moveTo>
                    <a:pt x="14097" y="7051"/>
                  </a:moveTo>
                  <a:cubicBezTo>
                    <a:pt x="14097" y="10956"/>
                    <a:pt x="10954" y="14099"/>
                    <a:pt x="7048" y="14099"/>
                  </a:cubicBezTo>
                  <a:cubicBezTo>
                    <a:pt x="3143" y="14099"/>
                    <a:pt x="0" y="10956"/>
                    <a:pt x="0" y="7051"/>
                  </a:cubicBezTo>
                  <a:cubicBezTo>
                    <a:pt x="0" y="3145"/>
                    <a:pt x="3143" y="2"/>
                    <a:pt x="7048" y="2"/>
                  </a:cubicBezTo>
                  <a:cubicBezTo>
                    <a:pt x="10954" y="-93"/>
                    <a:pt x="14097" y="3145"/>
                    <a:pt x="14097" y="7051"/>
                  </a:cubicBezTo>
                  <a:close/>
                </a:path>
              </a:pathLst>
            </a:custGeom>
            <a:grpFill/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196" name="Freeform: Shape 195">
              <a:extLst>
                <a:ext uri="{FF2B5EF4-FFF2-40B4-BE49-F238E27FC236}">
                  <a16:creationId xmlns:a16="http://schemas.microsoft.com/office/drawing/2014/main" id="{8536AAE6-5497-4B0A-9C9F-4EAA1BB322B6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6385314" y="3777450"/>
              <a:ext cx="14096" cy="14099"/>
            </a:xfrm>
            <a:custGeom>
              <a:avLst/>
              <a:gdLst>
                <a:gd name="connsiteX0" fmla="*/ 14097 w 14096"/>
                <a:gd name="connsiteY0" fmla="*/ 7051 h 14099"/>
                <a:gd name="connsiteX1" fmla="*/ 7048 w 14096"/>
                <a:gd name="connsiteY1" fmla="*/ 14099 h 14099"/>
                <a:gd name="connsiteX2" fmla="*/ 0 w 14096"/>
                <a:gd name="connsiteY2" fmla="*/ 7051 h 14099"/>
                <a:gd name="connsiteX3" fmla="*/ 7048 w 14096"/>
                <a:gd name="connsiteY3" fmla="*/ 2 h 14099"/>
                <a:gd name="connsiteX4" fmla="*/ 14097 w 14096"/>
                <a:gd name="connsiteY4" fmla="*/ 7051 h 14099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14096" h="14099">
                  <a:moveTo>
                    <a:pt x="14097" y="7051"/>
                  </a:moveTo>
                  <a:cubicBezTo>
                    <a:pt x="14097" y="10956"/>
                    <a:pt x="10954" y="14099"/>
                    <a:pt x="7048" y="14099"/>
                  </a:cubicBezTo>
                  <a:cubicBezTo>
                    <a:pt x="3143" y="14099"/>
                    <a:pt x="0" y="10956"/>
                    <a:pt x="0" y="7051"/>
                  </a:cubicBezTo>
                  <a:cubicBezTo>
                    <a:pt x="0" y="3145"/>
                    <a:pt x="3143" y="2"/>
                    <a:pt x="7048" y="2"/>
                  </a:cubicBezTo>
                  <a:cubicBezTo>
                    <a:pt x="10858" y="-93"/>
                    <a:pt x="14097" y="3145"/>
                    <a:pt x="14097" y="7051"/>
                  </a:cubicBezTo>
                  <a:close/>
                </a:path>
              </a:pathLst>
            </a:custGeom>
            <a:grpFill/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197" name="Freeform: Shape 196">
              <a:extLst>
                <a:ext uri="{FF2B5EF4-FFF2-40B4-BE49-F238E27FC236}">
                  <a16:creationId xmlns:a16="http://schemas.microsoft.com/office/drawing/2014/main" id="{52B72898-B9DE-4574-BB20-0C317954D4C2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6444424" y="3777424"/>
              <a:ext cx="14096" cy="14096"/>
            </a:xfrm>
            <a:custGeom>
              <a:avLst/>
              <a:gdLst>
                <a:gd name="connsiteX0" fmla="*/ 14097 w 14096"/>
                <a:gd name="connsiteY0" fmla="*/ 7048 h 14096"/>
                <a:gd name="connsiteX1" fmla="*/ 7048 w 14096"/>
                <a:gd name="connsiteY1" fmla="*/ 14097 h 14096"/>
                <a:gd name="connsiteX2" fmla="*/ 0 w 14096"/>
                <a:gd name="connsiteY2" fmla="*/ 7048 h 14096"/>
                <a:gd name="connsiteX3" fmla="*/ 7048 w 14096"/>
                <a:gd name="connsiteY3" fmla="*/ 0 h 14096"/>
                <a:gd name="connsiteX4" fmla="*/ 14097 w 14096"/>
                <a:gd name="connsiteY4" fmla="*/ 7048 h 1409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14096" h="14096">
                  <a:moveTo>
                    <a:pt x="14097" y="7048"/>
                  </a:moveTo>
                  <a:cubicBezTo>
                    <a:pt x="14097" y="10941"/>
                    <a:pt x="10941" y="14097"/>
                    <a:pt x="7048" y="14097"/>
                  </a:cubicBezTo>
                  <a:cubicBezTo>
                    <a:pt x="3156" y="14097"/>
                    <a:pt x="0" y="10941"/>
                    <a:pt x="0" y="7048"/>
                  </a:cubicBezTo>
                  <a:cubicBezTo>
                    <a:pt x="0" y="3156"/>
                    <a:pt x="3156" y="0"/>
                    <a:pt x="7048" y="0"/>
                  </a:cubicBezTo>
                  <a:cubicBezTo>
                    <a:pt x="10941" y="0"/>
                    <a:pt x="14097" y="3156"/>
                    <a:pt x="14097" y="7048"/>
                  </a:cubicBezTo>
                  <a:close/>
                </a:path>
              </a:pathLst>
            </a:custGeom>
            <a:grpFill/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</p:grpSp>
    </p:spTree>
    <p:extLst>
      <p:ext uri="{BB962C8B-B14F-4D97-AF65-F5344CB8AC3E}">
        <p14:creationId xmlns:p14="http://schemas.microsoft.com/office/powerpoint/2010/main" val="3648123998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Rectangle 7">
            <a:extLst>
              <a:ext uri="{FF2B5EF4-FFF2-40B4-BE49-F238E27FC236}">
                <a16:creationId xmlns:a16="http://schemas.microsoft.com/office/drawing/2014/main" id="{5A0118C5-4F8D-4CF4-BADD-53FEACC6C42A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chemeClr val="tx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0" name="Oval 9">
            <a:extLst>
              <a:ext uri="{FF2B5EF4-FFF2-40B4-BE49-F238E27FC236}">
                <a16:creationId xmlns:a16="http://schemas.microsoft.com/office/drawing/2014/main" id="{4E0A5C5C-2A95-428E-9F6A-0D29EBD57C9F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888395" y="1040837"/>
            <a:ext cx="4754948" cy="4754948"/>
          </a:xfrm>
          <a:prstGeom prst="ellipse">
            <a:avLst/>
          </a:prstGeom>
          <a:solidFill>
            <a:srgbClr val="FFFFFF"/>
          </a:solidFill>
          <a:ln w="28575"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2" name="Oval 11">
            <a:extLst>
              <a:ext uri="{FF2B5EF4-FFF2-40B4-BE49-F238E27FC236}">
                <a16:creationId xmlns:a16="http://schemas.microsoft.com/office/drawing/2014/main" id="{1056F38F-7C4E-461D-8709-7D0024AE1F79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879411" y="1029607"/>
            <a:ext cx="4754948" cy="4754948"/>
          </a:xfrm>
          <a:prstGeom prst="ellipse">
            <a:avLst/>
          </a:prstGeom>
          <a:solidFill>
            <a:schemeClr val="accent6">
              <a:alpha val="30000"/>
            </a:schemeClr>
          </a:solidFill>
          <a:ln w="28575">
            <a:solidFill>
              <a:schemeClr val="bg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4" name="Oval 13">
            <a:extLst>
              <a:ext uri="{FF2B5EF4-FFF2-40B4-BE49-F238E27FC236}">
                <a16:creationId xmlns:a16="http://schemas.microsoft.com/office/drawing/2014/main" id="{C7278469-3C3C-49CE-AEEE-E176A4900B78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739960" y="934855"/>
            <a:ext cx="4754948" cy="4754948"/>
          </a:xfrm>
          <a:prstGeom prst="ellipse">
            <a:avLst/>
          </a:prstGeom>
          <a:solidFill>
            <a:schemeClr val="tx1"/>
          </a:solidFill>
          <a:ln w="28575">
            <a:solidFill>
              <a:schemeClr val="bg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7A3910DC-7F77-C8DE-B875-CF9E756DD26C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102368" y="1877492"/>
            <a:ext cx="4030132" cy="3215373"/>
          </a:xfrm>
        </p:spPr>
        <p:txBody>
          <a:bodyPr>
            <a:normAutofit/>
          </a:bodyPr>
          <a:lstStyle/>
          <a:p>
            <a:pPr algn="ctr"/>
            <a:r>
              <a:rPr lang="en-NL" err="1">
                <a:solidFill>
                  <a:schemeClr val="bg1"/>
                </a:solidFill>
              </a:rPr>
              <a:t>Inhoud</a:t>
            </a:r>
            <a:endParaRPr lang="en-NL">
              <a:solidFill>
                <a:schemeClr val="bg1"/>
              </a:solidFill>
            </a:endParaRPr>
          </a:p>
        </p:txBody>
      </p:sp>
      <p:grpSp>
        <p:nvGrpSpPr>
          <p:cNvPr id="16" name="Group 15">
            <a:extLst>
              <a:ext uri="{FF2B5EF4-FFF2-40B4-BE49-F238E27FC236}">
                <a16:creationId xmlns:a16="http://schemas.microsoft.com/office/drawing/2014/main" id="{93DC754C-7E09-422D-A8BB-AF632E90DFA2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GrpSpPr>
            <a:grpSpLocks noGrp="1" noUngrp="1" noRot="1" noChangeAspect="1" noMove="1" noResize="1"/>
          </p:cNvGrp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GrpSpPr>
        <p:grpSpPr>
          <a:xfrm>
            <a:off x="0" y="377893"/>
            <a:ext cx="1861854" cy="717514"/>
            <a:chOff x="0" y="377893"/>
            <a:chExt cx="1861854" cy="717514"/>
          </a:xfrm>
          <a:solidFill>
            <a:schemeClr val="bg1"/>
          </a:solidFill>
        </p:grpSpPr>
        <p:sp>
          <p:nvSpPr>
            <p:cNvPr id="17" name="Freeform: Shape 16">
              <a:extLst>
                <a:ext uri="{FF2B5EF4-FFF2-40B4-BE49-F238E27FC236}">
                  <a16:creationId xmlns:a16="http://schemas.microsoft.com/office/drawing/2014/main" id="{C5A741B9-65EC-4C5B-9FE0-4A18575771A6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0" y="377893"/>
              <a:ext cx="1861854" cy="277779"/>
            </a:xfrm>
            <a:custGeom>
              <a:avLst/>
              <a:gdLst>
                <a:gd name="connsiteX0" fmla="*/ 180458 w 1861854"/>
                <a:gd name="connsiteY0" fmla="*/ 0 h 277779"/>
                <a:gd name="connsiteX1" fmla="*/ 419222 w 1861854"/>
                <a:gd name="connsiteY1" fmla="*/ 238761 h 277779"/>
                <a:gd name="connsiteX2" fmla="*/ 657984 w 1861854"/>
                <a:gd name="connsiteY2" fmla="*/ 0 h 277779"/>
                <a:gd name="connsiteX3" fmla="*/ 896745 w 1861854"/>
                <a:gd name="connsiteY3" fmla="*/ 238761 h 277779"/>
                <a:gd name="connsiteX4" fmla="*/ 1135754 w 1861854"/>
                <a:gd name="connsiteY4" fmla="*/ 0 h 277779"/>
                <a:gd name="connsiteX5" fmla="*/ 1374516 w 1861854"/>
                <a:gd name="connsiteY5" fmla="*/ 238761 h 277779"/>
                <a:gd name="connsiteX6" fmla="*/ 1613277 w 1861854"/>
                <a:gd name="connsiteY6" fmla="*/ 0 h 277779"/>
                <a:gd name="connsiteX7" fmla="*/ 1861854 w 1861854"/>
                <a:gd name="connsiteY7" fmla="*/ 248577 h 277779"/>
                <a:gd name="connsiteX8" fmla="*/ 1842470 w 1861854"/>
                <a:gd name="connsiteY8" fmla="*/ 267963 h 277779"/>
                <a:gd name="connsiteX9" fmla="*/ 1613277 w 1861854"/>
                <a:gd name="connsiteY9" fmla="*/ 39017 h 277779"/>
                <a:gd name="connsiteX10" fmla="*/ 1374516 w 1861854"/>
                <a:gd name="connsiteY10" fmla="*/ 277779 h 277779"/>
                <a:gd name="connsiteX11" fmla="*/ 1135754 w 1861854"/>
                <a:gd name="connsiteY11" fmla="*/ 39017 h 277779"/>
                <a:gd name="connsiteX12" fmla="*/ 896745 w 1861854"/>
                <a:gd name="connsiteY12" fmla="*/ 277779 h 277779"/>
                <a:gd name="connsiteX13" fmla="*/ 657984 w 1861854"/>
                <a:gd name="connsiteY13" fmla="*/ 39017 h 277779"/>
                <a:gd name="connsiteX14" fmla="*/ 419222 w 1861854"/>
                <a:gd name="connsiteY14" fmla="*/ 277779 h 277779"/>
                <a:gd name="connsiteX15" fmla="*/ 180458 w 1861854"/>
                <a:gd name="connsiteY15" fmla="*/ 39017 h 277779"/>
                <a:gd name="connsiteX16" fmla="*/ 0 w 1861854"/>
                <a:gd name="connsiteY16" fmla="*/ 219283 h 277779"/>
                <a:gd name="connsiteX17" fmla="*/ 0 w 1861854"/>
                <a:gd name="connsiteY17" fmla="*/ 180458 h 277779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</a:cxnLst>
              <a:rect l="l" t="t" r="r" b="b"/>
              <a:pathLst>
                <a:path w="1861854" h="277779">
                  <a:moveTo>
                    <a:pt x="180458" y="0"/>
                  </a:moveTo>
                  <a:lnTo>
                    <a:pt x="419222" y="238761"/>
                  </a:lnTo>
                  <a:lnTo>
                    <a:pt x="657984" y="0"/>
                  </a:lnTo>
                  <a:lnTo>
                    <a:pt x="896745" y="238761"/>
                  </a:lnTo>
                  <a:lnTo>
                    <a:pt x="1135754" y="0"/>
                  </a:lnTo>
                  <a:lnTo>
                    <a:pt x="1374516" y="238761"/>
                  </a:lnTo>
                  <a:lnTo>
                    <a:pt x="1613277" y="0"/>
                  </a:lnTo>
                  <a:lnTo>
                    <a:pt x="1861854" y="248577"/>
                  </a:lnTo>
                  <a:lnTo>
                    <a:pt x="1842470" y="267963"/>
                  </a:lnTo>
                  <a:lnTo>
                    <a:pt x="1613277" y="39017"/>
                  </a:lnTo>
                  <a:lnTo>
                    <a:pt x="1374516" y="277779"/>
                  </a:lnTo>
                  <a:lnTo>
                    <a:pt x="1135754" y="39017"/>
                  </a:lnTo>
                  <a:lnTo>
                    <a:pt x="896745" y="277779"/>
                  </a:lnTo>
                  <a:lnTo>
                    <a:pt x="657984" y="39017"/>
                  </a:lnTo>
                  <a:lnTo>
                    <a:pt x="419222" y="277779"/>
                  </a:lnTo>
                  <a:lnTo>
                    <a:pt x="180458" y="39017"/>
                  </a:lnTo>
                  <a:lnTo>
                    <a:pt x="0" y="219283"/>
                  </a:lnTo>
                  <a:lnTo>
                    <a:pt x="0" y="180458"/>
                  </a:lnTo>
                  <a:close/>
                </a:path>
              </a:pathLst>
            </a:custGeom>
            <a:grpFill/>
            <a:ln w="9525" cap="flat">
              <a:noFill/>
              <a:prstDash val="solid"/>
              <a:miter/>
            </a:ln>
          </p:spPr>
          <p:txBody>
            <a:bodyPr wrap="square" rtlCol="0" anchor="ctr">
              <a:noAutofit/>
            </a:bodyPr>
            <a:lstStyle/>
            <a:p>
              <a:endParaRPr lang="en-US"/>
            </a:p>
          </p:txBody>
        </p:sp>
        <p:sp>
          <p:nvSpPr>
            <p:cNvPr id="18" name="Freeform: Shape 17">
              <a:extLst>
                <a:ext uri="{FF2B5EF4-FFF2-40B4-BE49-F238E27FC236}">
                  <a16:creationId xmlns:a16="http://schemas.microsoft.com/office/drawing/2014/main" id="{C0BB4301-41FA-4453-956F-A11CC664B68B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0" y="817628"/>
              <a:ext cx="1861854" cy="277779"/>
            </a:xfrm>
            <a:custGeom>
              <a:avLst/>
              <a:gdLst>
                <a:gd name="connsiteX0" fmla="*/ 180458 w 1861854"/>
                <a:gd name="connsiteY0" fmla="*/ 0 h 277779"/>
                <a:gd name="connsiteX1" fmla="*/ 419222 w 1861854"/>
                <a:gd name="connsiteY1" fmla="*/ 238761 h 277779"/>
                <a:gd name="connsiteX2" fmla="*/ 657984 w 1861854"/>
                <a:gd name="connsiteY2" fmla="*/ 0 h 277779"/>
                <a:gd name="connsiteX3" fmla="*/ 896745 w 1861854"/>
                <a:gd name="connsiteY3" fmla="*/ 238761 h 277779"/>
                <a:gd name="connsiteX4" fmla="*/ 1135754 w 1861854"/>
                <a:gd name="connsiteY4" fmla="*/ 0 h 277779"/>
                <a:gd name="connsiteX5" fmla="*/ 1374516 w 1861854"/>
                <a:gd name="connsiteY5" fmla="*/ 238761 h 277779"/>
                <a:gd name="connsiteX6" fmla="*/ 1613277 w 1861854"/>
                <a:gd name="connsiteY6" fmla="*/ 0 h 277779"/>
                <a:gd name="connsiteX7" fmla="*/ 1861854 w 1861854"/>
                <a:gd name="connsiteY7" fmla="*/ 248577 h 277779"/>
                <a:gd name="connsiteX8" fmla="*/ 1842470 w 1861854"/>
                <a:gd name="connsiteY8" fmla="*/ 268208 h 277779"/>
                <a:gd name="connsiteX9" fmla="*/ 1613277 w 1861854"/>
                <a:gd name="connsiteY9" fmla="*/ 39017 h 277779"/>
                <a:gd name="connsiteX10" fmla="*/ 1374516 w 1861854"/>
                <a:gd name="connsiteY10" fmla="*/ 277779 h 277779"/>
                <a:gd name="connsiteX11" fmla="*/ 1135754 w 1861854"/>
                <a:gd name="connsiteY11" fmla="*/ 39017 h 277779"/>
                <a:gd name="connsiteX12" fmla="*/ 896745 w 1861854"/>
                <a:gd name="connsiteY12" fmla="*/ 277779 h 277779"/>
                <a:gd name="connsiteX13" fmla="*/ 657984 w 1861854"/>
                <a:gd name="connsiteY13" fmla="*/ 39017 h 277779"/>
                <a:gd name="connsiteX14" fmla="*/ 419222 w 1861854"/>
                <a:gd name="connsiteY14" fmla="*/ 277779 h 277779"/>
                <a:gd name="connsiteX15" fmla="*/ 180458 w 1861854"/>
                <a:gd name="connsiteY15" fmla="*/ 39017 h 277779"/>
                <a:gd name="connsiteX16" fmla="*/ 0 w 1861854"/>
                <a:gd name="connsiteY16" fmla="*/ 219475 h 277779"/>
                <a:gd name="connsiteX17" fmla="*/ 0 w 1861854"/>
                <a:gd name="connsiteY17" fmla="*/ 180458 h 277779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</a:cxnLst>
              <a:rect l="l" t="t" r="r" b="b"/>
              <a:pathLst>
                <a:path w="1861854" h="277779">
                  <a:moveTo>
                    <a:pt x="180458" y="0"/>
                  </a:moveTo>
                  <a:lnTo>
                    <a:pt x="419222" y="238761"/>
                  </a:lnTo>
                  <a:lnTo>
                    <a:pt x="657984" y="0"/>
                  </a:lnTo>
                  <a:lnTo>
                    <a:pt x="896745" y="238761"/>
                  </a:lnTo>
                  <a:lnTo>
                    <a:pt x="1135754" y="0"/>
                  </a:lnTo>
                  <a:lnTo>
                    <a:pt x="1374516" y="238761"/>
                  </a:lnTo>
                  <a:lnTo>
                    <a:pt x="1613277" y="0"/>
                  </a:lnTo>
                  <a:lnTo>
                    <a:pt x="1861854" y="248577"/>
                  </a:lnTo>
                  <a:lnTo>
                    <a:pt x="1842470" y="268208"/>
                  </a:lnTo>
                  <a:lnTo>
                    <a:pt x="1613277" y="39017"/>
                  </a:lnTo>
                  <a:lnTo>
                    <a:pt x="1374516" y="277779"/>
                  </a:lnTo>
                  <a:lnTo>
                    <a:pt x="1135754" y="39017"/>
                  </a:lnTo>
                  <a:lnTo>
                    <a:pt x="896745" y="277779"/>
                  </a:lnTo>
                  <a:lnTo>
                    <a:pt x="657984" y="39017"/>
                  </a:lnTo>
                  <a:lnTo>
                    <a:pt x="419222" y="277779"/>
                  </a:lnTo>
                  <a:lnTo>
                    <a:pt x="180458" y="39017"/>
                  </a:lnTo>
                  <a:lnTo>
                    <a:pt x="0" y="219475"/>
                  </a:lnTo>
                  <a:lnTo>
                    <a:pt x="0" y="180458"/>
                  </a:lnTo>
                  <a:close/>
                </a:path>
              </a:pathLst>
            </a:custGeom>
            <a:grpFill/>
            <a:ln w="9525" cap="flat">
              <a:noFill/>
              <a:prstDash val="solid"/>
              <a:miter/>
            </a:ln>
          </p:spPr>
          <p:txBody>
            <a:bodyPr wrap="square" rtlCol="0" anchor="ctr">
              <a:noAutofit/>
            </a:bodyPr>
            <a:lstStyle/>
            <a:p>
              <a:endParaRPr lang="en-US"/>
            </a:p>
          </p:txBody>
        </p:sp>
      </p:grpSp>
      <p:sp>
        <p:nvSpPr>
          <p:cNvPr id="20" name="Graphic 212">
            <a:extLst>
              <a:ext uri="{FF2B5EF4-FFF2-40B4-BE49-F238E27FC236}">
                <a16:creationId xmlns:a16="http://schemas.microsoft.com/office/drawing/2014/main" id="{4C6598AB-1C17-4D54-951C-A082D94ACB7A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4588524" y="457812"/>
            <a:ext cx="914565" cy="914565"/>
          </a:xfrm>
          <a:custGeom>
            <a:avLst/>
            <a:gdLst>
              <a:gd name="connsiteX0" fmla="*/ 403574 w 807148"/>
              <a:gd name="connsiteY0" fmla="*/ 0 h 807148"/>
              <a:gd name="connsiteX1" fmla="*/ 0 w 807148"/>
              <a:gd name="connsiteY1" fmla="*/ 403574 h 807148"/>
              <a:gd name="connsiteX2" fmla="*/ 403574 w 807148"/>
              <a:gd name="connsiteY2" fmla="*/ 807149 h 807148"/>
              <a:gd name="connsiteX3" fmla="*/ 807149 w 807148"/>
              <a:gd name="connsiteY3" fmla="*/ 403574 h 807148"/>
              <a:gd name="connsiteX4" fmla="*/ 403574 w 807148"/>
              <a:gd name="connsiteY4" fmla="*/ 0 h 807148"/>
              <a:gd name="connsiteX5" fmla="*/ 403574 w 807148"/>
              <a:gd name="connsiteY5" fmla="*/ 667988 h 807148"/>
              <a:gd name="connsiteX6" fmla="*/ 139160 w 807148"/>
              <a:gd name="connsiteY6" fmla="*/ 403574 h 807148"/>
              <a:gd name="connsiteX7" fmla="*/ 403574 w 807148"/>
              <a:gd name="connsiteY7" fmla="*/ 139160 h 807148"/>
              <a:gd name="connsiteX8" fmla="*/ 667988 w 807148"/>
              <a:gd name="connsiteY8" fmla="*/ 403574 h 807148"/>
              <a:gd name="connsiteX9" fmla="*/ 403574 w 807148"/>
              <a:gd name="connsiteY9" fmla="*/ 667988 h 807148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</a:cxnLst>
            <a:rect l="l" t="t" r="r" b="b"/>
            <a:pathLst>
              <a:path w="807148" h="807148">
                <a:moveTo>
                  <a:pt x="403574" y="0"/>
                </a:moveTo>
                <a:cubicBezTo>
                  <a:pt x="180689" y="0"/>
                  <a:pt x="0" y="180689"/>
                  <a:pt x="0" y="403574"/>
                </a:cubicBezTo>
                <a:cubicBezTo>
                  <a:pt x="0" y="626459"/>
                  <a:pt x="180689" y="807149"/>
                  <a:pt x="403574" y="807149"/>
                </a:cubicBezTo>
                <a:cubicBezTo>
                  <a:pt x="626459" y="807149"/>
                  <a:pt x="807149" y="626459"/>
                  <a:pt x="807149" y="403574"/>
                </a:cubicBezTo>
                <a:cubicBezTo>
                  <a:pt x="807149" y="180689"/>
                  <a:pt x="626459" y="0"/>
                  <a:pt x="403574" y="0"/>
                </a:cubicBezTo>
                <a:close/>
                <a:moveTo>
                  <a:pt x="403574" y="667988"/>
                </a:moveTo>
                <a:cubicBezTo>
                  <a:pt x="257556" y="667988"/>
                  <a:pt x="139160" y="549593"/>
                  <a:pt x="139160" y="403574"/>
                </a:cubicBezTo>
                <a:cubicBezTo>
                  <a:pt x="139160" y="257556"/>
                  <a:pt x="257556" y="139160"/>
                  <a:pt x="403574" y="139160"/>
                </a:cubicBezTo>
                <a:cubicBezTo>
                  <a:pt x="549593" y="139160"/>
                  <a:pt x="667988" y="257556"/>
                  <a:pt x="667988" y="403574"/>
                </a:cubicBezTo>
                <a:cubicBezTo>
                  <a:pt x="667988" y="549593"/>
                  <a:pt x="549593" y="667988"/>
                  <a:pt x="403574" y="667988"/>
                </a:cubicBezTo>
                <a:close/>
              </a:path>
            </a:pathLst>
          </a:custGeom>
          <a:solidFill>
            <a:srgbClr val="FFFFFF"/>
          </a:solidFill>
          <a:ln w="28575"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endParaRPr lang="en-US">
              <a:solidFill>
                <a:schemeClr val="lt1"/>
              </a:solidFill>
            </a:endParaRPr>
          </a:p>
        </p:txBody>
      </p:sp>
      <p:sp>
        <p:nvSpPr>
          <p:cNvPr id="22" name="Graphic 212">
            <a:extLst>
              <a:ext uri="{FF2B5EF4-FFF2-40B4-BE49-F238E27FC236}">
                <a16:creationId xmlns:a16="http://schemas.microsoft.com/office/drawing/2014/main" id="{C83B66D7-137D-4AC1-B172-53D60F08BEB5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4588524" y="457812"/>
            <a:ext cx="914565" cy="914565"/>
          </a:xfrm>
          <a:custGeom>
            <a:avLst/>
            <a:gdLst>
              <a:gd name="connsiteX0" fmla="*/ 403574 w 807148"/>
              <a:gd name="connsiteY0" fmla="*/ 0 h 807148"/>
              <a:gd name="connsiteX1" fmla="*/ 0 w 807148"/>
              <a:gd name="connsiteY1" fmla="*/ 403574 h 807148"/>
              <a:gd name="connsiteX2" fmla="*/ 403574 w 807148"/>
              <a:gd name="connsiteY2" fmla="*/ 807149 h 807148"/>
              <a:gd name="connsiteX3" fmla="*/ 807149 w 807148"/>
              <a:gd name="connsiteY3" fmla="*/ 403574 h 807148"/>
              <a:gd name="connsiteX4" fmla="*/ 403574 w 807148"/>
              <a:gd name="connsiteY4" fmla="*/ 0 h 807148"/>
              <a:gd name="connsiteX5" fmla="*/ 403574 w 807148"/>
              <a:gd name="connsiteY5" fmla="*/ 667988 h 807148"/>
              <a:gd name="connsiteX6" fmla="*/ 139160 w 807148"/>
              <a:gd name="connsiteY6" fmla="*/ 403574 h 807148"/>
              <a:gd name="connsiteX7" fmla="*/ 403574 w 807148"/>
              <a:gd name="connsiteY7" fmla="*/ 139160 h 807148"/>
              <a:gd name="connsiteX8" fmla="*/ 667988 w 807148"/>
              <a:gd name="connsiteY8" fmla="*/ 403574 h 807148"/>
              <a:gd name="connsiteX9" fmla="*/ 403574 w 807148"/>
              <a:gd name="connsiteY9" fmla="*/ 667988 h 807148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</a:cxnLst>
            <a:rect l="l" t="t" r="r" b="b"/>
            <a:pathLst>
              <a:path w="807148" h="807148">
                <a:moveTo>
                  <a:pt x="403574" y="0"/>
                </a:moveTo>
                <a:cubicBezTo>
                  <a:pt x="180689" y="0"/>
                  <a:pt x="0" y="180689"/>
                  <a:pt x="0" y="403574"/>
                </a:cubicBezTo>
                <a:cubicBezTo>
                  <a:pt x="0" y="626459"/>
                  <a:pt x="180689" y="807149"/>
                  <a:pt x="403574" y="807149"/>
                </a:cubicBezTo>
                <a:cubicBezTo>
                  <a:pt x="626459" y="807149"/>
                  <a:pt x="807149" y="626459"/>
                  <a:pt x="807149" y="403574"/>
                </a:cubicBezTo>
                <a:cubicBezTo>
                  <a:pt x="807149" y="180689"/>
                  <a:pt x="626459" y="0"/>
                  <a:pt x="403574" y="0"/>
                </a:cubicBezTo>
                <a:close/>
                <a:moveTo>
                  <a:pt x="403574" y="667988"/>
                </a:moveTo>
                <a:cubicBezTo>
                  <a:pt x="257556" y="667988"/>
                  <a:pt x="139160" y="549593"/>
                  <a:pt x="139160" y="403574"/>
                </a:cubicBezTo>
                <a:cubicBezTo>
                  <a:pt x="139160" y="257556"/>
                  <a:pt x="257556" y="139160"/>
                  <a:pt x="403574" y="139160"/>
                </a:cubicBezTo>
                <a:cubicBezTo>
                  <a:pt x="549593" y="139160"/>
                  <a:pt x="667988" y="257556"/>
                  <a:pt x="667988" y="403574"/>
                </a:cubicBezTo>
                <a:cubicBezTo>
                  <a:pt x="667988" y="549593"/>
                  <a:pt x="549593" y="667988"/>
                  <a:pt x="403574" y="667988"/>
                </a:cubicBezTo>
                <a:close/>
              </a:path>
            </a:pathLst>
          </a:custGeom>
          <a:solidFill>
            <a:schemeClr val="accent2">
              <a:alpha val="30000"/>
            </a:schemeClr>
          </a:solidFill>
          <a:ln w="28575">
            <a:solidFill>
              <a:schemeClr val="bg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endParaRPr lang="en-US">
              <a:solidFill>
                <a:schemeClr val="lt1"/>
              </a:solidFill>
            </a:endParaRPr>
          </a:p>
        </p:txBody>
      </p:sp>
      <p:sp>
        <p:nvSpPr>
          <p:cNvPr id="24" name="Oval 23">
            <a:extLst>
              <a:ext uri="{FF2B5EF4-FFF2-40B4-BE49-F238E27FC236}">
                <a16:creationId xmlns:a16="http://schemas.microsoft.com/office/drawing/2014/main" id="{F6B92503-6984-4D15-8B98-8718709B785D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642976" y="4946663"/>
            <a:ext cx="319941" cy="319941"/>
          </a:xfrm>
          <a:prstGeom prst="ellipse">
            <a:avLst/>
          </a:prstGeom>
          <a:solidFill>
            <a:srgbClr val="FFFFFF"/>
          </a:solidFill>
          <a:ln w="28575"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endParaRPr lang="en-US"/>
          </a:p>
        </p:txBody>
      </p:sp>
      <p:sp>
        <p:nvSpPr>
          <p:cNvPr id="26" name="Oval 25">
            <a:extLst>
              <a:ext uri="{FF2B5EF4-FFF2-40B4-BE49-F238E27FC236}">
                <a16:creationId xmlns:a16="http://schemas.microsoft.com/office/drawing/2014/main" id="{08DDF938-524E-4C18-A47D-C00627832366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642976" y="4946663"/>
            <a:ext cx="319941" cy="319941"/>
          </a:xfrm>
          <a:prstGeom prst="ellipse">
            <a:avLst/>
          </a:prstGeom>
          <a:solidFill>
            <a:schemeClr val="accent2">
              <a:alpha val="30000"/>
            </a:schemeClr>
          </a:solidFill>
          <a:ln w="28575">
            <a:solidFill>
              <a:schemeClr val="bg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endParaRPr lang="en-US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5405A4AC-141D-41A6-E740-B582AC1BB837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6234868" y="1130846"/>
            <a:ext cx="5217173" cy="4351338"/>
          </a:xfrm>
        </p:spPr>
        <p:txBody>
          <a:bodyPr>
            <a:normAutofit/>
          </a:bodyPr>
          <a:lstStyle/>
          <a:p>
            <a:r>
              <a:rPr lang="en-NL">
                <a:solidFill>
                  <a:schemeClr val="bg1"/>
                </a:solidFill>
              </a:rPr>
              <a:t>Wat is </a:t>
            </a:r>
            <a:r>
              <a:rPr lang="en-NL" err="1">
                <a:solidFill>
                  <a:schemeClr val="bg1"/>
                </a:solidFill>
              </a:rPr>
              <a:t>ons</a:t>
            </a:r>
            <a:r>
              <a:rPr lang="en-NL">
                <a:solidFill>
                  <a:schemeClr val="bg1"/>
                </a:solidFill>
              </a:rPr>
              <a:t> project?</a:t>
            </a:r>
          </a:p>
          <a:p>
            <a:r>
              <a:rPr lang="nl-NL">
                <a:solidFill>
                  <a:schemeClr val="bg1"/>
                </a:solidFill>
              </a:rPr>
              <a:t>Wat hebben we gedaan?</a:t>
            </a:r>
            <a:endParaRPr lang="en-NL">
              <a:solidFill>
                <a:schemeClr val="bg1"/>
              </a:solidFill>
            </a:endParaRPr>
          </a:p>
          <a:p>
            <a:r>
              <a:rPr lang="en-NL">
                <a:solidFill>
                  <a:schemeClr val="bg1"/>
                </a:solidFill>
              </a:rPr>
              <a:t>Retrospective</a:t>
            </a:r>
          </a:p>
          <a:p>
            <a:r>
              <a:rPr lang="en-NL">
                <a:solidFill>
                  <a:schemeClr val="bg1"/>
                </a:solidFill>
              </a:rPr>
              <a:t>Sprint 3</a:t>
            </a:r>
          </a:p>
        </p:txBody>
      </p:sp>
      <p:grpSp>
        <p:nvGrpSpPr>
          <p:cNvPr id="28" name="Graphic 185">
            <a:extLst>
              <a:ext uri="{FF2B5EF4-FFF2-40B4-BE49-F238E27FC236}">
                <a16:creationId xmlns:a16="http://schemas.microsoft.com/office/drawing/2014/main" id="{3773FAF5-C452-4455-9411-D6AF5EBD4CA9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GrpSpPr>
            <a:grpSpLocks noGrp="1" noUngrp="1" noRot="1" noChangeAspect="1" noMove="1" noResize="1"/>
          </p:cNvGrp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GrpSpPr>
        <p:grpSpPr>
          <a:xfrm>
            <a:off x="9812239" y="6139464"/>
            <a:ext cx="1054466" cy="469689"/>
            <a:chOff x="9841624" y="4115729"/>
            <a:chExt cx="602169" cy="268223"/>
          </a:xfrm>
          <a:solidFill>
            <a:schemeClr val="bg1"/>
          </a:solidFill>
        </p:grpSpPr>
        <p:sp>
          <p:nvSpPr>
            <p:cNvPr id="29" name="Freeform: Shape 28">
              <a:extLst>
                <a:ext uri="{FF2B5EF4-FFF2-40B4-BE49-F238E27FC236}">
                  <a16:creationId xmlns:a16="http://schemas.microsoft.com/office/drawing/2014/main" id="{1ECA0D96-F63C-4F7B-BE16-0F3FE76D7D60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9841624" y="4115729"/>
              <a:ext cx="202882" cy="268223"/>
            </a:xfrm>
            <a:custGeom>
              <a:avLst/>
              <a:gdLst>
                <a:gd name="connsiteX0" fmla="*/ 20765 w 202882"/>
                <a:gd name="connsiteY0" fmla="*/ 268224 h 268223"/>
                <a:gd name="connsiteX1" fmla="*/ 0 w 202882"/>
                <a:gd name="connsiteY1" fmla="*/ 268224 h 268223"/>
                <a:gd name="connsiteX2" fmla="*/ 182118 w 202882"/>
                <a:gd name="connsiteY2" fmla="*/ 0 h 268223"/>
                <a:gd name="connsiteX3" fmla="*/ 202883 w 202882"/>
                <a:gd name="connsiteY3" fmla="*/ 0 h 268223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</a:cxnLst>
              <a:rect l="l" t="t" r="r" b="b"/>
              <a:pathLst>
                <a:path w="202882" h="268223">
                  <a:moveTo>
                    <a:pt x="20765" y="268224"/>
                  </a:moveTo>
                  <a:lnTo>
                    <a:pt x="0" y="268224"/>
                  </a:lnTo>
                  <a:lnTo>
                    <a:pt x="182118" y="0"/>
                  </a:lnTo>
                  <a:lnTo>
                    <a:pt x="202883" y="0"/>
                  </a:lnTo>
                  <a:close/>
                </a:path>
              </a:pathLst>
            </a:custGeom>
            <a:grpFill/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30" name="Freeform: Shape 29">
              <a:extLst>
                <a:ext uri="{FF2B5EF4-FFF2-40B4-BE49-F238E27FC236}">
                  <a16:creationId xmlns:a16="http://schemas.microsoft.com/office/drawing/2014/main" id="{74F83A81-0546-400A-918A-90C9C48B8147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9941445" y="4115729"/>
              <a:ext cx="202882" cy="268223"/>
            </a:xfrm>
            <a:custGeom>
              <a:avLst/>
              <a:gdLst>
                <a:gd name="connsiteX0" fmla="*/ 20765 w 202882"/>
                <a:gd name="connsiteY0" fmla="*/ 268224 h 268223"/>
                <a:gd name="connsiteX1" fmla="*/ 0 w 202882"/>
                <a:gd name="connsiteY1" fmla="*/ 268224 h 268223"/>
                <a:gd name="connsiteX2" fmla="*/ 182118 w 202882"/>
                <a:gd name="connsiteY2" fmla="*/ 0 h 268223"/>
                <a:gd name="connsiteX3" fmla="*/ 202883 w 202882"/>
                <a:gd name="connsiteY3" fmla="*/ 0 h 268223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</a:cxnLst>
              <a:rect l="l" t="t" r="r" b="b"/>
              <a:pathLst>
                <a:path w="202882" h="268223">
                  <a:moveTo>
                    <a:pt x="20765" y="268224"/>
                  </a:moveTo>
                  <a:lnTo>
                    <a:pt x="0" y="268224"/>
                  </a:lnTo>
                  <a:lnTo>
                    <a:pt x="182118" y="0"/>
                  </a:lnTo>
                  <a:lnTo>
                    <a:pt x="202883" y="0"/>
                  </a:lnTo>
                  <a:close/>
                </a:path>
              </a:pathLst>
            </a:custGeom>
            <a:grpFill/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31" name="Freeform: Shape 30">
              <a:extLst>
                <a:ext uri="{FF2B5EF4-FFF2-40B4-BE49-F238E27FC236}">
                  <a16:creationId xmlns:a16="http://schemas.microsoft.com/office/drawing/2014/main" id="{9741F692-A5B6-4215-86D9-B1FD4FF26AC7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10041267" y="4115729"/>
              <a:ext cx="202882" cy="268223"/>
            </a:xfrm>
            <a:custGeom>
              <a:avLst/>
              <a:gdLst>
                <a:gd name="connsiteX0" fmla="*/ 20669 w 202882"/>
                <a:gd name="connsiteY0" fmla="*/ 268224 h 268223"/>
                <a:gd name="connsiteX1" fmla="*/ 0 w 202882"/>
                <a:gd name="connsiteY1" fmla="*/ 268224 h 268223"/>
                <a:gd name="connsiteX2" fmla="*/ 182118 w 202882"/>
                <a:gd name="connsiteY2" fmla="*/ 0 h 268223"/>
                <a:gd name="connsiteX3" fmla="*/ 202883 w 202882"/>
                <a:gd name="connsiteY3" fmla="*/ 0 h 268223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</a:cxnLst>
              <a:rect l="l" t="t" r="r" b="b"/>
              <a:pathLst>
                <a:path w="202882" h="268223">
                  <a:moveTo>
                    <a:pt x="20669" y="268224"/>
                  </a:moveTo>
                  <a:lnTo>
                    <a:pt x="0" y="268224"/>
                  </a:lnTo>
                  <a:lnTo>
                    <a:pt x="182118" y="0"/>
                  </a:lnTo>
                  <a:lnTo>
                    <a:pt x="202883" y="0"/>
                  </a:lnTo>
                  <a:close/>
                </a:path>
              </a:pathLst>
            </a:custGeom>
            <a:grpFill/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32" name="Freeform: Shape 31">
              <a:extLst>
                <a:ext uri="{FF2B5EF4-FFF2-40B4-BE49-F238E27FC236}">
                  <a16:creationId xmlns:a16="http://schemas.microsoft.com/office/drawing/2014/main" id="{CC0876CB-9C60-4580-8FED-CD64EC76645E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10141090" y="4115729"/>
              <a:ext cx="202882" cy="268223"/>
            </a:xfrm>
            <a:custGeom>
              <a:avLst/>
              <a:gdLst>
                <a:gd name="connsiteX0" fmla="*/ 20669 w 202882"/>
                <a:gd name="connsiteY0" fmla="*/ 268224 h 268223"/>
                <a:gd name="connsiteX1" fmla="*/ 0 w 202882"/>
                <a:gd name="connsiteY1" fmla="*/ 268224 h 268223"/>
                <a:gd name="connsiteX2" fmla="*/ 182118 w 202882"/>
                <a:gd name="connsiteY2" fmla="*/ 0 h 268223"/>
                <a:gd name="connsiteX3" fmla="*/ 202883 w 202882"/>
                <a:gd name="connsiteY3" fmla="*/ 0 h 268223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</a:cxnLst>
              <a:rect l="l" t="t" r="r" b="b"/>
              <a:pathLst>
                <a:path w="202882" h="268223">
                  <a:moveTo>
                    <a:pt x="20669" y="268224"/>
                  </a:moveTo>
                  <a:lnTo>
                    <a:pt x="0" y="268224"/>
                  </a:lnTo>
                  <a:lnTo>
                    <a:pt x="182118" y="0"/>
                  </a:lnTo>
                  <a:lnTo>
                    <a:pt x="202883" y="0"/>
                  </a:lnTo>
                  <a:close/>
                </a:path>
              </a:pathLst>
            </a:custGeom>
            <a:grpFill/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33" name="Freeform: Shape 32">
              <a:extLst>
                <a:ext uri="{FF2B5EF4-FFF2-40B4-BE49-F238E27FC236}">
                  <a16:creationId xmlns:a16="http://schemas.microsoft.com/office/drawing/2014/main" id="{A879B3B7-48DB-4D3A-BB33-02766EAD3D91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10240911" y="4115729"/>
              <a:ext cx="202882" cy="268223"/>
            </a:xfrm>
            <a:custGeom>
              <a:avLst/>
              <a:gdLst>
                <a:gd name="connsiteX0" fmla="*/ 20669 w 202882"/>
                <a:gd name="connsiteY0" fmla="*/ 268224 h 268223"/>
                <a:gd name="connsiteX1" fmla="*/ 0 w 202882"/>
                <a:gd name="connsiteY1" fmla="*/ 268224 h 268223"/>
                <a:gd name="connsiteX2" fmla="*/ 182118 w 202882"/>
                <a:gd name="connsiteY2" fmla="*/ 0 h 268223"/>
                <a:gd name="connsiteX3" fmla="*/ 202883 w 202882"/>
                <a:gd name="connsiteY3" fmla="*/ 0 h 268223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</a:cxnLst>
              <a:rect l="l" t="t" r="r" b="b"/>
              <a:pathLst>
                <a:path w="202882" h="268223">
                  <a:moveTo>
                    <a:pt x="20669" y="268224"/>
                  </a:moveTo>
                  <a:lnTo>
                    <a:pt x="0" y="268224"/>
                  </a:lnTo>
                  <a:lnTo>
                    <a:pt x="182118" y="0"/>
                  </a:lnTo>
                  <a:lnTo>
                    <a:pt x="202883" y="0"/>
                  </a:lnTo>
                  <a:close/>
                </a:path>
              </a:pathLst>
            </a:custGeom>
            <a:grpFill/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</p:grpSp>
    </p:spTree>
    <p:extLst>
      <p:ext uri="{BB962C8B-B14F-4D97-AF65-F5344CB8AC3E}">
        <p14:creationId xmlns:p14="http://schemas.microsoft.com/office/powerpoint/2010/main" val="1881773769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43" name="Rectangle 542">
            <a:extLst>
              <a:ext uri="{FF2B5EF4-FFF2-40B4-BE49-F238E27FC236}">
                <a16:creationId xmlns:a16="http://schemas.microsoft.com/office/drawing/2014/main" id="{5A0118C5-4F8D-4CF4-BADD-53FEACC6C42A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chemeClr val="tx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544" name="Oval 543">
            <a:extLst>
              <a:ext uri="{FF2B5EF4-FFF2-40B4-BE49-F238E27FC236}">
                <a16:creationId xmlns:a16="http://schemas.microsoft.com/office/drawing/2014/main" id="{4E0A5C5C-2A95-428E-9F6A-0D29EBD57C9F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888395" y="1040837"/>
            <a:ext cx="4754948" cy="4754948"/>
          </a:xfrm>
          <a:prstGeom prst="ellipse">
            <a:avLst/>
          </a:prstGeom>
          <a:solidFill>
            <a:srgbClr val="FFFFFF"/>
          </a:solidFill>
          <a:ln w="28575"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545" name="Oval 544">
            <a:extLst>
              <a:ext uri="{FF2B5EF4-FFF2-40B4-BE49-F238E27FC236}">
                <a16:creationId xmlns:a16="http://schemas.microsoft.com/office/drawing/2014/main" id="{1056F38F-7C4E-461D-8709-7D0024AE1F79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879411" y="1029607"/>
            <a:ext cx="4754948" cy="4754948"/>
          </a:xfrm>
          <a:prstGeom prst="ellipse">
            <a:avLst/>
          </a:prstGeom>
          <a:solidFill>
            <a:schemeClr val="accent6">
              <a:alpha val="30000"/>
            </a:schemeClr>
          </a:solidFill>
          <a:ln w="28575">
            <a:solidFill>
              <a:schemeClr val="bg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546" name="Oval 545">
            <a:extLst>
              <a:ext uri="{FF2B5EF4-FFF2-40B4-BE49-F238E27FC236}">
                <a16:creationId xmlns:a16="http://schemas.microsoft.com/office/drawing/2014/main" id="{C7278469-3C3C-49CE-AEEE-E176A4900B78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739960" y="934855"/>
            <a:ext cx="4754948" cy="4754948"/>
          </a:xfrm>
          <a:prstGeom prst="ellipse">
            <a:avLst/>
          </a:prstGeom>
          <a:solidFill>
            <a:schemeClr val="tx1"/>
          </a:solidFill>
          <a:ln w="28575">
            <a:solidFill>
              <a:schemeClr val="bg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AA6B4564-D0F6-0AD3-8CC7-398D30A919D1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102368" y="1877492"/>
            <a:ext cx="4030132" cy="3215373"/>
          </a:xfrm>
        </p:spPr>
        <p:txBody>
          <a:bodyPr>
            <a:normAutofit/>
          </a:bodyPr>
          <a:lstStyle/>
          <a:p>
            <a:pPr algn="ctr"/>
            <a:r>
              <a:rPr lang="en-NL" dirty="0">
                <a:solidFill>
                  <a:schemeClr val="bg1"/>
                </a:solidFill>
              </a:rPr>
              <a:t>Wat is ons project</a:t>
            </a:r>
          </a:p>
        </p:txBody>
      </p:sp>
      <p:grpSp>
        <p:nvGrpSpPr>
          <p:cNvPr id="547" name="Group 546">
            <a:extLst>
              <a:ext uri="{FF2B5EF4-FFF2-40B4-BE49-F238E27FC236}">
                <a16:creationId xmlns:a16="http://schemas.microsoft.com/office/drawing/2014/main" id="{93DC754C-7E09-422D-A8BB-AF632E90DFA2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GrpSpPr>
            <a:grpSpLocks noGrp="1" noUngrp="1" noRot="1" noChangeAspect="1" noMove="1" noResize="1"/>
          </p:cNvGrp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GrpSpPr>
        <p:grpSpPr>
          <a:xfrm>
            <a:off x="0" y="377893"/>
            <a:ext cx="1861854" cy="717514"/>
            <a:chOff x="0" y="377893"/>
            <a:chExt cx="1861854" cy="717514"/>
          </a:xfrm>
          <a:solidFill>
            <a:schemeClr val="bg1"/>
          </a:solidFill>
        </p:grpSpPr>
        <p:sp>
          <p:nvSpPr>
            <p:cNvPr id="17" name="Freeform: Shape 16">
              <a:extLst>
                <a:ext uri="{FF2B5EF4-FFF2-40B4-BE49-F238E27FC236}">
                  <a16:creationId xmlns:a16="http://schemas.microsoft.com/office/drawing/2014/main" id="{C5A741B9-65EC-4C5B-9FE0-4A18575771A6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0" y="377893"/>
              <a:ext cx="1861854" cy="277779"/>
            </a:xfrm>
            <a:custGeom>
              <a:avLst/>
              <a:gdLst>
                <a:gd name="connsiteX0" fmla="*/ 180458 w 1861854"/>
                <a:gd name="connsiteY0" fmla="*/ 0 h 277779"/>
                <a:gd name="connsiteX1" fmla="*/ 419222 w 1861854"/>
                <a:gd name="connsiteY1" fmla="*/ 238761 h 277779"/>
                <a:gd name="connsiteX2" fmla="*/ 657984 w 1861854"/>
                <a:gd name="connsiteY2" fmla="*/ 0 h 277779"/>
                <a:gd name="connsiteX3" fmla="*/ 896745 w 1861854"/>
                <a:gd name="connsiteY3" fmla="*/ 238761 h 277779"/>
                <a:gd name="connsiteX4" fmla="*/ 1135754 w 1861854"/>
                <a:gd name="connsiteY4" fmla="*/ 0 h 277779"/>
                <a:gd name="connsiteX5" fmla="*/ 1374516 w 1861854"/>
                <a:gd name="connsiteY5" fmla="*/ 238761 h 277779"/>
                <a:gd name="connsiteX6" fmla="*/ 1613277 w 1861854"/>
                <a:gd name="connsiteY6" fmla="*/ 0 h 277779"/>
                <a:gd name="connsiteX7" fmla="*/ 1861854 w 1861854"/>
                <a:gd name="connsiteY7" fmla="*/ 248577 h 277779"/>
                <a:gd name="connsiteX8" fmla="*/ 1842470 w 1861854"/>
                <a:gd name="connsiteY8" fmla="*/ 267963 h 277779"/>
                <a:gd name="connsiteX9" fmla="*/ 1613277 w 1861854"/>
                <a:gd name="connsiteY9" fmla="*/ 39017 h 277779"/>
                <a:gd name="connsiteX10" fmla="*/ 1374516 w 1861854"/>
                <a:gd name="connsiteY10" fmla="*/ 277779 h 277779"/>
                <a:gd name="connsiteX11" fmla="*/ 1135754 w 1861854"/>
                <a:gd name="connsiteY11" fmla="*/ 39017 h 277779"/>
                <a:gd name="connsiteX12" fmla="*/ 896745 w 1861854"/>
                <a:gd name="connsiteY12" fmla="*/ 277779 h 277779"/>
                <a:gd name="connsiteX13" fmla="*/ 657984 w 1861854"/>
                <a:gd name="connsiteY13" fmla="*/ 39017 h 277779"/>
                <a:gd name="connsiteX14" fmla="*/ 419222 w 1861854"/>
                <a:gd name="connsiteY14" fmla="*/ 277779 h 277779"/>
                <a:gd name="connsiteX15" fmla="*/ 180458 w 1861854"/>
                <a:gd name="connsiteY15" fmla="*/ 39017 h 277779"/>
                <a:gd name="connsiteX16" fmla="*/ 0 w 1861854"/>
                <a:gd name="connsiteY16" fmla="*/ 219283 h 277779"/>
                <a:gd name="connsiteX17" fmla="*/ 0 w 1861854"/>
                <a:gd name="connsiteY17" fmla="*/ 180458 h 277779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</a:cxnLst>
              <a:rect l="l" t="t" r="r" b="b"/>
              <a:pathLst>
                <a:path w="1861854" h="277779">
                  <a:moveTo>
                    <a:pt x="180458" y="0"/>
                  </a:moveTo>
                  <a:lnTo>
                    <a:pt x="419222" y="238761"/>
                  </a:lnTo>
                  <a:lnTo>
                    <a:pt x="657984" y="0"/>
                  </a:lnTo>
                  <a:lnTo>
                    <a:pt x="896745" y="238761"/>
                  </a:lnTo>
                  <a:lnTo>
                    <a:pt x="1135754" y="0"/>
                  </a:lnTo>
                  <a:lnTo>
                    <a:pt x="1374516" y="238761"/>
                  </a:lnTo>
                  <a:lnTo>
                    <a:pt x="1613277" y="0"/>
                  </a:lnTo>
                  <a:lnTo>
                    <a:pt x="1861854" y="248577"/>
                  </a:lnTo>
                  <a:lnTo>
                    <a:pt x="1842470" y="267963"/>
                  </a:lnTo>
                  <a:lnTo>
                    <a:pt x="1613277" y="39017"/>
                  </a:lnTo>
                  <a:lnTo>
                    <a:pt x="1374516" y="277779"/>
                  </a:lnTo>
                  <a:lnTo>
                    <a:pt x="1135754" y="39017"/>
                  </a:lnTo>
                  <a:lnTo>
                    <a:pt x="896745" y="277779"/>
                  </a:lnTo>
                  <a:lnTo>
                    <a:pt x="657984" y="39017"/>
                  </a:lnTo>
                  <a:lnTo>
                    <a:pt x="419222" y="277779"/>
                  </a:lnTo>
                  <a:lnTo>
                    <a:pt x="180458" y="39017"/>
                  </a:lnTo>
                  <a:lnTo>
                    <a:pt x="0" y="219283"/>
                  </a:lnTo>
                  <a:lnTo>
                    <a:pt x="0" y="180458"/>
                  </a:lnTo>
                  <a:close/>
                </a:path>
              </a:pathLst>
            </a:custGeom>
            <a:grpFill/>
            <a:ln w="9525" cap="flat">
              <a:noFill/>
              <a:prstDash val="solid"/>
              <a:miter/>
            </a:ln>
          </p:spPr>
          <p:txBody>
            <a:bodyPr wrap="square" rtlCol="0" anchor="ctr">
              <a:noAutofit/>
            </a:bodyPr>
            <a:lstStyle/>
            <a:p>
              <a:endParaRPr lang="en-US"/>
            </a:p>
          </p:txBody>
        </p:sp>
        <p:sp>
          <p:nvSpPr>
            <p:cNvPr id="548" name="Freeform: Shape 17">
              <a:extLst>
                <a:ext uri="{FF2B5EF4-FFF2-40B4-BE49-F238E27FC236}">
                  <a16:creationId xmlns:a16="http://schemas.microsoft.com/office/drawing/2014/main" id="{C0BB4301-41FA-4453-956F-A11CC664B68B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0" y="817628"/>
              <a:ext cx="1861854" cy="277779"/>
            </a:xfrm>
            <a:custGeom>
              <a:avLst/>
              <a:gdLst>
                <a:gd name="connsiteX0" fmla="*/ 180458 w 1861854"/>
                <a:gd name="connsiteY0" fmla="*/ 0 h 277779"/>
                <a:gd name="connsiteX1" fmla="*/ 419222 w 1861854"/>
                <a:gd name="connsiteY1" fmla="*/ 238761 h 277779"/>
                <a:gd name="connsiteX2" fmla="*/ 657984 w 1861854"/>
                <a:gd name="connsiteY2" fmla="*/ 0 h 277779"/>
                <a:gd name="connsiteX3" fmla="*/ 896745 w 1861854"/>
                <a:gd name="connsiteY3" fmla="*/ 238761 h 277779"/>
                <a:gd name="connsiteX4" fmla="*/ 1135754 w 1861854"/>
                <a:gd name="connsiteY4" fmla="*/ 0 h 277779"/>
                <a:gd name="connsiteX5" fmla="*/ 1374516 w 1861854"/>
                <a:gd name="connsiteY5" fmla="*/ 238761 h 277779"/>
                <a:gd name="connsiteX6" fmla="*/ 1613277 w 1861854"/>
                <a:gd name="connsiteY6" fmla="*/ 0 h 277779"/>
                <a:gd name="connsiteX7" fmla="*/ 1861854 w 1861854"/>
                <a:gd name="connsiteY7" fmla="*/ 248577 h 277779"/>
                <a:gd name="connsiteX8" fmla="*/ 1842470 w 1861854"/>
                <a:gd name="connsiteY8" fmla="*/ 268208 h 277779"/>
                <a:gd name="connsiteX9" fmla="*/ 1613277 w 1861854"/>
                <a:gd name="connsiteY9" fmla="*/ 39017 h 277779"/>
                <a:gd name="connsiteX10" fmla="*/ 1374516 w 1861854"/>
                <a:gd name="connsiteY10" fmla="*/ 277779 h 277779"/>
                <a:gd name="connsiteX11" fmla="*/ 1135754 w 1861854"/>
                <a:gd name="connsiteY11" fmla="*/ 39017 h 277779"/>
                <a:gd name="connsiteX12" fmla="*/ 896745 w 1861854"/>
                <a:gd name="connsiteY12" fmla="*/ 277779 h 277779"/>
                <a:gd name="connsiteX13" fmla="*/ 657984 w 1861854"/>
                <a:gd name="connsiteY13" fmla="*/ 39017 h 277779"/>
                <a:gd name="connsiteX14" fmla="*/ 419222 w 1861854"/>
                <a:gd name="connsiteY14" fmla="*/ 277779 h 277779"/>
                <a:gd name="connsiteX15" fmla="*/ 180458 w 1861854"/>
                <a:gd name="connsiteY15" fmla="*/ 39017 h 277779"/>
                <a:gd name="connsiteX16" fmla="*/ 0 w 1861854"/>
                <a:gd name="connsiteY16" fmla="*/ 219475 h 277779"/>
                <a:gd name="connsiteX17" fmla="*/ 0 w 1861854"/>
                <a:gd name="connsiteY17" fmla="*/ 180458 h 277779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</a:cxnLst>
              <a:rect l="l" t="t" r="r" b="b"/>
              <a:pathLst>
                <a:path w="1861854" h="277779">
                  <a:moveTo>
                    <a:pt x="180458" y="0"/>
                  </a:moveTo>
                  <a:lnTo>
                    <a:pt x="419222" y="238761"/>
                  </a:lnTo>
                  <a:lnTo>
                    <a:pt x="657984" y="0"/>
                  </a:lnTo>
                  <a:lnTo>
                    <a:pt x="896745" y="238761"/>
                  </a:lnTo>
                  <a:lnTo>
                    <a:pt x="1135754" y="0"/>
                  </a:lnTo>
                  <a:lnTo>
                    <a:pt x="1374516" y="238761"/>
                  </a:lnTo>
                  <a:lnTo>
                    <a:pt x="1613277" y="0"/>
                  </a:lnTo>
                  <a:lnTo>
                    <a:pt x="1861854" y="248577"/>
                  </a:lnTo>
                  <a:lnTo>
                    <a:pt x="1842470" y="268208"/>
                  </a:lnTo>
                  <a:lnTo>
                    <a:pt x="1613277" y="39017"/>
                  </a:lnTo>
                  <a:lnTo>
                    <a:pt x="1374516" y="277779"/>
                  </a:lnTo>
                  <a:lnTo>
                    <a:pt x="1135754" y="39017"/>
                  </a:lnTo>
                  <a:lnTo>
                    <a:pt x="896745" y="277779"/>
                  </a:lnTo>
                  <a:lnTo>
                    <a:pt x="657984" y="39017"/>
                  </a:lnTo>
                  <a:lnTo>
                    <a:pt x="419222" y="277779"/>
                  </a:lnTo>
                  <a:lnTo>
                    <a:pt x="180458" y="39017"/>
                  </a:lnTo>
                  <a:lnTo>
                    <a:pt x="0" y="219475"/>
                  </a:lnTo>
                  <a:lnTo>
                    <a:pt x="0" y="180458"/>
                  </a:lnTo>
                  <a:close/>
                </a:path>
              </a:pathLst>
            </a:custGeom>
            <a:grpFill/>
            <a:ln w="9525" cap="flat">
              <a:noFill/>
              <a:prstDash val="solid"/>
              <a:miter/>
            </a:ln>
          </p:spPr>
          <p:txBody>
            <a:bodyPr wrap="square" rtlCol="0" anchor="ctr">
              <a:noAutofit/>
            </a:bodyPr>
            <a:lstStyle/>
            <a:p>
              <a:endParaRPr lang="en-US"/>
            </a:p>
          </p:txBody>
        </p:sp>
      </p:grpSp>
      <p:sp>
        <p:nvSpPr>
          <p:cNvPr id="549" name="Graphic 212">
            <a:extLst>
              <a:ext uri="{FF2B5EF4-FFF2-40B4-BE49-F238E27FC236}">
                <a16:creationId xmlns:a16="http://schemas.microsoft.com/office/drawing/2014/main" id="{4C6598AB-1C17-4D54-951C-A082D94ACB7A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4588524" y="457812"/>
            <a:ext cx="914565" cy="914565"/>
          </a:xfrm>
          <a:custGeom>
            <a:avLst/>
            <a:gdLst>
              <a:gd name="connsiteX0" fmla="*/ 403574 w 807148"/>
              <a:gd name="connsiteY0" fmla="*/ 0 h 807148"/>
              <a:gd name="connsiteX1" fmla="*/ 0 w 807148"/>
              <a:gd name="connsiteY1" fmla="*/ 403574 h 807148"/>
              <a:gd name="connsiteX2" fmla="*/ 403574 w 807148"/>
              <a:gd name="connsiteY2" fmla="*/ 807149 h 807148"/>
              <a:gd name="connsiteX3" fmla="*/ 807149 w 807148"/>
              <a:gd name="connsiteY3" fmla="*/ 403574 h 807148"/>
              <a:gd name="connsiteX4" fmla="*/ 403574 w 807148"/>
              <a:gd name="connsiteY4" fmla="*/ 0 h 807148"/>
              <a:gd name="connsiteX5" fmla="*/ 403574 w 807148"/>
              <a:gd name="connsiteY5" fmla="*/ 667988 h 807148"/>
              <a:gd name="connsiteX6" fmla="*/ 139160 w 807148"/>
              <a:gd name="connsiteY6" fmla="*/ 403574 h 807148"/>
              <a:gd name="connsiteX7" fmla="*/ 403574 w 807148"/>
              <a:gd name="connsiteY7" fmla="*/ 139160 h 807148"/>
              <a:gd name="connsiteX8" fmla="*/ 667988 w 807148"/>
              <a:gd name="connsiteY8" fmla="*/ 403574 h 807148"/>
              <a:gd name="connsiteX9" fmla="*/ 403574 w 807148"/>
              <a:gd name="connsiteY9" fmla="*/ 667988 h 807148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</a:cxnLst>
            <a:rect l="l" t="t" r="r" b="b"/>
            <a:pathLst>
              <a:path w="807148" h="807148">
                <a:moveTo>
                  <a:pt x="403574" y="0"/>
                </a:moveTo>
                <a:cubicBezTo>
                  <a:pt x="180689" y="0"/>
                  <a:pt x="0" y="180689"/>
                  <a:pt x="0" y="403574"/>
                </a:cubicBezTo>
                <a:cubicBezTo>
                  <a:pt x="0" y="626459"/>
                  <a:pt x="180689" y="807149"/>
                  <a:pt x="403574" y="807149"/>
                </a:cubicBezTo>
                <a:cubicBezTo>
                  <a:pt x="626459" y="807149"/>
                  <a:pt x="807149" y="626459"/>
                  <a:pt x="807149" y="403574"/>
                </a:cubicBezTo>
                <a:cubicBezTo>
                  <a:pt x="807149" y="180689"/>
                  <a:pt x="626459" y="0"/>
                  <a:pt x="403574" y="0"/>
                </a:cubicBezTo>
                <a:close/>
                <a:moveTo>
                  <a:pt x="403574" y="667988"/>
                </a:moveTo>
                <a:cubicBezTo>
                  <a:pt x="257556" y="667988"/>
                  <a:pt x="139160" y="549593"/>
                  <a:pt x="139160" y="403574"/>
                </a:cubicBezTo>
                <a:cubicBezTo>
                  <a:pt x="139160" y="257556"/>
                  <a:pt x="257556" y="139160"/>
                  <a:pt x="403574" y="139160"/>
                </a:cubicBezTo>
                <a:cubicBezTo>
                  <a:pt x="549593" y="139160"/>
                  <a:pt x="667988" y="257556"/>
                  <a:pt x="667988" y="403574"/>
                </a:cubicBezTo>
                <a:cubicBezTo>
                  <a:pt x="667988" y="549593"/>
                  <a:pt x="549593" y="667988"/>
                  <a:pt x="403574" y="667988"/>
                </a:cubicBezTo>
                <a:close/>
              </a:path>
            </a:pathLst>
          </a:custGeom>
          <a:solidFill>
            <a:srgbClr val="FFFFFF"/>
          </a:solidFill>
          <a:ln w="28575"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endParaRPr lang="en-US">
              <a:solidFill>
                <a:schemeClr val="lt1"/>
              </a:solidFill>
            </a:endParaRPr>
          </a:p>
        </p:txBody>
      </p:sp>
      <p:sp>
        <p:nvSpPr>
          <p:cNvPr id="22" name="Graphic 212">
            <a:extLst>
              <a:ext uri="{FF2B5EF4-FFF2-40B4-BE49-F238E27FC236}">
                <a16:creationId xmlns:a16="http://schemas.microsoft.com/office/drawing/2014/main" id="{C83B66D7-137D-4AC1-B172-53D60F08BEB5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4588524" y="457812"/>
            <a:ext cx="914565" cy="914565"/>
          </a:xfrm>
          <a:custGeom>
            <a:avLst/>
            <a:gdLst>
              <a:gd name="connsiteX0" fmla="*/ 403574 w 807148"/>
              <a:gd name="connsiteY0" fmla="*/ 0 h 807148"/>
              <a:gd name="connsiteX1" fmla="*/ 0 w 807148"/>
              <a:gd name="connsiteY1" fmla="*/ 403574 h 807148"/>
              <a:gd name="connsiteX2" fmla="*/ 403574 w 807148"/>
              <a:gd name="connsiteY2" fmla="*/ 807149 h 807148"/>
              <a:gd name="connsiteX3" fmla="*/ 807149 w 807148"/>
              <a:gd name="connsiteY3" fmla="*/ 403574 h 807148"/>
              <a:gd name="connsiteX4" fmla="*/ 403574 w 807148"/>
              <a:gd name="connsiteY4" fmla="*/ 0 h 807148"/>
              <a:gd name="connsiteX5" fmla="*/ 403574 w 807148"/>
              <a:gd name="connsiteY5" fmla="*/ 667988 h 807148"/>
              <a:gd name="connsiteX6" fmla="*/ 139160 w 807148"/>
              <a:gd name="connsiteY6" fmla="*/ 403574 h 807148"/>
              <a:gd name="connsiteX7" fmla="*/ 403574 w 807148"/>
              <a:gd name="connsiteY7" fmla="*/ 139160 h 807148"/>
              <a:gd name="connsiteX8" fmla="*/ 667988 w 807148"/>
              <a:gd name="connsiteY8" fmla="*/ 403574 h 807148"/>
              <a:gd name="connsiteX9" fmla="*/ 403574 w 807148"/>
              <a:gd name="connsiteY9" fmla="*/ 667988 h 807148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</a:cxnLst>
            <a:rect l="l" t="t" r="r" b="b"/>
            <a:pathLst>
              <a:path w="807148" h="807148">
                <a:moveTo>
                  <a:pt x="403574" y="0"/>
                </a:moveTo>
                <a:cubicBezTo>
                  <a:pt x="180689" y="0"/>
                  <a:pt x="0" y="180689"/>
                  <a:pt x="0" y="403574"/>
                </a:cubicBezTo>
                <a:cubicBezTo>
                  <a:pt x="0" y="626459"/>
                  <a:pt x="180689" y="807149"/>
                  <a:pt x="403574" y="807149"/>
                </a:cubicBezTo>
                <a:cubicBezTo>
                  <a:pt x="626459" y="807149"/>
                  <a:pt x="807149" y="626459"/>
                  <a:pt x="807149" y="403574"/>
                </a:cubicBezTo>
                <a:cubicBezTo>
                  <a:pt x="807149" y="180689"/>
                  <a:pt x="626459" y="0"/>
                  <a:pt x="403574" y="0"/>
                </a:cubicBezTo>
                <a:close/>
                <a:moveTo>
                  <a:pt x="403574" y="667988"/>
                </a:moveTo>
                <a:cubicBezTo>
                  <a:pt x="257556" y="667988"/>
                  <a:pt x="139160" y="549593"/>
                  <a:pt x="139160" y="403574"/>
                </a:cubicBezTo>
                <a:cubicBezTo>
                  <a:pt x="139160" y="257556"/>
                  <a:pt x="257556" y="139160"/>
                  <a:pt x="403574" y="139160"/>
                </a:cubicBezTo>
                <a:cubicBezTo>
                  <a:pt x="549593" y="139160"/>
                  <a:pt x="667988" y="257556"/>
                  <a:pt x="667988" y="403574"/>
                </a:cubicBezTo>
                <a:cubicBezTo>
                  <a:pt x="667988" y="549593"/>
                  <a:pt x="549593" y="667988"/>
                  <a:pt x="403574" y="667988"/>
                </a:cubicBezTo>
                <a:close/>
              </a:path>
            </a:pathLst>
          </a:custGeom>
          <a:solidFill>
            <a:schemeClr val="accent2">
              <a:alpha val="30000"/>
            </a:schemeClr>
          </a:solidFill>
          <a:ln w="28575">
            <a:solidFill>
              <a:schemeClr val="bg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endParaRPr lang="en-US">
              <a:solidFill>
                <a:schemeClr val="lt1"/>
              </a:solidFill>
            </a:endParaRPr>
          </a:p>
        </p:txBody>
      </p:sp>
      <p:sp>
        <p:nvSpPr>
          <p:cNvPr id="550" name="Oval 549">
            <a:extLst>
              <a:ext uri="{FF2B5EF4-FFF2-40B4-BE49-F238E27FC236}">
                <a16:creationId xmlns:a16="http://schemas.microsoft.com/office/drawing/2014/main" id="{F6B92503-6984-4D15-8B98-8718709B785D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642976" y="4946663"/>
            <a:ext cx="319941" cy="319941"/>
          </a:xfrm>
          <a:prstGeom prst="ellipse">
            <a:avLst/>
          </a:prstGeom>
          <a:solidFill>
            <a:srgbClr val="FFFFFF"/>
          </a:solidFill>
          <a:ln w="28575"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endParaRPr lang="en-US"/>
          </a:p>
        </p:txBody>
      </p:sp>
      <p:sp>
        <p:nvSpPr>
          <p:cNvPr id="551" name="Oval 550">
            <a:extLst>
              <a:ext uri="{FF2B5EF4-FFF2-40B4-BE49-F238E27FC236}">
                <a16:creationId xmlns:a16="http://schemas.microsoft.com/office/drawing/2014/main" id="{08DDF938-524E-4C18-A47D-C00627832366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642976" y="4946663"/>
            <a:ext cx="319941" cy="319941"/>
          </a:xfrm>
          <a:prstGeom prst="ellipse">
            <a:avLst/>
          </a:prstGeom>
          <a:solidFill>
            <a:schemeClr val="accent2">
              <a:alpha val="30000"/>
            </a:schemeClr>
          </a:solidFill>
          <a:ln w="28575">
            <a:solidFill>
              <a:schemeClr val="bg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endParaRPr lang="en-US"/>
          </a:p>
        </p:txBody>
      </p:sp>
      <p:sp>
        <p:nvSpPr>
          <p:cNvPr id="552" name="Content Placeholder 2">
            <a:extLst>
              <a:ext uri="{FF2B5EF4-FFF2-40B4-BE49-F238E27FC236}">
                <a16:creationId xmlns:a16="http://schemas.microsoft.com/office/drawing/2014/main" id="{D0691311-3471-5CB8-22C1-8D2086BA01A9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6234868" y="1130846"/>
            <a:ext cx="5217173" cy="4351338"/>
          </a:xfrm>
        </p:spPr>
        <p:txBody>
          <a:bodyPr vert="horz" lIns="91440" tIns="45720" rIns="91440" bIns="45720" rtlCol="0" anchor="t">
            <a:normAutofit/>
          </a:bodyPr>
          <a:lstStyle/>
          <a:p>
            <a:r>
              <a:rPr lang="en-NL" dirty="0">
                <a:solidFill>
                  <a:schemeClr val="bg1"/>
                </a:solidFill>
              </a:rPr>
              <a:t>Dynamic translator board</a:t>
            </a:r>
          </a:p>
          <a:p>
            <a:r>
              <a:rPr lang="en-NL" dirty="0">
                <a:solidFill>
                  <a:schemeClr val="bg1"/>
                </a:solidFill>
              </a:rPr>
              <a:t>Cyrb</a:t>
            </a:r>
          </a:p>
          <a:p>
            <a:r>
              <a:rPr lang="en-NL" dirty="0">
                <a:solidFill>
                  <a:schemeClr val="bg1"/>
                </a:solidFill>
              </a:rPr>
              <a:t>Modulaire sensoren</a:t>
            </a:r>
          </a:p>
        </p:txBody>
      </p:sp>
      <p:grpSp>
        <p:nvGrpSpPr>
          <p:cNvPr id="553" name="Graphic 185">
            <a:extLst>
              <a:ext uri="{FF2B5EF4-FFF2-40B4-BE49-F238E27FC236}">
                <a16:creationId xmlns:a16="http://schemas.microsoft.com/office/drawing/2014/main" id="{3773FAF5-C452-4455-9411-D6AF5EBD4CA9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GrpSpPr>
            <a:grpSpLocks noGrp="1" noUngrp="1" noRot="1" noChangeAspect="1" noMove="1" noResize="1"/>
          </p:cNvGrp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GrpSpPr>
        <p:grpSpPr>
          <a:xfrm>
            <a:off x="9812239" y="6139464"/>
            <a:ext cx="1054466" cy="469689"/>
            <a:chOff x="9841624" y="4115729"/>
            <a:chExt cx="602169" cy="268223"/>
          </a:xfrm>
          <a:solidFill>
            <a:schemeClr val="bg1"/>
          </a:solidFill>
        </p:grpSpPr>
        <p:sp>
          <p:nvSpPr>
            <p:cNvPr id="29" name="Freeform: Shape 28">
              <a:extLst>
                <a:ext uri="{FF2B5EF4-FFF2-40B4-BE49-F238E27FC236}">
                  <a16:creationId xmlns:a16="http://schemas.microsoft.com/office/drawing/2014/main" id="{1ECA0D96-F63C-4F7B-BE16-0F3FE76D7D60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9841624" y="4115729"/>
              <a:ext cx="202882" cy="268223"/>
            </a:xfrm>
            <a:custGeom>
              <a:avLst/>
              <a:gdLst>
                <a:gd name="connsiteX0" fmla="*/ 20765 w 202882"/>
                <a:gd name="connsiteY0" fmla="*/ 268224 h 268223"/>
                <a:gd name="connsiteX1" fmla="*/ 0 w 202882"/>
                <a:gd name="connsiteY1" fmla="*/ 268224 h 268223"/>
                <a:gd name="connsiteX2" fmla="*/ 182118 w 202882"/>
                <a:gd name="connsiteY2" fmla="*/ 0 h 268223"/>
                <a:gd name="connsiteX3" fmla="*/ 202883 w 202882"/>
                <a:gd name="connsiteY3" fmla="*/ 0 h 268223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</a:cxnLst>
              <a:rect l="l" t="t" r="r" b="b"/>
              <a:pathLst>
                <a:path w="202882" h="268223">
                  <a:moveTo>
                    <a:pt x="20765" y="268224"/>
                  </a:moveTo>
                  <a:lnTo>
                    <a:pt x="0" y="268224"/>
                  </a:lnTo>
                  <a:lnTo>
                    <a:pt x="182118" y="0"/>
                  </a:lnTo>
                  <a:lnTo>
                    <a:pt x="202883" y="0"/>
                  </a:lnTo>
                  <a:close/>
                </a:path>
              </a:pathLst>
            </a:custGeom>
            <a:grpFill/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30" name="Freeform: Shape 29">
              <a:extLst>
                <a:ext uri="{FF2B5EF4-FFF2-40B4-BE49-F238E27FC236}">
                  <a16:creationId xmlns:a16="http://schemas.microsoft.com/office/drawing/2014/main" id="{74F83A81-0546-400A-918A-90C9C48B8147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9941445" y="4115729"/>
              <a:ext cx="202882" cy="268223"/>
            </a:xfrm>
            <a:custGeom>
              <a:avLst/>
              <a:gdLst>
                <a:gd name="connsiteX0" fmla="*/ 20765 w 202882"/>
                <a:gd name="connsiteY0" fmla="*/ 268224 h 268223"/>
                <a:gd name="connsiteX1" fmla="*/ 0 w 202882"/>
                <a:gd name="connsiteY1" fmla="*/ 268224 h 268223"/>
                <a:gd name="connsiteX2" fmla="*/ 182118 w 202882"/>
                <a:gd name="connsiteY2" fmla="*/ 0 h 268223"/>
                <a:gd name="connsiteX3" fmla="*/ 202883 w 202882"/>
                <a:gd name="connsiteY3" fmla="*/ 0 h 268223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</a:cxnLst>
              <a:rect l="l" t="t" r="r" b="b"/>
              <a:pathLst>
                <a:path w="202882" h="268223">
                  <a:moveTo>
                    <a:pt x="20765" y="268224"/>
                  </a:moveTo>
                  <a:lnTo>
                    <a:pt x="0" y="268224"/>
                  </a:lnTo>
                  <a:lnTo>
                    <a:pt x="182118" y="0"/>
                  </a:lnTo>
                  <a:lnTo>
                    <a:pt x="202883" y="0"/>
                  </a:lnTo>
                  <a:close/>
                </a:path>
              </a:pathLst>
            </a:custGeom>
            <a:grpFill/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31" name="Freeform: Shape 30">
              <a:extLst>
                <a:ext uri="{FF2B5EF4-FFF2-40B4-BE49-F238E27FC236}">
                  <a16:creationId xmlns:a16="http://schemas.microsoft.com/office/drawing/2014/main" id="{9741F692-A5B6-4215-86D9-B1FD4FF26AC7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10041267" y="4115729"/>
              <a:ext cx="202882" cy="268223"/>
            </a:xfrm>
            <a:custGeom>
              <a:avLst/>
              <a:gdLst>
                <a:gd name="connsiteX0" fmla="*/ 20669 w 202882"/>
                <a:gd name="connsiteY0" fmla="*/ 268224 h 268223"/>
                <a:gd name="connsiteX1" fmla="*/ 0 w 202882"/>
                <a:gd name="connsiteY1" fmla="*/ 268224 h 268223"/>
                <a:gd name="connsiteX2" fmla="*/ 182118 w 202882"/>
                <a:gd name="connsiteY2" fmla="*/ 0 h 268223"/>
                <a:gd name="connsiteX3" fmla="*/ 202883 w 202882"/>
                <a:gd name="connsiteY3" fmla="*/ 0 h 268223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</a:cxnLst>
              <a:rect l="l" t="t" r="r" b="b"/>
              <a:pathLst>
                <a:path w="202882" h="268223">
                  <a:moveTo>
                    <a:pt x="20669" y="268224"/>
                  </a:moveTo>
                  <a:lnTo>
                    <a:pt x="0" y="268224"/>
                  </a:lnTo>
                  <a:lnTo>
                    <a:pt x="182118" y="0"/>
                  </a:lnTo>
                  <a:lnTo>
                    <a:pt x="202883" y="0"/>
                  </a:lnTo>
                  <a:close/>
                </a:path>
              </a:pathLst>
            </a:custGeom>
            <a:grpFill/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32" name="Freeform: Shape 31">
              <a:extLst>
                <a:ext uri="{FF2B5EF4-FFF2-40B4-BE49-F238E27FC236}">
                  <a16:creationId xmlns:a16="http://schemas.microsoft.com/office/drawing/2014/main" id="{CC0876CB-9C60-4580-8FED-CD64EC76645E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10141090" y="4115729"/>
              <a:ext cx="202882" cy="268223"/>
            </a:xfrm>
            <a:custGeom>
              <a:avLst/>
              <a:gdLst>
                <a:gd name="connsiteX0" fmla="*/ 20669 w 202882"/>
                <a:gd name="connsiteY0" fmla="*/ 268224 h 268223"/>
                <a:gd name="connsiteX1" fmla="*/ 0 w 202882"/>
                <a:gd name="connsiteY1" fmla="*/ 268224 h 268223"/>
                <a:gd name="connsiteX2" fmla="*/ 182118 w 202882"/>
                <a:gd name="connsiteY2" fmla="*/ 0 h 268223"/>
                <a:gd name="connsiteX3" fmla="*/ 202883 w 202882"/>
                <a:gd name="connsiteY3" fmla="*/ 0 h 268223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</a:cxnLst>
              <a:rect l="l" t="t" r="r" b="b"/>
              <a:pathLst>
                <a:path w="202882" h="268223">
                  <a:moveTo>
                    <a:pt x="20669" y="268224"/>
                  </a:moveTo>
                  <a:lnTo>
                    <a:pt x="0" y="268224"/>
                  </a:lnTo>
                  <a:lnTo>
                    <a:pt x="182118" y="0"/>
                  </a:lnTo>
                  <a:lnTo>
                    <a:pt x="202883" y="0"/>
                  </a:lnTo>
                  <a:close/>
                </a:path>
              </a:pathLst>
            </a:custGeom>
            <a:grpFill/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33" name="Freeform: Shape 32">
              <a:extLst>
                <a:ext uri="{FF2B5EF4-FFF2-40B4-BE49-F238E27FC236}">
                  <a16:creationId xmlns:a16="http://schemas.microsoft.com/office/drawing/2014/main" id="{A879B3B7-48DB-4D3A-BB33-02766EAD3D91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10240911" y="4115729"/>
              <a:ext cx="202882" cy="268223"/>
            </a:xfrm>
            <a:custGeom>
              <a:avLst/>
              <a:gdLst>
                <a:gd name="connsiteX0" fmla="*/ 20669 w 202882"/>
                <a:gd name="connsiteY0" fmla="*/ 268224 h 268223"/>
                <a:gd name="connsiteX1" fmla="*/ 0 w 202882"/>
                <a:gd name="connsiteY1" fmla="*/ 268224 h 268223"/>
                <a:gd name="connsiteX2" fmla="*/ 182118 w 202882"/>
                <a:gd name="connsiteY2" fmla="*/ 0 h 268223"/>
                <a:gd name="connsiteX3" fmla="*/ 202883 w 202882"/>
                <a:gd name="connsiteY3" fmla="*/ 0 h 268223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</a:cxnLst>
              <a:rect l="l" t="t" r="r" b="b"/>
              <a:pathLst>
                <a:path w="202882" h="268223">
                  <a:moveTo>
                    <a:pt x="20669" y="268224"/>
                  </a:moveTo>
                  <a:lnTo>
                    <a:pt x="0" y="268224"/>
                  </a:lnTo>
                  <a:lnTo>
                    <a:pt x="182118" y="0"/>
                  </a:lnTo>
                  <a:lnTo>
                    <a:pt x="202883" y="0"/>
                  </a:lnTo>
                  <a:close/>
                </a:path>
              </a:pathLst>
            </a:custGeom>
            <a:grpFill/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</p:grpSp>
    </p:spTree>
    <p:extLst>
      <p:ext uri="{BB962C8B-B14F-4D97-AF65-F5344CB8AC3E}">
        <p14:creationId xmlns:p14="http://schemas.microsoft.com/office/powerpoint/2010/main" val="2293521338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Rectangle 7">
            <a:extLst>
              <a:ext uri="{FF2B5EF4-FFF2-40B4-BE49-F238E27FC236}">
                <a16:creationId xmlns:a16="http://schemas.microsoft.com/office/drawing/2014/main" id="{5A0118C5-4F8D-4CF4-BADD-53FEACC6C42A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chemeClr val="tx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0" name="Oval 9">
            <a:extLst>
              <a:ext uri="{FF2B5EF4-FFF2-40B4-BE49-F238E27FC236}">
                <a16:creationId xmlns:a16="http://schemas.microsoft.com/office/drawing/2014/main" id="{4E0A5C5C-2A95-428E-9F6A-0D29EBD57C9F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888395" y="1040837"/>
            <a:ext cx="4754948" cy="4754948"/>
          </a:xfrm>
          <a:prstGeom prst="ellipse">
            <a:avLst/>
          </a:prstGeom>
          <a:solidFill>
            <a:srgbClr val="FFFFFF"/>
          </a:solidFill>
          <a:ln w="28575"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2" name="Oval 11">
            <a:extLst>
              <a:ext uri="{FF2B5EF4-FFF2-40B4-BE49-F238E27FC236}">
                <a16:creationId xmlns:a16="http://schemas.microsoft.com/office/drawing/2014/main" id="{1056F38F-7C4E-461D-8709-7D0024AE1F79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879411" y="1029607"/>
            <a:ext cx="4754948" cy="4754948"/>
          </a:xfrm>
          <a:prstGeom prst="ellipse">
            <a:avLst/>
          </a:prstGeom>
          <a:solidFill>
            <a:schemeClr val="accent6">
              <a:alpha val="30000"/>
            </a:schemeClr>
          </a:solidFill>
          <a:ln w="28575">
            <a:solidFill>
              <a:schemeClr val="bg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4" name="Oval 13">
            <a:extLst>
              <a:ext uri="{FF2B5EF4-FFF2-40B4-BE49-F238E27FC236}">
                <a16:creationId xmlns:a16="http://schemas.microsoft.com/office/drawing/2014/main" id="{C7278469-3C3C-49CE-AEEE-E176A4900B78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739960" y="934855"/>
            <a:ext cx="4754948" cy="4754948"/>
          </a:xfrm>
          <a:prstGeom prst="ellipse">
            <a:avLst/>
          </a:prstGeom>
          <a:solidFill>
            <a:schemeClr val="tx1"/>
          </a:solidFill>
          <a:ln w="28575">
            <a:solidFill>
              <a:schemeClr val="bg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4D27593E-BC95-4827-2743-9B102ABA4E4E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110542" y="960228"/>
            <a:ext cx="4030132" cy="3215373"/>
          </a:xfrm>
        </p:spPr>
        <p:txBody>
          <a:bodyPr>
            <a:normAutofit/>
          </a:bodyPr>
          <a:lstStyle/>
          <a:p>
            <a:pPr algn="ctr"/>
            <a:r>
              <a:rPr lang="nl-NL">
                <a:solidFill>
                  <a:schemeClr val="bg1"/>
                </a:solidFill>
              </a:rPr>
              <a:t>Wat hebben we gedaan?</a:t>
            </a:r>
            <a:endParaRPr lang="en-NL">
              <a:solidFill>
                <a:schemeClr val="bg1"/>
              </a:solidFill>
            </a:endParaRPr>
          </a:p>
        </p:txBody>
      </p:sp>
      <p:grpSp>
        <p:nvGrpSpPr>
          <p:cNvPr id="16" name="Group 15">
            <a:extLst>
              <a:ext uri="{FF2B5EF4-FFF2-40B4-BE49-F238E27FC236}">
                <a16:creationId xmlns:a16="http://schemas.microsoft.com/office/drawing/2014/main" id="{93DC754C-7E09-422D-A8BB-AF632E90DFA2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GrpSpPr>
            <a:grpSpLocks noGrp="1" noUngrp="1" noRot="1" noChangeAspect="1" noMove="1" noResize="1"/>
          </p:cNvGrp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GrpSpPr>
        <p:grpSpPr>
          <a:xfrm>
            <a:off x="0" y="377893"/>
            <a:ext cx="1861854" cy="717514"/>
            <a:chOff x="0" y="377893"/>
            <a:chExt cx="1861854" cy="717514"/>
          </a:xfrm>
          <a:solidFill>
            <a:schemeClr val="bg1"/>
          </a:solidFill>
        </p:grpSpPr>
        <p:sp>
          <p:nvSpPr>
            <p:cNvPr id="17" name="Freeform: Shape 16">
              <a:extLst>
                <a:ext uri="{FF2B5EF4-FFF2-40B4-BE49-F238E27FC236}">
                  <a16:creationId xmlns:a16="http://schemas.microsoft.com/office/drawing/2014/main" id="{C5A741B9-65EC-4C5B-9FE0-4A18575771A6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0" y="377893"/>
              <a:ext cx="1861854" cy="277779"/>
            </a:xfrm>
            <a:custGeom>
              <a:avLst/>
              <a:gdLst>
                <a:gd name="connsiteX0" fmla="*/ 180458 w 1861854"/>
                <a:gd name="connsiteY0" fmla="*/ 0 h 277779"/>
                <a:gd name="connsiteX1" fmla="*/ 419222 w 1861854"/>
                <a:gd name="connsiteY1" fmla="*/ 238761 h 277779"/>
                <a:gd name="connsiteX2" fmla="*/ 657984 w 1861854"/>
                <a:gd name="connsiteY2" fmla="*/ 0 h 277779"/>
                <a:gd name="connsiteX3" fmla="*/ 896745 w 1861854"/>
                <a:gd name="connsiteY3" fmla="*/ 238761 h 277779"/>
                <a:gd name="connsiteX4" fmla="*/ 1135754 w 1861854"/>
                <a:gd name="connsiteY4" fmla="*/ 0 h 277779"/>
                <a:gd name="connsiteX5" fmla="*/ 1374516 w 1861854"/>
                <a:gd name="connsiteY5" fmla="*/ 238761 h 277779"/>
                <a:gd name="connsiteX6" fmla="*/ 1613277 w 1861854"/>
                <a:gd name="connsiteY6" fmla="*/ 0 h 277779"/>
                <a:gd name="connsiteX7" fmla="*/ 1861854 w 1861854"/>
                <a:gd name="connsiteY7" fmla="*/ 248577 h 277779"/>
                <a:gd name="connsiteX8" fmla="*/ 1842470 w 1861854"/>
                <a:gd name="connsiteY8" fmla="*/ 267963 h 277779"/>
                <a:gd name="connsiteX9" fmla="*/ 1613277 w 1861854"/>
                <a:gd name="connsiteY9" fmla="*/ 39017 h 277779"/>
                <a:gd name="connsiteX10" fmla="*/ 1374516 w 1861854"/>
                <a:gd name="connsiteY10" fmla="*/ 277779 h 277779"/>
                <a:gd name="connsiteX11" fmla="*/ 1135754 w 1861854"/>
                <a:gd name="connsiteY11" fmla="*/ 39017 h 277779"/>
                <a:gd name="connsiteX12" fmla="*/ 896745 w 1861854"/>
                <a:gd name="connsiteY12" fmla="*/ 277779 h 277779"/>
                <a:gd name="connsiteX13" fmla="*/ 657984 w 1861854"/>
                <a:gd name="connsiteY13" fmla="*/ 39017 h 277779"/>
                <a:gd name="connsiteX14" fmla="*/ 419222 w 1861854"/>
                <a:gd name="connsiteY14" fmla="*/ 277779 h 277779"/>
                <a:gd name="connsiteX15" fmla="*/ 180458 w 1861854"/>
                <a:gd name="connsiteY15" fmla="*/ 39017 h 277779"/>
                <a:gd name="connsiteX16" fmla="*/ 0 w 1861854"/>
                <a:gd name="connsiteY16" fmla="*/ 219283 h 277779"/>
                <a:gd name="connsiteX17" fmla="*/ 0 w 1861854"/>
                <a:gd name="connsiteY17" fmla="*/ 180458 h 277779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</a:cxnLst>
              <a:rect l="l" t="t" r="r" b="b"/>
              <a:pathLst>
                <a:path w="1861854" h="277779">
                  <a:moveTo>
                    <a:pt x="180458" y="0"/>
                  </a:moveTo>
                  <a:lnTo>
                    <a:pt x="419222" y="238761"/>
                  </a:lnTo>
                  <a:lnTo>
                    <a:pt x="657984" y="0"/>
                  </a:lnTo>
                  <a:lnTo>
                    <a:pt x="896745" y="238761"/>
                  </a:lnTo>
                  <a:lnTo>
                    <a:pt x="1135754" y="0"/>
                  </a:lnTo>
                  <a:lnTo>
                    <a:pt x="1374516" y="238761"/>
                  </a:lnTo>
                  <a:lnTo>
                    <a:pt x="1613277" y="0"/>
                  </a:lnTo>
                  <a:lnTo>
                    <a:pt x="1861854" y="248577"/>
                  </a:lnTo>
                  <a:lnTo>
                    <a:pt x="1842470" y="267963"/>
                  </a:lnTo>
                  <a:lnTo>
                    <a:pt x="1613277" y="39017"/>
                  </a:lnTo>
                  <a:lnTo>
                    <a:pt x="1374516" y="277779"/>
                  </a:lnTo>
                  <a:lnTo>
                    <a:pt x="1135754" y="39017"/>
                  </a:lnTo>
                  <a:lnTo>
                    <a:pt x="896745" y="277779"/>
                  </a:lnTo>
                  <a:lnTo>
                    <a:pt x="657984" y="39017"/>
                  </a:lnTo>
                  <a:lnTo>
                    <a:pt x="419222" y="277779"/>
                  </a:lnTo>
                  <a:lnTo>
                    <a:pt x="180458" y="39017"/>
                  </a:lnTo>
                  <a:lnTo>
                    <a:pt x="0" y="219283"/>
                  </a:lnTo>
                  <a:lnTo>
                    <a:pt x="0" y="180458"/>
                  </a:lnTo>
                  <a:close/>
                </a:path>
              </a:pathLst>
            </a:custGeom>
            <a:grpFill/>
            <a:ln w="9525" cap="flat">
              <a:noFill/>
              <a:prstDash val="solid"/>
              <a:miter/>
            </a:ln>
          </p:spPr>
          <p:txBody>
            <a:bodyPr wrap="square" rtlCol="0" anchor="ctr">
              <a:noAutofit/>
            </a:bodyPr>
            <a:lstStyle/>
            <a:p>
              <a:endParaRPr lang="en-US"/>
            </a:p>
          </p:txBody>
        </p:sp>
        <p:sp>
          <p:nvSpPr>
            <p:cNvPr id="18" name="Freeform: Shape 17">
              <a:extLst>
                <a:ext uri="{FF2B5EF4-FFF2-40B4-BE49-F238E27FC236}">
                  <a16:creationId xmlns:a16="http://schemas.microsoft.com/office/drawing/2014/main" id="{C0BB4301-41FA-4453-956F-A11CC664B68B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0" y="817628"/>
              <a:ext cx="1861854" cy="277779"/>
            </a:xfrm>
            <a:custGeom>
              <a:avLst/>
              <a:gdLst>
                <a:gd name="connsiteX0" fmla="*/ 180458 w 1861854"/>
                <a:gd name="connsiteY0" fmla="*/ 0 h 277779"/>
                <a:gd name="connsiteX1" fmla="*/ 419222 w 1861854"/>
                <a:gd name="connsiteY1" fmla="*/ 238761 h 277779"/>
                <a:gd name="connsiteX2" fmla="*/ 657984 w 1861854"/>
                <a:gd name="connsiteY2" fmla="*/ 0 h 277779"/>
                <a:gd name="connsiteX3" fmla="*/ 896745 w 1861854"/>
                <a:gd name="connsiteY3" fmla="*/ 238761 h 277779"/>
                <a:gd name="connsiteX4" fmla="*/ 1135754 w 1861854"/>
                <a:gd name="connsiteY4" fmla="*/ 0 h 277779"/>
                <a:gd name="connsiteX5" fmla="*/ 1374516 w 1861854"/>
                <a:gd name="connsiteY5" fmla="*/ 238761 h 277779"/>
                <a:gd name="connsiteX6" fmla="*/ 1613277 w 1861854"/>
                <a:gd name="connsiteY6" fmla="*/ 0 h 277779"/>
                <a:gd name="connsiteX7" fmla="*/ 1861854 w 1861854"/>
                <a:gd name="connsiteY7" fmla="*/ 248577 h 277779"/>
                <a:gd name="connsiteX8" fmla="*/ 1842470 w 1861854"/>
                <a:gd name="connsiteY8" fmla="*/ 268208 h 277779"/>
                <a:gd name="connsiteX9" fmla="*/ 1613277 w 1861854"/>
                <a:gd name="connsiteY9" fmla="*/ 39017 h 277779"/>
                <a:gd name="connsiteX10" fmla="*/ 1374516 w 1861854"/>
                <a:gd name="connsiteY10" fmla="*/ 277779 h 277779"/>
                <a:gd name="connsiteX11" fmla="*/ 1135754 w 1861854"/>
                <a:gd name="connsiteY11" fmla="*/ 39017 h 277779"/>
                <a:gd name="connsiteX12" fmla="*/ 896745 w 1861854"/>
                <a:gd name="connsiteY12" fmla="*/ 277779 h 277779"/>
                <a:gd name="connsiteX13" fmla="*/ 657984 w 1861854"/>
                <a:gd name="connsiteY13" fmla="*/ 39017 h 277779"/>
                <a:gd name="connsiteX14" fmla="*/ 419222 w 1861854"/>
                <a:gd name="connsiteY14" fmla="*/ 277779 h 277779"/>
                <a:gd name="connsiteX15" fmla="*/ 180458 w 1861854"/>
                <a:gd name="connsiteY15" fmla="*/ 39017 h 277779"/>
                <a:gd name="connsiteX16" fmla="*/ 0 w 1861854"/>
                <a:gd name="connsiteY16" fmla="*/ 219475 h 277779"/>
                <a:gd name="connsiteX17" fmla="*/ 0 w 1861854"/>
                <a:gd name="connsiteY17" fmla="*/ 180458 h 277779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</a:cxnLst>
              <a:rect l="l" t="t" r="r" b="b"/>
              <a:pathLst>
                <a:path w="1861854" h="277779">
                  <a:moveTo>
                    <a:pt x="180458" y="0"/>
                  </a:moveTo>
                  <a:lnTo>
                    <a:pt x="419222" y="238761"/>
                  </a:lnTo>
                  <a:lnTo>
                    <a:pt x="657984" y="0"/>
                  </a:lnTo>
                  <a:lnTo>
                    <a:pt x="896745" y="238761"/>
                  </a:lnTo>
                  <a:lnTo>
                    <a:pt x="1135754" y="0"/>
                  </a:lnTo>
                  <a:lnTo>
                    <a:pt x="1374516" y="238761"/>
                  </a:lnTo>
                  <a:lnTo>
                    <a:pt x="1613277" y="0"/>
                  </a:lnTo>
                  <a:lnTo>
                    <a:pt x="1861854" y="248577"/>
                  </a:lnTo>
                  <a:lnTo>
                    <a:pt x="1842470" y="268208"/>
                  </a:lnTo>
                  <a:lnTo>
                    <a:pt x="1613277" y="39017"/>
                  </a:lnTo>
                  <a:lnTo>
                    <a:pt x="1374516" y="277779"/>
                  </a:lnTo>
                  <a:lnTo>
                    <a:pt x="1135754" y="39017"/>
                  </a:lnTo>
                  <a:lnTo>
                    <a:pt x="896745" y="277779"/>
                  </a:lnTo>
                  <a:lnTo>
                    <a:pt x="657984" y="39017"/>
                  </a:lnTo>
                  <a:lnTo>
                    <a:pt x="419222" y="277779"/>
                  </a:lnTo>
                  <a:lnTo>
                    <a:pt x="180458" y="39017"/>
                  </a:lnTo>
                  <a:lnTo>
                    <a:pt x="0" y="219475"/>
                  </a:lnTo>
                  <a:lnTo>
                    <a:pt x="0" y="180458"/>
                  </a:lnTo>
                  <a:close/>
                </a:path>
              </a:pathLst>
            </a:custGeom>
            <a:grpFill/>
            <a:ln w="9525" cap="flat">
              <a:noFill/>
              <a:prstDash val="solid"/>
              <a:miter/>
            </a:ln>
          </p:spPr>
          <p:txBody>
            <a:bodyPr wrap="square" rtlCol="0" anchor="ctr">
              <a:noAutofit/>
            </a:bodyPr>
            <a:lstStyle/>
            <a:p>
              <a:endParaRPr lang="en-US"/>
            </a:p>
          </p:txBody>
        </p:sp>
      </p:grpSp>
      <p:sp>
        <p:nvSpPr>
          <p:cNvPr id="20" name="Graphic 212">
            <a:extLst>
              <a:ext uri="{FF2B5EF4-FFF2-40B4-BE49-F238E27FC236}">
                <a16:creationId xmlns:a16="http://schemas.microsoft.com/office/drawing/2014/main" id="{4C6598AB-1C17-4D54-951C-A082D94ACB7A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4588524" y="457812"/>
            <a:ext cx="914565" cy="914565"/>
          </a:xfrm>
          <a:custGeom>
            <a:avLst/>
            <a:gdLst>
              <a:gd name="connsiteX0" fmla="*/ 403574 w 807148"/>
              <a:gd name="connsiteY0" fmla="*/ 0 h 807148"/>
              <a:gd name="connsiteX1" fmla="*/ 0 w 807148"/>
              <a:gd name="connsiteY1" fmla="*/ 403574 h 807148"/>
              <a:gd name="connsiteX2" fmla="*/ 403574 w 807148"/>
              <a:gd name="connsiteY2" fmla="*/ 807149 h 807148"/>
              <a:gd name="connsiteX3" fmla="*/ 807149 w 807148"/>
              <a:gd name="connsiteY3" fmla="*/ 403574 h 807148"/>
              <a:gd name="connsiteX4" fmla="*/ 403574 w 807148"/>
              <a:gd name="connsiteY4" fmla="*/ 0 h 807148"/>
              <a:gd name="connsiteX5" fmla="*/ 403574 w 807148"/>
              <a:gd name="connsiteY5" fmla="*/ 667988 h 807148"/>
              <a:gd name="connsiteX6" fmla="*/ 139160 w 807148"/>
              <a:gd name="connsiteY6" fmla="*/ 403574 h 807148"/>
              <a:gd name="connsiteX7" fmla="*/ 403574 w 807148"/>
              <a:gd name="connsiteY7" fmla="*/ 139160 h 807148"/>
              <a:gd name="connsiteX8" fmla="*/ 667988 w 807148"/>
              <a:gd name="connsiteY8" fmla="*/ 403574 h 807148"/>
              <a:gd name="connsiteX9" fmla="*/ 403574 w 807148"/>
              <a:gd name="connsiteY9" fmla="*/ 667988 h 807148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</a:cxnLst>
            <a:rect l="l" t="t" r="r" b="b"/>
            <a:pathLst>
              <a:path w="807148" h="807148">
                <a:moveTo>
                  <a:pt x="403574" y="0"/>
                </a:moveTo>
                <a:cubicBezTo>
                  <a:pt x="180689" y="0"/>
                  <a:pt x="0" y="180689"/>
                  <a:pt x="0" y="403574"/>
                </a:cubicBezTo>
                <a:cubicBezTo>
                  <a:pt x="0" y="626459"/>
                  <a:pt x="180689" y="807149"/>
                  <a:pt x="403574" y="807149"/>
                </a:cubicBezTo>
                <a:cubicBezTo>
                  <a:pt x="626459" y="807149"/>
                  <a:pt x="807149" y="626459"/>
                  <a:pt x="807149" y="403574"/>
                </a:cubicBezTo>
                <a:cubicBezTo>
                  <a:pt x="807149" y="180689"/>
                  <a:pt x="626459" y="0"/>
                  <a:pt x="403574" y="0"/>
                </a:cubicBezTo>
                <a:close/>
                <a:moveTo>
                  <a:pt x="403574" y="667988"/>
                </a:moveTo>
                <a:cubicBezTo>
                  <a:pt x="257556" y="667988"/>
                  <a:pt x="139160" y="549593"/>
                  <a:pt x="139160" y="403574"/>
                </a:cubicBezTo>
                <a:cubicBezTo>
                  <a:pt x="139160" y="257556"/>
                  <a:pt x="257556" y="139160"/>
                  <a:pt x="403574" y="139160"/>
                </a:cubicBezTo>
                <a:cubicBezTo>
                  <a:pt x="549593" y="139160"/>
                  <a:pt x="667988" y="257556"/>
                  <a:pt x="667988" y="403574"/>
                </a:cubicBezTo>
                <a:cubicBezTo>
                  <a:pt x="667988" y="549593"/>
                  <a:pt x="549593" y="667988"/>
                  <a:pt x="403574" y="667988"/>
                </a:cubicBezTo>
                <a:close/>
              </a:path>
            </a:pathLst>
          </a:custGeom>
          <a:solidFill>
            <a:srgbClr val="FFFFFF"/>
          </a:solidFill>
          <a:ln w="28575"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endParaRPr lang="en-US">
              <a:solidFill>
                <a:schemeClr val="lt1"/>
              </a:solidFill>
            </a:endParaRPr>
          </a:p>
        </p:txBody>
      </p:sp>
      <p:sp>
        <p:nvSpPr>
          <p:cNvPr id="22" name="Graphic 212">
            <a:extLst>
              <a:ext uri="{FF2B5EF4-FFF2-40B4-BE49-F238E27FC236}">
                <a16:creationId xmlns:a16="http://schemas.microsoft.com/office/drawing/2014/main" id="{C83B66D7-137D-4AC1-B172-53D60F08BEB5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4588524" y="457812"/>
            <a:ext cx="914565" cy="914565"/>
          </a:xfrm>
          <a:custGeom>
            <a:avLst/>
            <a:gdLst>
              <a:gd name="connsiteX0" fmla="*/ 403574 w 807148"/>
              <a:gd name="connsiteY0" fmla="*/ 0 h 807148"/>
              <a:gd name="connsiteX1" fmla="*/ 0 w 807148"/>
              <a:gd name="connsiteY1" fmla="*/ 403574 h 807148"/>
              <a:gd name="connsiteX2" fmla="*/ 403574 w 807148"/>
              <a:gd name="connsiteY2" fmla="*/ 807149 h 807148"/>
              <a:gd name="connsiteX3" fmla="*/ 807149 w 807148"/>
              <a:gd name="connsiteY3" fmla="*/ 403574 h 807148"/>
              <a:gd name="connsiteX4" fmla="*/ 403574 w 807148"/>
              <a:gd name="connsiteY4" fmla="*/ 0 h 807148"/>
              <a:gd name="connsiteX5" fmla="*/ 403574 w 807148"/>
              <a:gd name="connsiteY5" fmla="*/ 667988 h 807148"/>
              <a:gd name="connsiteX6" fmla="*/ 139160 w 807148"/>
              <a:gd name="connsiteY6" fmla="*/ 403574 h 807148"/>
              <a:gd name="connsiteX7" fmla="*/ 403574 w 807148"/>
              <a:gd name="connsiteY7" fmla="*/ 139160 h 807148"/>
              <a:gd name="connsiteX8" fmla="*/ 667988 w 807148"/>
              <a:gd name="connsiteY8" fmla="*/ 403574 h 807148"/>
              <a:gd name="connsiteX9" fmla="*/ 403574 w 807148"/>
              <a:gd name="connsiteY9" fmla="*/ 667988 h 807148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</a:cxnLst>
            <a:rect l="l" t="t" r="r" b="b"/>
            <a:pathLst>
              <a:path w="807148" h="807148">
                <a:moveTo>
                  <a:pt x="403574" y="0"/>
                </a:moveTo>
                <a:cubicBezTo>
                  <a:pt x="180689" y="0"/>
                  <a:pt x="0" y="180689"/>
                  <a:pt x="0" y="403574"/>
                </a:cubicBezTo>
                <a:cubicBezTo>
                  <a:pt x="0" y="626459"/>
                  <a:pt x="180689" y="807149"/>
                  <a:pt x="403574" y="807149"/>
                </a:cubicBezTo>
                <a:cubicBezTo>
                  <a:pt x="626459" y="807149"/>
                  <a:pt x="807149" y="626459"/>
                  <a:pt x="807149" y="403574"/>
                </a:cubicBezTo>
                <a:cubicBezTo>
                  <a:pt x="807149" y="180689"/>
                  <a:pt x="626459" y="0"/>
                  <a:pt x="403574" y="0"/>
                </a:cubicBezTo>
                <a:close/>
                <a:moveTo>
                  <a:pt x="403574" y="667988"/>
                </a:moveTo>
                <a:cubicBezTo>
                  <a:pt x="257556" y="667988"/>
                  <a:pt x="139160" y="549593"/>
                  <a:pt x="139160" y="403574"/>
                </a:cubicBezTo>
                <a:cubicBezTo>
                  <a:pt x="139160" y="257556"/>
                  <a:pt x="257556" y="139160"/>
                  <a:pt x="403574" y="139160"/>
                </a:cubicBezTo>
                <a:cubicBezTo>
                  <a:pt x="549593" y="139160"/>
                  <a:pt x="667988" y="257556"/>
                  <a:pt x="667988" y="403574"/>
                </a:cubicBezTo>
                <a:cubicBezTo>
                  <a:pt x="667988" y="549593"/>
                  <a:pt x="549593" y="667988"/>
                  <a:pt x="403574" y="667988"/>
                </a:cubicBezTo>
                <a:close/>
              </a:path>
            </a:pathLst>
          </a:custGeom>
          <a:solidFill>
            <a:schemeClr val="accent2">
              <a:alpha val="30000"/>
            </a:schemeClr>
          </a:solidFill>
          <a:ln w="28575">
            <a:solidFill>
              <a:schemeClr val="bg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endParaRPr lang="en-US">
              <a:solidFill>
                <a:schemeClr val="lt1"/>
              </a:solidFill>
            </a:endParaRPr>
          </a:p>
        </p:txBody>
      </p:sp>
      <p:sp>
        <p:nvSpPr>
          <p:cNvPr id="24" name="Oval 23">
            <a:extLst>
              <a:ext uri="{FF2B5EF4-FFF2-40B4-BE49-F238E27FC236}">
                <a16:creationId xmlns:a16="http://schemas.microsoft.com/office/drawing/2014/main" id="{F6B92503-6984-4D15-8B98-8718709B785D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642976" y="4946663"/>
            <a:ext cx="319941" cy="319941"/>
          </a:xfrm>
          <a:prstGeom prst="ellipse">
            <a:avLst/>
          </a:prstGeom>
          <a:solidFill>
            <a:srgbClr val="FFFFFF"/>
          </a:solidFill>
          <a:ln w="28575"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endParaRPr lang="en-US"/>
          </a:p>
        </p:txBody>
      </p:sp>
      <p:sp>
        <p:nvSpPr>
          <p:cNvPr id="26" name="Oval 25">
            <a:extLst>
              <a:ext uri="{FF2B5EF4-FFF2-40B4-BE49-F238E27FC236}">
                <a16:creationId xmlns:a16="http://schemas.microsoft.com/office/drawing/2014/main" id="{08DDF938-524E-4C18-A47D-C00627832366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642976" y="4946663"/>
            <a:ext cx="319941" cy="319941"/>
          </a:xfrm>
          <a:prstGeom prst="ellipse">
            <a:avLst/>
          </a:prstGeom>
          <a:solidFill>
            <a:schemeClr val="accent2">
              <a:alpha val="30000"/>
            </a:schemeClr>
          </a:solidFill>
          <a:ln w="28575">
            <a:solidFill>
              <a:schemeClr val="bg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endParaRPr lang="en-US"/>
          </a:p>
        </p:txBody>
      </p:sp>
      <p:grpSp>
        <p:nvGrpSpPr>
          <p:cNvPr id="28" name="Graphic 185">
            <a:extLst>
              <a:ext uri="{FF2B5EF4-FFF2-40B4-BE49-F238E27FC236}">
                <a16:creationId xmlns:a16="http://schemas.microsoft.com/office/drawing/2014/main" id="{3773FAF5-C452-4455-9411-D6AF5EBD4CA9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GrpSpPr>
            <a:grpSpLocks noGrp="1" noUngrp="1" noRot="1" noChangeAspect="1" noMove="1" noResize="1"/>
          </p:cNvGrp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GrpSpPr>
        <p:grpSpPr>
          <a:xfrm>
            <a:off x="9812239" y="6139464"/>
            <a:ext cx="1054466" cy="469689"/>
            <a:chOff x="9841624" y="4115729"/>
            <a:chExt cx="602169" cy="268223"/>
          </a:xfrm>
          <a:solidFill>
            <a:schemeClr val="bg1"/>
          </a:solidFill>
        </p:grpSpPr>
        <p:sp>
          <p:nvSpPr>
            <p:cNvPr id="29" name="Freeform: Shape 28">
              <a:extLst>
                <a:ext uri="{FF2B5EF4-FFF2-40B4-BE49-F238E27FC236}">
                  <a16:creationId xmlns:a16="http://schemas.microsoft.com/office/drawing/2014/main" id="{1ECA0D96-F63C-4F7B-BE16-0F3FE76D7D60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9841624" y="4115729"/>
              <a:ext cx="202882" cy="268223"/>
            </a:xfrm>
            <a:custGeom>
              <a:avLst/>
              <a:gdLst>
                <a:gd name="connsiteX0" fmla="*/ 20765 w 202882"/>
                <a:gd name="connsiteY0" fmla="*/ 268224 h 268223"/>
                <a:gd name="connsiteX1" fmla="*/ 0 w 202882"/>
                <a:gd name="connsiteY1" fmla="*/ 268224 h 268223"/>
                <a:gd name="connsiteX2" fmla="*/ 182118 w 202882"/>
                <a:gd name="connsiteY2" fmla="*/ 0 h 268223"/>
                <a:gd name="connsiteX3" fmla="*/ 202883 w 202882"/>
                <a:gd name="connsiteY3" fmla="*/ 0 h 268223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</a:cxnLst>
              <a:rect l="l" t="t" r="r" b="b"/>
              <a:pathLst>
                <a:path w="202882" h="268223">
                  <a:moveTo>
                    <a:pt x="20765" y="268224"/>
                  </a:moveTo>
                  <a:lnTo>
                    <a:pt x="0" y="268224"/>
                  </a:lnTo>
                  <a:lnTo>
                    <a:pt x="182118" y="0"/>
                  </a:lnTo>
                  <a:lnTo>
                    <a:pt x="202883" y="0"/>
                  </a:lnTo>
                  <a:close/>
                </a:path>
              </a:pathLst>
            </a:custGeom>
            <a:grpFill/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30" name="Freeform: Shape 29">
              <a:extLst>
                <a:ext uri="{FF2B5EF4-FFF2-40B4-BE49-F238E27FC236}">
                  <a16:creationId xmlns:a16="http://schemas.microsoft.com/office/drawing/2014/main" id="{74F83A81-0546-400A-918A-90C9C48B8147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9941445" y="4115729"/>
              <a:ext cx="202882" cy="268223"/>
            </a:xfrm>
            <a:custGeom>
              <a:avLst/>
              <a:gdLst>
                <a:gd name="connsiteX0" fmla="*/ 20765 w 202882"/>
                <a:gd name="connsiteY0" fmla="*/ 268224 h 268223"/>
                <a:gd name="connsiteX1" fmla="*/ 0 w 202882"/>
                <a:gd name="connsiteY1" fmla="*/ 268224 h 268223"/>
                <a:gd name="connsiteX2" fmla="*/ 182118 w 202882"/>
                <a:gd name="connsiteY2" fmla="*/ 0 h 268223"/>
                <a:gd name="connsiteX3" fmla="*/ 202883 w 202882"/>
                <a:gd name="connsiteY3" fmla="*/ 0 h 268223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</a:cxnLst>
              <a:rect l="l" t="t" r="r" b="b"/>
              <a:pathLst>
                <a:path w="202882" h="268223">
                  <a:moveTo>
                    <a:pt x="20765" y="268224"/>
                  </a:moveTo>
                  <a:lnTo>
                    <a:pt x="0" y="268224"/>
                  </a:lnTo>
                  <a:lnTo>
                    <a:pt x="182118" y="0"/>
                  </a:lnTo>
                  <a:lnTo>
                    <a:pt x="202883" y="0"/>
                  </a:lnTo>
                  <a:close/>
                </a:path>
              </a:pathLst>
            </a:custGeom>
            <a:grpFill/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31" name="Freeform: Shape 30">
              <a:extLst>
                <a:ext uri="{FF2B5EF4-FFF2-40B4-BE49-F238E27FC236}">
                  <a16:creationId xmlns:a16="http://schemas.microsoft.com/office/drawing/2014/main" id="{9741F692-A5B6-4215-86D9-B1FD4FF26AC7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10041267" y="4115729"/>
              <a:ext cx="202882" cy="268223"/>
            </a:xfrm>
            <a:custGeom>
              <a:avLst/>
              <a:gdLst>
                <a:gd name="connsiteX0" fmla="*/ 20669 w 202882"/>
                <a:gd name="connsiteY0" fmla="*/ 268224 h 268223"/>
                <a:gd name="connsiteX1" fmla="*/ 0 w 202882"/>
                <a:gd name="connsiteY1" fmla="*/ 268224 h 268223"/>
                <a:gd name="connsiteX2" fmla="*/ 182118 w 202882"/>
                <a:gd name="connsiteY2" fmla="*/ 0 h 268223"/>
                <a:gd name="connsiteX3" fmla="*/ 202883 w 202882"/>
                <a:gd name="connsiteY3" fmla="*/ 0 h 268223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</a:cxnLst>
              <a:rect l="l" t="t" r="r" b="b"/>
              <a:pathLst>
                <a:path w="202882" h="268223">
                  <a:moveTo>
                    <a:pt x="20669" y="268224"/>
                  </a:moveTo>
                  <a:lnTo>
                    <a:pt x="0" y="268224"/>
                  </a:lnTo>
                  <a:lnTo>
                    <a:pt x="182118" y="0"/>
                  </a:lnTo>
                  <a:lnTo>
                    <a:pt x="202883" y="0"/>
                  </a:lnTo>
                  <a:close/>
                </a:path>
              </a:pathLst>
            </a:custGeom>
            <a:grpFill/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32" name="Freeform: Shape 31">
              <a:extLst>
                <a:ext uri="{FF2B5EF4-FFF2-40B4-BE49-F238E27FC236}">
                  <a16:creationId xmlns:a16="http://schemas.microsoft.com/office/drawing/2014/main" id="{CC0876CB-9C60-4580-8FED-CD64EC76645E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10141090" y="4115729"/>
              <a:ext cx="202882" cy="268223"/>
            </a:xfrm>
            <a:custGeom>
              <a:avLst/>
              <a:gdLst>
                <a:gd name="connsiteX0" fmla="*/ 20669 w 202882"/>
                <a:gd name="connsiteY0" fmla="*/ 268224 h 268223"/>
                <a:gd name="connsiteX1" fmla="*/ 0 w 202882"/>
                <a:gd name="connsiteY1" fmla="*/ 268224 h 268223"/>
                <a:gd name="connsiteX2" fmla="*/ 182118 w 202882"/>
                <a:gd name="connsiteY2" fmla="*/ 0 h 268223"/>
                <a:gd name="connsiteX3" fmla="*/ 202883 w 202882"/>
                <a:gd name="connsiteY3" fmla="*/ 0 h 268223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</a:cxnLst>
              <a:rect l="l" t="t" r="r" b="b"/>
              <a:pathLst>
                <a:path w="202882" h="268223">
                  <a:moveTo>
                    <a:pt x="20669" y="268224"/>
                  </a:moveTo>
                  <a:lnTo>
                    <a:pt x="0" y="268224"/>
                  </a:lnTo>
                  <a:lnTo>
                    <a:pt x="182118" y="0"/>
                  </a:lnTo>
                  <a:lnTo>
                    <a:pt x="202883" y="0"/>
                  </a:lnTo>
                  <a:close/>
                </a:path>
              </a:pathLst>
            </a:custGeom>
            <a:grpFill/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33" name="Freeform: Shape 32">
              <a:extLst>
                <a:ext uri="{FF2B5EF4-FFF2-40B4-BE49-F238E27FC236}">
                  <a16:creationId xmlns:a16="http://schemas.microsoft.com/office/drawing/2014/main" id="{A879B3B7-48DB-4D3A-BB33-02766EAD3D91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10240911" y="4115729"/>
              <a:ext cx="202882" cy="268223"/>
            </a:xfrm>
            <a:custGeom>
              <a:avLst/>
              <a:gdLst>
                <a:gd name="connsiteX0" fmla="*/ 20669 w 202882"/>
                <a:gd name="connsiteY0" fmla="*/ 268224 h 268223"/>
                <a:gd name="connsiteX1" fmla="*/ 0 w 202882"/>
                <a:gd name="connsiteY1" fmla="*/ 268224 h 268223"/>
                <a:gd name="connsiteX2" fmla="*/ 182118 w 202882"/>
                <a:gd name="connsiteY2" fmla="*/ 0 h 268223"/>
                <a:gd name="connsiteX3" fmla="*/ 202883 w 202882"/>
                <a:gd name="connsiteY3" fmla="*/ 0 h 268223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</a:cxnLst>
              <a:rect l="l" t="t" r="r" b="b"/>
              <a:pathLst>
                <a:path w="202882" h="268223">
                  <a:moveTo>
                    <a:pt x="20669" y="268224"/>
                  </a:moveTo>
                  <a:lnTo>
                    <a:pt x="0" y="268224"/>
                  </a:lnTo>
                  <a:lnTo>
                    <a:pt x="182118" y="0"/>
                  </a:lnTo>
                  <a:lnTo>
                    <a:pt x="202883" y="0"/>
                  </a:lnTo>
                  <a:close/>
                </a:path>
              </a:pathLst>
            </a:custGeom>
            <a:grpFill/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</p:grpSp>
      <p:pic>
        <p:nvPicPr>
          <p:cNvPr id="11" name="Picture 10">
            <a:extLst>
              <a:ext uri="{FF2B5EF4-FFF2-40B4-BE49-F238E27FC236}">
                <a16:creationId xmlns:a16="http://schemas.microsoft.com/office/drawing/2014/main" id="{4E8EB7D7-83ED-2D6F-6A1C-BE81805E2D73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73898" y="3567457"/>
            <a:ext cx="11044203" cy="2500574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4290236724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Rectangle 7">
            <a:extLst>
              <a:ext uri="{FF2B5EF4-FFF2-40B4-BE49-F238E27FC236}">
                <a16:creationId xmlns:a16="http://schemas.microsoft.com/office/drawing/2014/main" id="{5A0118C5-4F8D-4CF4-BADD-53FEACC6C42A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chemeClr val="tx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0" name="Oval 9">
            <a:extLst>
              <a:ext uri="{FF2B5EF4-FFF2-40B4-BE49-F238E27FC236}">
                <a16:creationId xmlns:a16="http://schemas.microsoft.com/office/drawing/2014/main" id="{A99050EE-26AF-4253-BD50-F0FCD965A8F6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480284" y="575361"/>
            <a:ext cx="5707277" cy="5707277"/>
          </a:xfrm>
          <a:prstGeom prst="ellipse">
            <a:avLst/>
          </a:prstGeom>
          <a:noFill/>
          <a:ln w="28575">
            <a:solidFill>
              <a:schemeClr val="bg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3AF04D72-33E2-49BF-EF50-40B18CA06AFB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46536" y="384534"/>
            <a:ext cx="4974771" cy="3587786"/>
          </a:xfrm>
        </p:spPr>
        <p:txBody>
          <a:bodyPr>
            <a:normAutofit/>
          </a:bodyPr>
          <a:lstStyle/>
          <a:p>
            <a:pPr algn="ctr"/>
            <a:r>
              <a:rPr lang="en-NL" err="1">
                <a:solidFill>
                  <a:schemeClr val="bg1"/>
                </a:solidFill>
              </a:rPr>
              <a:t>Architectuurontwerp</a:t>
            </a:r>
            <a:endParaRPr lang="en-NL">
              <a:solidFill>
                <a:schemeClr val="bg1"/>
              </a:solidFill>
            </a:endParaRPr>
          </a:p>
        </p:txBody>
      </p:sp>
      <p:grpSp>
        <p:nvGrpSpPr>
          <p:cNvPr id="12" name="Graphic 190">
            <a:extLst>
              <a:ext uri="{FF2B5EF4-FFF2-40B4-BE49-F238E27FC236}">
                <a16:creationId xmlns:a16="http://schemas.microsoft.com/office/drawing/2014/main" id="{00E015F5-1A99-4E40-BC3D-7707802996B5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GrpSpPr>
            <a:grpSpLocks noGrp="1" noUngrp="1" noRot="1" noChangeAspect="1" noMove="1" noResize="1"/>
          </p:cNvGrp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GrpSpPr>
        <p:grpSpPr>
          <a:xfrm>
            <a:off x="693117" y="1193254"/>
            <a:ext cx="1291642" cy="429215"/>
            <a:chOff x="2504802" y="1755501"/>
            <a:chExt cx="1598829" cy="531293"/>
          </a:xfrm>
          <a:solidFill>
            <a:schemeClr val="bg1"/>
          </a:solidFill>
        </p:grpSpPr>
        <p:sp>
          <p:nvSpPr>
            <p:cNvPr id="13" name="Freeform: Shape 12">
              <a:extLst>
                <a:ext uri="{FF2B5EF4-FFF2-40B4-BE49-F238E27FC236}">
                  <a16:creationId xmlns:a16="http://schemas.microsoft.com/office/drawing/2014/main" id="{3FE6F571-2BB7-46DA-A3D9-B32ADDC16AFB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2504802" y="2113855"/>
              <a:ext cx="1598614" cy="172939"/>
            </a:xfrm>
            <a:custGeom>
              <a:avLst/>
              <a:gdLst>
                <a:gd name="connsiteX0" fmla="*/ 1248648 w 1598614"/>
                <a:gd name="connsiteY0" fmla="*/ 172939 h 172939"/>
                <a:gd name="connsiteX1" fmla="*/ 1123031 w 1598614"/>
                <a:gd name="connsiteY1" fmla="*/ 92708 h 172939"/>
                <a:gd name="connsiteX2" fmla="*/ 1024085 w 1598614"/>
                <a:gd name="connsiteY2" fmla="*/ 29469 h 172939"/>
                <a:gd name="connsiteX3" fmla="*/ 925140 w 1598614"/>
                <a:gd name="connsiteY3" fmla="*/ 92708 h 172939"/>
                <a:gd name="connsiteX4" fmla="*/ 799522 w 1598614"/>
                <a:gd name="connsiteY4" fmla="*/ 172939 h 172939"/>
                <a:gd name="connsiteX5" fmla="*/ 799522 w 1598614"/>
                <a:gd name="connsiteY5" fmla="*/ 172939 h 172939"/>
                <a:gd name="connsiteX6" fmla="*/ 673905 w 1598614"/>
                <a:gd name="connsiteY6" fmla="*/ 92708 h 172939"/>
                <a:gd name="connsiteX7" fmla="*/ 574959 w 1598614"/>
                <a:gd name="connsiteY7" fmla="*/ 29469 h 172939"/>
                <a:gd name="connsiteX8" fmla="*/ 476014 w 1598614"/>
                <a:gd name="connsiteY8" fmla="*/ 92708 h 172939"/>
                <a:gd name="connsiteX9" fmla="*/ 350396 w 1598614"/>
                <a:gd name="connsiteY9" fmla="*/ 172939 h 172939"/>
                <a:gd name="connsiteX10" fmla="*/ 224778 w 1598614"/>
                <a:gd name="connsiteY10" fmla="*/ 92708 h 172939"/>
                <a:gd name="connsiteX11" fmla="*/ 125833 w 1598614"/>
                <a:gd name="connsiteY11" fmla="*/ 29469 h 172939"/>
                <a:gd name="connsiteX12" fmla="*/ 26887 w 1598614"/>
                <a:gd name="connsiteY12" fmla="*/ 92708 h 172939"/>
                <a:gd name="connsiteX13" fmla="*/ 0 w 1598614"/>
                <a:gd name="connsiteY13" fmla="*/ 80232 h 172939"/>
                <a:gd name="connsiteX14" fmla="*/ 125618 w 1598614"/>
                <a:gd name="connsiteY14" fmla="*/ 0 h 172939"/>
                <a:gd name="connsiteX15" fmla="*/ 251235 w 1598614"/>
                <a:gd name="connsiteY15" fmla="*/ 80232 h 172939"/>
                <a:gd name="connsiteX16" fmla="*/ 350181 w 1598614"/>
                <a:gd name="connsiteY16" fmla="*/ 143471 h 172939"/>
                <a:gd name="connsiteX17" fmla="*/ 449126 w 1598614"/>
                <a:gd name="connsiteY17" fmla="*/ 80232 h 172939"/>
                <a:gd name="connsiteX18" fmla="*/ 574744 w 1598614"/>
                <a:gd name="connsiteY18" fmla="*/ 0 h 172939"/>
                <a:gd name="connsiteX19" fmla="*/ 700362 w 1598614"/>
                <a:gd name="connsiteY19" fmla="*/ 80232 h 172939"/>
                <a:gd name="connsiteX20" fmla="*/ 799307 w 1598614"/>
                <a:gd name="connsiteY20" fmla="*/ 143471 h 172939"/>
                <a:gd name="connsiteX21" fmla="*/ 799307 w 1598614"/>
                <a:gd name="connsiteY21" fmla="*/ 143471 h 172939"/>
                <a:gd name="connsiteX22" fmla="*/ 898253 w 1598614"/>
                <a:gd name="connsiteY22" fmla="*/ 80232 h 172939"/>
                <a:gd name="connsiteX23" fmla="*/ 1023870 w 1598614"/>
                <a:gd name="connsiteY23" fmla="*/ 0 h 172939"/>
                <a:gd name="connsiteX24" fmla="*/ 1149488 w 1598614"/>
                <a:gd name="connsiteY24" fmla="*/ 80232 h 172939"/>
                <a:gd name="connsiteX25" fmla="*/ 1248433 w 1598614"/>
                <a:gd name="connsiteY25" fmla="*/ 143471 h 172939"/>
                <a:gd name="connsiteX26" fmla="*/ 1347379 w 1598614"/>
                <a:gd name="connsiteY26" fmla="*/ 80232 h 172939"/>
                <a:gd name="connsiteX27" fmla="*/ 1472997 w 1598614"/>
                <a:gd name="connsiteY27" fmla="*/ 0 h 172939"/>
                <a:gd name="connsiteX28" fmla="*/ 1598614 w 1598614"/>
                <a:gd name="connsiteY28" fmla="*/ 80232 h 172939"/>
                <a:gd name="connsiteX29" fmla="*/ 1571942 w 1598614"/>
                <a:gd name="connsiteY29" fmla="*/ 92708 h 172939"/>
                <a:gd name="connsiteX30" fmla="*/ 1472997 w 1598614"/>
                <a:gd name="connsiteY30" fmla="*/ 29469 h 172939"/>
                <a:gd name="connsiteX31" fmla="*/ 1374051 w 1598614"/>
                <a:gd name="connsiteY31" fmla="*/ 92708 h 172939"/>
                <a:gd name="connsiteX32" fmla="*/ 1248648 w 1598614"/>
                <a:gd name="connsiteY32" fmla="*/ 172939 h 172939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  <a:cxn ang="0">
                  <a:pos x="connsiteX32" y="connsiteY32"/>
                </a:cxn>
              </a:cxnLst>
              <a:rect l="l" t="t" r="r" b="b"/>
              <a:pathLst>
                <a:path w="1598614" h="172939">
                  <a:moveTo>
                    <a:pt x="1248648" y="172939"/>
                  </a:moveTo>
                  <a:cubicBezTo>
                    <a:pt x="1194229" y="172939"/>
                    <a:pt x="1146046" y="142180"/>
                    <a:pt x="1123031" y="92708"/>
                  </a:cubicBezTo>
                  <a:cubicBezTo>
                    <a:pt x="1104962" y="53775"/>
                    <a:pt x="1067105" y="29469"/>
                    <a:pt x="1024085" y="29469"/>
                  </a:cubicBezTo>
                  <a:cubicBezTo>
                    <a:pt x="981066" y="29469"/>
                    <a:pt x="943208" y="53775"/>
                    <a:pt x="925140" y="92708"/>
                  </a:cubicBezTo>
                  <a:cubicBezTo>
                    <a:pt x="902124" y="142180"/>
                    <a:pt x="853942" y="172939"/>
                    <a:pt x="799522" y="172939"/>
                  </a:cubicBezTo>
                  <a:cubicBezTo>
                    <a:pt x="799522" y="172939"/>
                    <a:pt x="799522" y="172939"/>
                    <a:pt x="799522" y="172939"/>
                  </a:cubicBezTo>
                  <a:cubicBezTo>
                    <a:pt x="744887" y="172939"/>
                    <a:pt x="696920" y="142180"/>
                    <a:pt x="673905" y="92708"/>
                  </a:cubicBezTo>
                  <a:cubicBezTo>
                    <a:pt x="655836" y="53775"/>
                    <a:pt x="617979" y="29469"/>
                    <a:pt x="574959" y="29469"/>
                  </a:cubicBezTo>
                  <a:cubicBezTo>
                    <a:pt x="531939" y="29469"/>
                    <a:pt x="494082" y="53775"/>
                    <a:pt x="476014" y="92708"/>
                  </a:cubicBezTo>
                  <a:cubicBezTo>
                    <a:pt x="452998" y="142180"/>
                    <a:pt x="405031" y="172939"/>
                    <a:pt x="350396" y="172939"/>
                  </a:cubicBezTo>
                  <a:cubicBezTo>
                    <a:pt x="295976" y="172939"/>
                    <a:pt x="247794" y="142180"/>
                    <a:pt x="224778" y="92708"/>
                  </a:cubicBezTo>
                  <a:cubicBezTo>
                    <a:pt x="206710" y="53775"/>
                    <a:pt x="168853" y="29469"/>
                    <a:pt x="125833" y="29469"/>
                  </a:cubicBezTo>
                  <a:cubicBezTo>
                    <a:pt x="82813" y="29469"/>
                    <a:pt x="44956" y="53775"/>
                    <a:pt x="26887" y="92708"/>
                  </a:cubicBezTo>
                  <a:lnTo>
                    <a:pt x="0" y="80232"/>
                  </a:lnTo>
                  <a:cubicBezTo>
                    <a:pt x="23016" y="30759"/>
                    <a:pt x="70983" y="0"/>
                    <a:pt x="125618" y="0"/>
                  </a:cubicBezTo>
                  <a:cubicBezTo>
                    <a:pt x="180253" y="0"/>
                    <a:pt x="228220" y="30759"/>
                    <a:pt x="251235" y="80232"/>
                  </a:cubicBezTo>
                  <a:cubicBezTo>
                    <a:pt x="269304" y="119165"/>
                    <a:pt x="307376" y="143471"/>
                    <a:pt x="350181" y="143471"/>
                  </a:cubicBezTo>
                  <a:cubicBezTo>
                    <a:pt x="393201" y="143471"/>
                    <a:pt x="431058" y="119165"/>
                    <a:pt x="449126" y="80232"/>
                  </a:cubicBezTo>
                  <a:cubicBezTo>
                    <a:pt x="472142" y="30759"/>
                    <a:pt x="520324" y="0"/>
                    <a:pt x="574744" y="0"/>
                  </a:cubicBezTo>
                  <a:cubicBezTo>
                    <a:pt x="629164" y="0"/>
                    <a:pt x="677346" y="30759"/>
                    <a:pt x="700362" y="80232"/>
                  </a:cubicBezTo>
                  <a:cubicBezTo>
                    <a:pt x="718430" y="119165"/>
                    <a:pt x="756287" y="143471"/>
                    <a:pt x="799307" y="143471"/>
                  </a:cubicBezTo>
                  <a:lnTo>
                    <a:pt x="799307" y="143471"/>
                  </a:lnTo>
                  <a:cubicBezTo>
                    <a:pt x="842327" y="143471"/>
                    <a:pt x="880184" y="119165"/>
                    <a:pt x="898253" y="80232"/>
                  </a:cubicBezTo>
                  <a:cubicBezTo>
                    <a:pt x="921268" y="30759"/>
                    <a:pt x="969235" y="0"/>
                    <a:pt x="1023870" y="0"/>
                  </a:cubicBezTo>
                  <a:cubicBezTo>
                    <a:pt x="1078505" y="0"/>
                    <a:pt x="1126472" y="30759"/>
                    <a:pt x="1149488" y="80232"/>
                  </a:cubicBezTo>
                  <a:cubicBezTo>
                    <a:pt x="1167556" y="119165"/>
                    <a:pt x="1205414" y="143471"/>
                    <a:pt x="1248433" y="143471"/>
                  </a:cubicBezTo>
                  <a:cubicBezTo>
                    <a:pt x="1291453" y="143471"/>
                    <a:pt x="1329311" y="119165"/>
                    <a:pt x="1347379" y="80232"/>
                  </a:cubicBezTo>
                  <a:cubicBezTo>
                    <a:pt x="1370394" y="30759"/>
                    <a:pt x="1418361" y="0"/>
                    <a:pt x="1472997" y="0"/>
                  </a:cubicBezTo>
                  <a:cubicBezTo>
                    <a:pt x="1527632" y="0"/>
                    <a:pt x="1575814" y="30759"/>
                    <a:pt x="1598614" y="80232"/>
                  </a:cubicBezTo>
                  <a:lnTo>
                    <a:pt x="1571942" y="92708"/>
                  </a:lnTo>
                  <a:cubicBezTo>
                    <a:pt x="1553874" y="53775"/>
                    <a:pt x="1515801" y="29469"/>
                    <a:pt x="1472997" y="29469"/>
                  </a:cubicBezTo>
                  <a:cubicBezTo>
                    <a:pt x="1429977" y="29469"/>
                    <a:pt x="1392119" y="53775"/>
                    <a:pt x="1374051" y="92708"/>
                  </a:cubicBezTo>
                  <a:cubicBezTo>
                    <a:pt x="1351251" y="142180"/>
                    <a:pt x="1303069" y="172939"/>
                    <a:pt x="1248648" y="172939"/>
                  </a:cubicBezTo>
                  <a:close/>
                </a:path>
              </a:pathLst>
            </a:custGeom>
            <a:grpFill/>
            <a:ln w="21496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14" name="Freeform: Shape 13">
              <a:extLst>
                <a:ext uri="{FF2B5EF4-FFF2-40B4-BE49-F238E27FC236}">
                  <a16:creationId xmlns:a16="http://schemas.microsoft.com/office/drawing/2014/main" id="{A905CC16-753C-4B9F-B3E2-C456795AED60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2504802" y="1755501"/>
              <a:ext cx="1598829" cy="172724"/>
            </a:xfrm>
            <a:custGeom>
              <a:avLst/>
              <a:gdLst>
                <a:gd name="connsiteX0" fmla="*/ 1248648 w 1598829"/>
                <a:gd name="connsiteY0" fmla="*/ 172724 h 172724"/>
                <a:gd name="connsiteX1" fmla="*/ 1123031 w 1598829"/>
                <a:gd name="connsiteY1" fmla="*/ 92492 h 172724"/>
                <a:gd name="connsiteX2" fmla="*/ 1024085 w 1598829"/>
                <a:gd name="connsiteY2" fmla="*/ 29253 h 172724"/>
                <a:gd name="connsiteX3" fmla="*/ 925140 w 1598829"/>
                <a:gd name="connsiteY3" fmla="*/ 92492 h 172724"/>
                <a:gd name="connsiteX4" fmla="*/ 799522 w 1598829"/>
                <a:gd name="connsiteY4" fmla="*/ 172724 h 172724"/>
                <a:gd name="connsiteX5" fmla="*/ 799522 w 1598829"/>
                <a:gd name="connsiteY5" fmla="*/ 172724 h 172724"/>
                <a:gd name="connsiteX6" fmla="*/ 673905 w 1598829"/>
                <a:gd name="connsiteY6" fmla="*/ 92492 h 172724"/>
                <a:gd name="connsiteX7" fmla="*/ 574959 w 1598829"/>
                <a:gd name="connsiteY7" fmla="*/ 29253 h 172724"/>
                <a:gd name="connsiteX8" fmla="*/ 476014 w 1598829"/>
                <a:gd name="connsiteY8" fmla="*/ 92492 h 172724"/>
                <a:gd name="connsiteX9" fmla="*/ 350396 w 1598829"/>
                <a:gd name="connsiteY9" fmla="*/ 172724 h 172724"/>
                <a:gd name="connsiteX10" fmla="*/ 224778 w 1598829"/>
                <a:gd name="connsiteY10" fmla="*/ 92492 h 172724"/>
                <a:gd name="connsiteX11" fmla="*/ 125833 w 1598829"/>
                <a:gd name="connsiteY11" fmla="*/ 29253 h 172724"/>
                <a:gd name="connsiteX12" fmla="*/ 26887 w 1598829"/>
                <a:gd name="connsiteY12" fmla="*/ 92492 h 172724"/>
                <a:gd name="connsiteX13" fmla="*/ 0 w 1598829"/>
                <a:gd name="connsiteY13" fmla="*/ 80232 h 172724"/>
                <a:gd name="connsiteX14" fmla="*/ 125618 w 1598829"/>
                <a:gd name="connsiteY14" fmla="*/ 0 h 172724"/>
                <a:gd name="connsiteX15" fmla="*/ 251235 w 1598829"/>
                <a:gd name="connsiteY15" fmla="*/ 80232 h 172724"/>
                <a:gd name="connsiteX16" fmla="*/ 350181 w 1598829"/>
                <a:gd name="connsiteY16" fmla="*/ 143471 h 172724"/>
                <a:gd name="connsiteX17" fmla="*/ 449126 w 1598829"/>
                <a:gd name="connsiteY17" fmla="*/ 80232 h 172724"/>
                <a:gd name="connsiteX18" fmla="*/ 574744 w 1598829"/>
                <a:gd name="connsiteY18" fmla="*/ 0 h 172724"/>
                <a:gd name="connsiteX19" fmla="*/ 700362 w 1598829"/>
                <a:gd name="connsiteY19" fmla="*/ 80232 h 172724"/>
                <a:gd name="connsiteX20" fmla="*/ 799307 w 1598829"/>
                <a:gd name="connsiteY20" fmla="*/ 143471 h 172724"/>
                <a:gd name="connsiteX21" fmla="*/ 799307 w 1598829"/>
                <a:gd name="connsiteY21" fmla="*/ 143471 h 172724"/>
                <a:gd name="connsiteX22" fmla="*/ 898253 w 1598829"/>
                <a:gd name="connsiteY22" fmla="*/ 80232 h 172724"/>
                <a:gd name="connsiteX23" fmla="*/ 1024085 w 1598829"/>
                <a:gd name="connsiteY23" fmla="*/ 0 h 172724"/>
                <a:gd name="connsiteX24" fmla="*/ 1149703 w 1598829"/>
                <a:gd name="connsiteY24" fmla="*/ 80232 h 172724"/>
                <a:gd name="connsiteX25" fmla="*/ 1248648 w 1598829"/>
                <a:gd name="connsiteY25" fmla="*/ 143471 h 172724"/>
                <a:gd name="connsiteX26" fmla="*/ 1347594 w 1598829"/>
                <a:gd name="connsiteY26" fmla="*/ 80232 h 172724"/>
                <a:gd name="connsiteX27" fmla="*/ 1473212 w 1598829"/>
                <a:gd name="connsiteY27" fmla="*/ 0 h 172724"/>
                <a:gd name="connsiteX28" fmla="*/ 1598829 w 1598829"/>
                <a:gd name="connsiteY28" fmla="*/ 80232 h 172724"/>
                <a:gd name="connsiteX29" fmla="*/ 1572157 w 1598829"/>
                <a:gd name="connsiteY29" fmla="*/ 92492 h 172724"/>
                <a:gd name="connsiteX30" fmla="*/ 1473212 w 1598829"/>
                <a:gd name="connsiteY30" fmla="*/ 29253 h 172724"/>
                <a:gd name="connsiteX31" fmla="*/ 1374266 w 1598829"/>
                <a:gd name="connsiteY31" fmla="*/ 92492 h 172724"/>
                <a:gd name="connsiteX32" fmla="*/ 1248648 w 1598829"/>
                <a:gd name="connsiteY32" fmla="*/ 172724 h 172724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  <a:cxn ang="0">
                  <a:pos x="connsiteX32" y="connsiteY32"/>
                </a:cxn>
              </a:cxnLst>
              <a:rect l="l" t="t" r="r" b="b"/>
              <a:pathLst>
                <a:path w="1598829" h="172724">
                  <a:moveTo>
                    <a:pt x="1248648" y="172724"/>
                  </a:moveTo>
                  <a:cubicBezTo>
                    <a:pt x="1194229" y="172724"/>
                    <a:pt x="1146046" y="141965"/>
                    <a:pt x="1123031" y="92492"/>
                  </a:cubicBezTo>
                  <a:cubicBezTo>
                    <a:pt x="1104962" y="53560"/>
                    <a:pt x="1067105" y="29253"/>
                    <a:pt x="1024085" y="29253"/>
                  </a:cubicBezTo>
                  <a:cubicBezTo>
                    <a:pt x="981066" y="29253"/>
                    <a:pt x="943208" y="53560"/>
                    <a:pt x="925140" y="92492"/>
                  </a:cubicBezTo>
                  <a:cubicBezTo>
                    <a:pt x="902124" y="141965"/>
                    <a:pt x="853942" y="172724"/>
                    <a:pt x="799522" y="172724"/>
                  </a:cubicBezTo>
                  <a:cubicBezTo>
                    <a:pt x="799522" y="172724"/>
                    <a:pt x="799522" y="172724"/>
                    <a:pt x="799522" y="172724"/>
                  </a:cubicBezTo>
                  <a:cubicBezTo>
                    <a:pt x="744887" y="172724"/>
                    <a:pt x="696920" y="141965"/>
                    <a:pt x="673905" y="92492"/>
                  </a:cubicBezTo>
                  <a:cubicBezTo>
                    <a:pt x="655836" y="53560"/>
                    <a:pt x="617979" y="29253"/>
                    <a:pt x="574959" y="29253"/>
                  </a:cubicBezTo>
                  <a:cubicBezTo>
                    <a:pt x="531939" y="29253"/>
                    <a:pt x="494082" y="53560"/>
                    <a:pt x="476014" y="92492"/>
                  </a:cubicBezTo>
                  <a:cubicBezTo>
                    <a:pt x="452998" y="141965"/>
                    <a:pt x="405031" y="172724"/>
                    <a:pt x="350396" y="172724"/>
                  </a:cubicBezTo>
                  <a:cubicBezTo>
                    <a:pt x="295976" y="172724"/>
                    <a:pt x="247794" y="141965"/>
                    <a:pt x="224778" y="92492"/>
                  </a:cubicBezTo>
                  <a:cubicBezTo>
                    <a:pt x="206710" y="53560"/>
                    <a:pt x="168853" y="29253"/>
                    <a:pt x="125833" y="29253"/>
                  </a:cubicBezTo>
                  <a:cubicBezTo>
                    <a:pt x="82813" y="29253"/>
                    <a:pt x="44956" y="53560"/>
                    <a:pt x="26887" y="92492"/>
                  </a:cubicBezTo>
                  <a:lnTo>
                    <a:pt x="0" y="80232"/>
                  </a:lnTo>
                  <a:cubicBezTo>
                    <a:pt x="23016" y="30759"/>
                    <a:pt x="70983" y="0"/>
                    <a:pt x="125618" y="0"/>
                  </a:cubicBezTo>
                  <a:cubicBezTo>
                    <a:pt x="180253" y="0"/>
                    <a:pt x="228220" y="30759"/>
                    <a:pt x="251235" y="80232"/>
                  </a:cubicBezTo>
                  <a:cubicBezTo>
                    <a:pt x="269304" y="119165"/>
                    <a:pt x="307376" y="143471"/>
                    <a:pt x="350181" y="143471"/>
                  </a:cubicBezTo>
                  <a:cubicBezTo>
                    <a:pt x="393201" y="143471"/>
                    <a:pt x="431058" y="119165"/>
                    <a:pt x="449126" y="80232"/>
                  </a:cubicBezTo>
                  <a:cubicBezTo>
                    <a:pt x="472142" y="30759"/>
                    <a:pt x="520324" y="0"/>
                    <a:pt x="574744" y="0"/>
                  </a:cubicBezTo>
                  <a:cubicBezTo>
                    <a:pt x="629164" y="0"/>
                    <a:pt x="677346" y="30759"/>
                    <a:pt x="700362" y="80232"/>
                  </a:cubicBezTo>
                  <a:cubicBezTo>
                    <a:pt x="718430" y="119165"/>
                    <a:pt x="756287" y="143471"/>
                    <a:pt x="799307" y="143471"/>
                  </a:cubicBezTo>
                  <a:lnTo>
                    <a:pt x="799307" y="143471"/>
                  </a:lnTo>
                  <a:cubicBezTo>
                    <a:pt x="842327" y="143471"/>
                    <a:pt x="880184" y="119165"/>
                    <a:pt x="898253" y="80232"/>
                  </a:cubicBezTo>
                  <a:cubicBezTo>
                    <a:pt x="921483" y="30759"/>
                    <a:pt x="969450" y="0"/>
                    <a:pt x="1024085" y="0"/>
                  </a:cubicBezTo>
                  <a:cubicBezTo>
                    <a:pt x="1078720" y="0"/>
                    <a:pt x="1126688" y="30759"/>
                    <a:pt x="1149703" y="80232"/>
                  </a:cubicBezTo>
                  <a:cubicBezTo>
                    <a:pt x="1167771" y="119165"/>
                    <a:pt x="1205629" y="143471"/>
                    <a:pt x="1248648" y="143471"/>
                  </a:cubicBezTo>
                  <a:cubicBezTo>
                    <a:pt x="1291668" y="143471"/>
                    <a:pt x="1329526" y="119165"/>
                    <a:pt x="1347594" y="80232"/>
                  </a:cubicBezTo>
                  <a:cubicBezTo>
                    <a:pt x="1370610" y="30759"/>
                    <a:pt x="1418792" y="0"/>
                    <a:pt x="1473212" y="0"/>
                  </a:cubicBezTo>
                  <a:cubicBezTo>
                    <a:pt x="1527847" y="0"/>
                    <a:pt x="1576029" y="30759"/>
                    <a:pt x="1598829" y="80232"/>
                  </a:cubicBezTo>
                  <a:lnTo>
                    <a:pt x="1572157" y="92492"/>
                  </a:lnTo>
                  <a:cubicBezTo>
                    <a:pt x="1554089" y="53560"/>
                    <a:pt x="1516016" y="29253"/>
                    <a:pt x="1473212" y="29253"/>
                  </a:cubicBezTo>
                  <a:cubicBezTo>
                    <a:pt x="1430192" y="29253"/>
                    <a:pt x="1392335" y="53560"/>
                    <a:pt x="1374266" y="92492"/>
                  </a:cubicBezTo>
                  <a:cubicBezTo>
                    <a:pt x="1351251" y="141965"/>
                    <a:pt x="1303069" y="172724"/>
                    <a:pt x="1248648" y="172724"/>
                  </a:cubicBezTo>
                  <a:close/>
                </a:path>
              </a:pathLst>
            </a:custGeom>
            <a:grpFill/>
            <a:ln w="21496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</p:grpSp>
      <p:sp>
        <p:nvSpPr>
          <p:cNvPr id="16" name="Graphic 212">
            <a:extLst>
              <a:ext uri="{FF2B5EF4-FFF2-40B4-BE49-F238E27FC236}">
                <a16:creationId xmlns:a16="http://schemas.microsoft.com/office/drawing/2014/main" id="{D0C78466-EB6E-45A0-99A6-A00789ACD90A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4397727" y="421588"/>
            <a:ext cx="1291468" cy="1291468"/>
          </a:xfrm>
          <a:custGeom>
            <a:avLst/>
            <a:gdLst>
              <a:gd name="connsiteX0" fmla="*/ 403574 w 807148"/>
              <a:gd name="connsiteY0" fmla="*/ 0 h 807148"/>
              <a:gd name="connsiteX1" fmla="*/ 0 w 807148"/>
              <a:gd name="connsiteY1" fmla="*/ 403574 h 807148"/>
              <a:gd name="connsiteX2" fmla="*/ 403574 w 807148"/>
              <a:gd name="connsiteY2" fmla="*/ 807149 h 807148"/>
              <a:gd name="connsiteX3" fmla="*/ 807149 w 807148"/>
              <a:gd name="connsiteY3" fmla="*/ 403574 h 807148"/>
              <a:gd name="connsiteX4" fmla="*/ 403574 w 807148"/>
              <a:gd name="connsiteY4" fmla="*/ 0 h 807148"/>
              <a:gd name="connsiteX5" fmla="*/ 403574 w 807148"/>
              <a:gd name="connsiteY5" fmla="*/ 667988 h 807148"/>
              <a:gd name="connsiteX6" fmla="*/ 139160 w 807148"/>
              <a:gd name="connsiteY6" fmla="*/ 403574 h 807148"/>
              <a:gd name="connsiteX7" fmla="*/ 403574 w 807148"/>
              <a:gd name="connsiteY7" fmla="*/ 139160 h 807148"/>
              <a:gd name="connsiteX8" fmla="*/ 667988 w 807148"/>
              <a:gd name="connsiteY8" fmla="*/ 403574 h 807148"/>
              <a:gd name="connsiteX9" fmla="*/ 403574 w 807148"/>
              <a:gd name="connsiteY9" fmla="*/ 667988 h 807148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</a:cxnLst>
            <a:rect l="l" t="t" r="r" b="b"/>
            <a:pathLst>
              <a:path w="807148" h="807148">
                <a:moveTo>
                  <a:pt x="403574" y="0"/>
                </a:moveTo>
                <a:cubicBezTo>
                  <a:pt x="180689" y="0"/>
                  <a:pt x="0" y="180689"/>
                  <a:pt x="0" y="403574"/>
                </a:cubicBezTo>
                <a:cubicBezTo>
                  <a:pt x="0" y="626459"/>
                  <a:pt x="180689" y="807149"/>
                  <a:pt x="403574" y="807149"/>
                </a:cubicBezTo>
                <a:cubicBezTo>
                  <a:pt x="626459" y="807149"/>
                  <a:pt x="807149" y="626459"/>
                  <a:pt x="807149" y="403574"/>
                </a:cubicBezTo>
                <a:cubicBezTo>
                  <a:pt x="807149" y="180689"/>
                  <a:pt x="626459" y="0"/>
                  <a:pt x="403574" y="0"/>
                </a:cubicBezTo>
                <a:close/>
                <a:moveTo>
                  <a:pt x="403574" y="667988"/>
                </a:moveTo>
                <a:cubicBezTo>
                  <a:pt x="257556" y="667988"/>
                  <a:pt x="139160" y="549593"/>
                  <a:pt x="139160" y="403574"/>
                </a:cubicBezTo>
                <a:cubicBezTo>
                  <a:pt x="139160" y="257556"/>
                  <a:pt x="257556" y="139160"/>
                  <a:pt x="403574" y="139160"/>
                </a:cubicBezTo>
                <a:cubicBezTo>
                  <a:pt x="549593" y="139160"/>
                  <a:pt x="667988" y="257556"/>
                  <a:pt x="667988" y="403574"/>
                </a:cubicBezTo>
                <a:cubicBezTo>
                  <a:pt x="667988" y="549593"/>
                  <a:pt x="549593" y="667988"/>
                  <a:pt x="403574" y="667988"/>
                </a:cubicBezTo>
                <a:close/>
              </a:path>
            </a:pathLst>
          </a:custGeom>
          <a:solidFill>
            <a:srgbClr val="FFFFFF"/>
          </a:solidFill>
          <a:ln w="28575"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endParaRPr lang="en-US">
              <a:solidFill>
                <a:schemeClr val="lt1"/>
              </a:solidFill>
            </a:endParaRPr>
          </a:p>
        </p:txBody>
      </p:sp>
      <p:sp>
        <p:nvSpPr>
          <p:cNvPr id="18" name="Graphic 212">
            <a:extLst>
              <a:ext uri="{FF2B5EF4-FFF2-40B4-BE49-F238E27FC236}">
                <a16:creationId xmlns:a16="http://schemas.microsoft.com/office/drawing/2014/main" id="{E99F76E4-5DFD-4DBE-B042-66FBCD1182C9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4397727" y="421588"/>
            <a:ext cx="1291468" cy="1291468"/>
          </a:xfrm>
          <a:custGeom>
            <a:avLst/>
            <a:gdLst>
              <a:gd name="connsiteX0" fmla="*/ 403574 w 807148"/>
              <a:gd name="connsiteY0" fmla="*/ 0 h 807148"/>
              <a:gd name="connsiteX1" fmla="*/ 0 w 807148"/>
              <a:gd name="connsiteY1" fmla="*/ 403574 h 807148"/>
              <a:gd name="connsiteX2" fmla="*/ 403574 w 807148"/>
              <a:gd name="connsiteY2" fmla="*/ 807149 h 807148"/>
              <a:gd name="connsiteX3" fmla="*/ 807149 w 807148"/>
              <a:gd name="connsiteY3" fmla="*/ 403574 h 807148"/>
              <a:gd name="connsiteX4" fmla="*/ 403574 w 807148"/>
              <a:gd name="connsiteY4" fmla="*/ 0 h 807148"/>
              <a:gd name="connsiteX5" fmla="*/ 403574 w 807148"/>
              <a:gd name="connsiteY5" fmla="*/ 667988 h 807148"/>
              <a:gd name="connsiteX6" fmla="*/ 139160 w 807148"/>
              <a:gd name="connsiteY6" fmla="*/ 403574 h 807148"/>
              <a:gd name="connsiteX7" fmla="*/ 403574 w 807148"/>
              <a:gd name="connsiteY7" fmla="*/ 139160 h 807148"/>
              <a:gd name="connsiteX8" fmla="*/ 667988 w 807148"/>
              <a:gd name="connsiteY8" fmla="*/ 403574 h 807148"/>
              <a:gd name="connsiteX9" fmla="*/ 403574 w 807148"/>
              <a:gd name="connsiteY9" fmla="*/ 667988 h 807148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</a:cxnLst>
            <a:rect l="l" t="t" r="r" b="b"/>
            <a:pathLst>
              <a:path w="807148" h="807148">
                <a:moveTo>
                  <a:pt x="403574" y="0"/>
                </a:moveTo>
                <a:cubicBezTo>
                  <a:pt x="180689" y="0"/>
                  <a:pt x="0" y="180689"/>
                  <a:pt x="0" y="403574"/>
                </a:cubicBezTo>
                <a:cubicBezTo>
                  <a:pt x="0" y="626459"/>
                  <a:pt x="180689" y="807149"/>
                  <a:pt x="403574" y="807149"/>
                </a:cubicBezTo>
                <a:cubicBezTo>
                  <a:pt x="626459" y="807149"/>
                  <a:pt x="807149" y="626459"/>
                  <a:pt x="807149" y="403574"/>
                </a:cubicBezTo>
                <a:cubicBezTo>
                  <a:pt x="807149" y="180689"/>
                  <a:pt x="626459" y="0"/>
                  <a:pt x="403574" y="0"/>
                </a:cubicBezTo>
                <a:close/>
                <a:moveTo>
                  <a:pt x="403574" y="667988"/>
                </a:moveTo>
                <a:cubicBezTo>
                  <a:pt x="257556" y="667988"/>
                  <a:pt x="139160" y="549593"/>
                  <a:pt x="139160" y="403574"/>
                </a:cubicBezTo>
                <a:cubicBezTo>
                  <a:pt x="139160" y="257556"/>
                  <a:pt x="257556" y="139160"/>
                  <a:pt x="403574" y="139160"/>
                </a:cubicBezTo>
                <a:cubicBezTo>
                  <a:pt x="549593" y="139160"/>
                  <a:pt x="667988" y="257556"/>
                  <a:pt x="667988" y="403574"/>
                </a:cubicBezTo>
                <a:cubicBezTo>
                  <a:pt x="667988" y="549593"/>
                  <a:pt x="549593" y="667988"/>
                  <a:pt x="403574" y="667988"/>
                </a:cubicBezTo>
                <a:close/>
              </a:path>
            </a:pathLst>
          </a:custGeom>
          <a:solidFill>
            <a:schemeClr val="accent2">
              <a:alpha val="30000"/>
            </a:schemeClr>
          </a:solidFill>
          <a:ln w="28575">
            <a:solidFill>
              <a:schemeClr val="bg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endParaRPr lang="en-US">
              <a:solidFill>
                <a:schemeClr val="lt1"/>
              </a:solidFill>
            </a:endParaRPr>
          </a:p>
        </p:txBody>
      </p:sp>
      <p:grpSp>
        <p:nvGrpSpPr>
          <p:cNvPr id="20" name="Graphic 4">
            <a:extLst>
              <a:ext uri="{FF2B5EF4-FFF2-40B4-BE49-F238E27FC236}">
                <a16:creationId xmlns:a16="http://schemas.microsoft.com/office/drawing/2014/main" id="{5468B3A9-705E-43C3-A742-0619B0D8F2EE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GrpSpPr>
            <a:grpSpLocks noGrp="1" noUngrp="1" noRot="1" noChangeAspect="1" noMove="1" noResize="1"/>
          </p:cNvGrp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GrpSpPr>
        <p:grpSpPr>
          <a:xfrm>
            <a:off x="4680915" y="4748271"/>
            <a:ext cx="1330536" cy="1330521"/>
            <a:chOff x="5734037" y="3067039"/>
            <a:chExt cx="724483" cy="724489"/>
          </a:xfrm>
          <a:solidFill>
            <a:schemeClr val="bg1"/>
          </a:solidFill>
        </p:grpSpPr>
        <p:sp>
          <p:nvSpPr>
            <p:cNvPr id="21" name="Freeform: Shape 20">
              <a:extLst>
                <a:ext uri="{FF2B5EF4-FFF2-40B4-BE49-F238E27FC236}">
                  <a16:creationId xmlns:a16="http://schemas.microsoft.com/office/drawing/2014/main" id="{29D439AD-5D67-497C-B831-D17FC3E592AC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5734038" y="3067039"/>
              <a:ext cx="14192" cy="14097"/>
            </a:xfrm>
            <a:custGeom>
              <a:avLst/>
              <a:gdLst>
                <a:gd name="connsiteX0" fmla="*/ 14192 w 14192"/>
                <a:gd name="connsiteY0" fmla="*/ 7049 h 14097"/>
                <a:gd name="connsiteX1" fmla="*/ 7144 w 14192"/>
                <a:gd name="connsiteY1" fmla="*/ 14097 h 14097"/>
                <a:gd name="connsiteX2" fmla="*/ 0 w 14192"/>
                <a:gd name="connsiteY2" fmla="*/ 7049 h 14097"/>
                <a:gd name="connsiteX3" fmla="*/ 7049 w 14192"/>
                <a:gd name="connsiteY3" fmla="*/ 0 h 14097"/>
                <a:gd name="connsiteX4" fmla="*/ 14192 w 14192"/>
                <a:gd name="connsiteY4" fmla="*/ 7049 h 14097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14192" h="14097">
                  <a:moveTo>
                    <a:pt x="14192" y="7049"/>
                  </a:moveTo>
                  <a:cubicBezTo>
                    <a:pt x="14192" y="10954"/>
                    <a:pt x="11049" y="14097"/>
                    <a:pt x="7144" y="14097"/>
                  </a:cubicBezTo>
                  <a:cubicBezTo>
                    <a:pt x="3239" y="14097"/>
                    <a:pt x="0" y="10954"/>
                    <a:pt x="0" y="7049"/>
                  </a:cubicBezTo>
                  <a:cubicBezTo>
                    <a:pt x="0" y="3143"/>
                    <a:pt x="3143" y="0"/>
                    <a:pt x="7049" y="0"/>
                  </a:cubicBezTo>
                  <a:cubicBezTo>
                    <a:pt x="10954" y="0"/>
                    <a:pt x="14192" y="3143"/>
                    <a:pt x="14192" y="7049"/>
                  </a:cubicBezTo>
                  <a:close/>
                </a:path>
              </a:pathLst>
            </a:custGeom>
            <a:grpFill/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22" name="Freeform: Shape 21">
              <a:extLst>
                <a:ext uri="{FF2B5EF4-FFF2-40B4-BE49-F238E27FC236}">
                  <a16:creationId xmlns:a16="http://schemas.microsoft.com/office/drawing/2014/main" id="{23F54BF2-C71C-45C5-9408-3B5E011B0FEB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5793283" y="3067039"/>
              <a:ext cx="14097" cy="14097"/>
            </a:xfrm>
            <a:custGeom>
              <a:avLst/>
              <a:gdLst>
                <a:gd name="connsiteX0" fmla="*/ 14097 w 14097"/>
                <a:gd name="connsiteY0" fmla="*/ 7049 h 14097"/>
                <a:gd name="connsiteX1" fmla="*/ 7049 w 14097"/>
                <a:gd name="connsiteY1" fmla="*/ 14097 h 14097"/>
                <a:gd name="connsiteX2" fmla="*/ 0 w 14097"/>
                <a:gd name="connsiteY2" fmla="*/ 7049 h 14097"/>
                <a:gd name="connsiteX3" fmla="*/ 7049 w 14097"/>
                <a:gd name="connsiteY3" fmla="*/ 0 h 14097"/>
                <a:gd name="connsiteX4" fmla="*/ 14097 w 14097"/>
                <a:gd name="connsiteY4" fmla="*/ 7049 h 14097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14097" h="14097">
                  <a:moveTo>
                    <a:pt x="14097" y="7049"/>
                  </a:moveTo>
                  <a:cubicBezTo>
                    <a:pt x="14097" y="10941"/>
                    <a:pt x="10941" y="14097"/>
                    <a:pt x="7049" y="14097"/>
                  </a:cubicBezTo>
                  <a:cubicBezTo>
                    <a:pt x="3156" y="14097"/>
                    <a:pt x="0" y="10941"/>
                    <a:pt x="0" y="7049"/>
                  </a:cubicBezTo>
                  <a:cubicBezTo>
                    <a:pt x="0" y="3156"/>
                    <a:pt x="3156" y="0"/>
                    <a:pt x="7049" y="0"/>
                  </a:cubicBezTo>
                  <a:cubicBezTo>
                    <a:pt x="10941" y="0"/>
                    <a:pt x="14097" y="3156"/>
                    <a:pt x="14097" y="7049"/>
                  </a:cubicBezTo>
                  <a:close/>
                </a:path>
              </a:pathLst>
            </a:custGeom>
            <a:grpFill/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23" name="Freeform: Shape 22">
              <a:extLst>
                <a:ext uri="{FF2B5EF4-FFF2-40B4-BE49-F238E27FC236}">
                  <a16:creationId xmlns:a16="http://schemas.microsoft.com/office/drawing/2014/main" id="{2BBABE17-DB56-44AB-934B-63C07C79F09A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5852433" y="3067039"/>
              <a:ext cx="14096" cy="14097"/>
            </a:xfrm>
            <a:custGeom>
              <a:avLst/>
              <a:gdLst>
                <a:gd name="connsiteX0" fmla="*/ 14097 w 14096"/>
                <a:gd name="connsiteY0" fmla="*/ 7049 h 14097"/>
                <a:gd name="connsiteX1" fmla="*/ 7048 w 14096"/>
                <a:gd name="connsiteY1" fmla="*/ 14097 h 14097"/>
                <a:gd name="connsiteX2" fmla="*/ 0 w 14096"/>
                <a:gd name="connsiteY2" fmla="*/ 7049 h 14097"/>
                <a:gd name="connsiteX3" fmla="*/ 7048 w 14096"/>
                <a:gd name="connsiteY3" fmla="*/ 0 h 14097"/>
                <a:gd name="connsiteX4" fmla="*/ 14097 w 14096"/>
                <a:gd name="connsiteY4" fmla="*/ 7049 h 14097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14096" h="14097">
                  <a:moveTo>
                    <a:pt x="14097" y="7049"/>
                  </a:moveTo>
                  <a:cubicBezTo>
                    <a:pt x="14097" y="10954"/>
                    <a:pt x="10954" y="14097"/>
                    <a:pt x="7048" y="14097"/>
                  </a:cubicBezTo>
                  <a:cubicBezTo>
                    <a:pt x="3143" y="14097"/>
                    <a:pt x="0" y="10954"/>
                    <a:pt x="0" y="7049"/>
                  </a:cubicBezTo>
                  <a:cubicBezTo>
                    <a:pt x="0" y="3143"/>
                    <a:pt x="3143" y="0"/>
                    <a:pt x="7048" y="0"/>
                  </a:cubicBezTo>
                  <a:cubicBezTo>
                    <a:pt x="10954" y="0"/>
                    <a:pt x="14097" y="3143"/>
                    <a:pt x="14097" y="7049"/>
                  </a:cubicBezTo>
                  <a:close/>
                </a:path>
              </a:pathLst>
            </a:custGeom>
            <a:grpFill/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24" name="Freeform: Shape 23">
              <a:extLst>
                <a:ext uri="{FF2B5EF4-FFF2-40B4-BE49-F238E27FC236}">
                  <a16:creationId xmlns:a16="http://schemas.microsoft.com/office/drawing/2014/main" id="{CB483D20-A128-4076-AF54-88646172B80A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5911678" y="3067039"/>
              <a:ext cx="14096" cy="14097"/>
            </a:xfrm>
            <a:custGeom>
              <a:avLst/>
              <a:gdLst>
                <a:gd name="connsiteX0" fmla="*/ 14097 w 14096"/>
                <a:gd name="connsiteY0" fmla="*/ 7049 h 14097"/>
                <a:gd name="connsiteX1" fmla="*/ 7048 w 14096"/>
                <a:gd name="connsiteY1" fmla="*/ 14097 h 14097"/>
                <a:gd name="connsiteX2" fmla="*/ 0 w 14096"/>
                <a:gd name="connsiteY2" fmla="*/ 7049 h 14097"/>
                <a:gd name="connsiteX3" fmla="*/ 7048 w 14096"/>
                <a:gd name="connsiteY3" fmla="*/ 0 h 14097"/>
                <a:gd name="connsiteX4" fmla="*/ 14097 w 14096"/>
                <a:gd name="connsiteY4" fmla="*/ 7049 h 14097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14096" h="14097">
                  <a:moveTo>
                    <a:pt x="14097" y="7049"/>
                  </a:moveTo>
                  <a:cubicBezTo>
                    <a:pt x="14097" y="10954"/>
                    <a:pt x="10954" y="14097"/>
                    <a:pt x="7048" y="14097"/>
                  </a:cubicBezTo>
                  <a:cubicBezTo>
                    <a:pt x="3143" y="14097"/>
                    <a:pt x="0" y="10954"/>
                    <a:pt x="0" y="7049"/>
                  </a:cubicBezTo>
                  <a:cubicBezTo>
                    <a:pt x="0" y="3143"/>
                    <a:pt x="3143" y="0"/>
                    <a:pt x="7048" y="0"/>
                  </a:cubicBezTo>
                  <a:cubicBezTo>
                    <a:pt x="10954" y="0"/>
                    <a:pt x="14097" y="3143"/>
                    <a:pt x="14097" y="7049"/>
                  </a:cubicBezTo>
                  <a:close/>
                </a:path>
              </a:pathLst>
            </a:custGeom>
            <a:grpFill/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25" name="Freeform: Shape 24">
              <a:extLst>
                <a:ext uri="{FF2B5EF4-FFF2-40B4-BE49-F238E27FC236}">
                  <a16:creationId xmlns:a16="http://schemas.microsoft.com/office/drawing/2014/main" id="{E5EFA818-FDDA-49E9-B11F-E9DC1854A99F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5970828" y="3067039"/>
              <a:ext cx="14096" cy="14097"/>
            </a:xfrm>
            <a:custGeom>
              <a:avLst/>
              <a:gdLst>
                <a:gd name="connsiteX0" fmla="*/ 14097 w 14096"/>
                <a:gd name="connsiteY0" fmla="*/ 7049 h 14097"/>
                <a:gd name="connsiteX1" fmla="*/ 7048 w 14096"/>
                <a:gd name="connsiteY1" fmla="*/ 14097 h 14097"/>
                <a:gd name="connsiteX2" fmla="*/ 0 w 14096"/>
                <a:gd name="connsiteY2" fmla="*/ 7049 h 14097"/>
                <a:gd name="connsiteX3" fmla="*/ 7048 w 14096"/>
                <a:gd name="connsiteY3" fmla="*/ 0 h 14097"/>
                <a:gd name="connsiteX4" fmla="*/ 14097 w 14096"/>
                <a:gd name="connsiteY4" fmla="*/ 7049 h 14097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14096" h="14097">
                  <a:moveTo>
                    <a:pt x="14097" y="7049"/>
                  </a:moveTo>
                  <a:cubicBezTo>
                    <a:pt x="14097" y="10954"/>
                    <a:pt x="10954" y="14097"/>
                    <a:pt x="7048" y="14097"/>
                  </a:cubicBezTo>
                  <a:cubicBezTo>
                    <a:pt x="3143" y="14097"/>
                    <a:pt x="0" y="10954"/>
                    <a:pt x="0" y="7049"/>
                  </a:cubicBezTo>
                  <a:cubicBezTo>
                    <a:pt x="0" y="3143"/>
                    <a:pt x="3143" y="0"/>
                    <a:pt x="7048" y="0"/>
                  </a:cubicBezTo>
                  <a:cubicBezTo>
                    <a:pt x="10954" y="0"/>
                    <a:pt x="14097" y="3143"/>
                    <a:pt x="14097" y="7049"/>
                  </a:cubicBezTo>
                  <a:close/>
                </a:path>
              </a:pathLst>
            </a:custGeom>
            <a:grpFill/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26" name="Freeform: Shape 25">
              <a:extLst>
                <a:ext uri="{FF2B5EF4-FFF2-40B4-BE49-F238E27FC236}">
                  <a16:creationId xmlns:a16="http://schemas.microsoft.com/office/drawing/2014/main" id="{EA1F8728-F8F7-4828-A718-A15E7663EABB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6030074" y="3067039"/>
              <a:ext cx="14097" cy="14097"/>
            </a:xfrm>
            <a:custGeom>
              <a:avLst/>
              <a:gdLst>
                <a:gd name="connsiteX0" fmla="*/ 14097 w 14097"/>
                <a:gd name="connsiteY0" fmla="*/ 7049 h 14097"/>
                <a:gd name="connsiteX1" fmla="*/ 7049 w 14097"/>
                <a:gd name="connsiteY1" fmla="*/ 14097 h 14097"/>
                <a:gd name="connsiteX2" fmla="*/ 0 w 14097"/>
                <a:gd name="connsiteY2" fmla="*/ 7049 h 14097"/>
                <a:gd name="connsiteX3" fmla="*/ 7049 w 14097"/>
                <a:gd name="connsiteY3" fmla="*/ 0 h 14097"/>
                <a:gd name="connsiteX4" fmla="*/ 14097 w 14097"/>
                <a:gd name="connsiteY4" fmla="*/ 7049 h 14097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14097" h="14097">
                  <a:moveTo>
                    <a:pt x="14097" y="7049"/>
                  </a:moveTo>
                  <a:cubicBezTo>
                    <a:pt x="14097" y="10941"/>
                    <a:pt x="10941" y="14097"/>
                    <a:pt x="7049" y="14097"/>
                  </a:cubicBezTo>
                  <a:cubicBezTo>
                    <a:pt x="3156" y="14097"/>
                    <a:pt x="0" y="10941"/>
                    <a:pt x="0" y="7049"/>
                  </a:cubicBezTo>
                  <a:cubicBezTo>
                    <a:pt x="0" y="3156"/>
                    <a:pt x="3156" y="0"/>
                    <a:pt x="7049" y="0"/>
                  </a:cubicBezTo>
                  <a:cubicBezTo>
                    <a:pt x="10941" y="0"/>
                    <a:pt x="14097" y="3156"/>
                    <a:pt x="14097" y="7049"/>
                  </a:cubicBezTo>
                  <a:close/>
                </a:path>
              </a:pathLst>
            </a:custGeom>
            <a:grpFill/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27" name="Freeform: Shape 26">
              <a:extLst>
                <a:ext uri="{FF2B5EF4-FFF2-40B4-BE49-F238E27FC236}">
                  <a16:creationId xmlns:a16="http://schemas.microsoft.com/office/drawing/2014/main" id="{8DA1F73F-AA1D-41D7-BAAB-292FD94A3E5C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6089224" y="3067039"/>
              <a:ext cx="14096" cy="14097"/>
            </a:xfrm>
            <a:custGeom>
              <a:avLst/>
              <a:gdLst>
                <a:gd name="connsiteX0" fmla="*/ 14097 w 14096"/>
                <a:gd name="connsiteY0" fmla="*/ 7049 h 14097"/>
                <a:gd name="connsiteX1" fmla="*/ 7048 w 14096"/>
                <a:gd name="connsiteY1" fmla="*/ 14097 h 14097"/>
                <a:gd name="connsiteX2" fmla="*/ 0 w 14096"/>
                <a:gd name="connsiteY2" fmla="*/ 7049 h 14097"/>
                <a:gd name="connsiteX3" fmla="*/ 7048 w 14096"/>
                <a:gd name="connsiteY3" fmla="*/ 0 h 14097"/>
                <a:gd name="connsiteX4" fmla="*/ 14097 w 14096"/>
                <a:gd name="connsiteY4" fmla="*/ 7049 h 14097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14096" h="14097">
                  <a:moveTo>
                    <a:pt x="14097" y="7049"/>
                  </a:moveTo>
                  <a:cubicBezTo>
                    <a:pt x="14097" y="10954"/>
                    <a:pt x="10954" y="14097"/>
                    <a:pt x="7048" y="14097"/>
                  </a:cubicBezTo>
                  <a:cubicBezTo>
                    <a:pt x="3143" y="14097"/>
                    <a:pt x="0" y="10954"/>
                    <a:pt x="0" y="7049"/>
                  </a:cubicBezTo>
                  <a:cubicBezTo>
                    <a:pt x="0" y="3143"/>
                    <a:pt x="3143" y="0"/>
                    <a:pt x="7048" y="0"/>
                  </a:cubicBezTo>
                  <a:cubicBezTo>
                    <a:pt x="10954" y="0"/>
                    <a:pt x="14097" y="3143"/>
                    <a:pt x="14097" y="7049"/>
                  </a:cubicBezTo>
                  <a:close/>
                </a:path>
              </a:pathLst>
            </a:custGeom>
            <a:grpFill/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28" name="Freeform: Shape 27">
              <a:extLst>
                <a:ext uri="{FF2B5EF4-FFF2-40B4-BE49-F238E27FC236}">
                  <a16:creationId xmlns:a16="http://schemas.microsoft.com/office/drawing/2014/main" id="{D9441DEA-C85E-4B9C-A48D-8437854C4C58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5734038" y="3126284"/>
              <a:ext cx="14192" cy="14097"/>
            </a:xfrm>
            <a:custGeom>
              <a:avLst/>
              <a:gdLst>
                <a:gd name="connsiteX0" fmla="*/ 14192 w 14192"/>
                <a:gd name="connsiteY0" fmla="*/ 7049 h 14097"/>
                <a:gd name="connsiteX1" fmla="*/ 7144 w 14192"/>
                <a:gd name="connsiteY1" fmla="*/ 14097 h 14097"/>
                <a:gd name="connsiteX2" fmla="*/ 0 w 14192"/>
                <a:gd name="connsiteY2" fmla="*/ 7049 h 14097"/>
                <a:gd name="connsiteX3" fmla="*/ 7049 w 14192"/>
                <a:gd name="connsiteY3" fmla="*/ 0 h 14097"/>
                <a:gd name="connsiteX4" fmla="*/ 14192 w 14192"/>
                <a:gd name="connsiteY4" fmla="*/ 7049 h 14097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14192" h="14097">
                  <a:moveTo>
                    <a:pt x="14192" y="7049"/>
                  </a:moveTo>
                  <a:cubicBezTo>
                    <a:pt x="14192" y="10954"/>
                    <a:pt x="11049" y="14097"/>
                    <a:pt x="7144" y="14097"/>
                  </a:cubicBezTo>
                  <a:cubicBezTo>
                    <a:pt x="3239" y="14097"/>
                    <a:pt x="0" y="10954"/>
                    <a:pt x="0" y="7049"/>
                  </a:cubicBezTo>
                  <a:cubicBezTo>
                    <a:pt x="0" y="3143"/>
                    <a:pt x="3143" y="0"/>
                    <a:pt x="7049" y="0"/>
                  </a:cubicBezTo>
                  <a:cubicBezTo>
                    <a:pt x="10954" y="0"/>
                    <a:pt x="14192" y="3143"/>
                    <a:pt x="14192" y="7049"/>
                  </a:cubicBezTo>
                  <a:close/>
                </a:path>
              </a:pathLst>
            </a:custGeom>
            <a:grpFill/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29" name="Freeform: Shape 28">
              <a:extLst>
                <a:ext uri="{FF2B5EF4-FFF2-40B4-BE49-F238E27FC236}">
                  <a16:creationId xmlns:a16="http://schemas.microsoft.com/office/drawing/2014/main" id="{15EBAA20-1368-4495-8D7C-820FAD8ECF8F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5793283" y="3126282"/>
              <a:ext cx="14097" cy="14099"/>
            </a:xfrm>
            <a:custGeom>
              <a:avLst/>
              <a:gdLst>
                <a:gd name="connsiteX0" fmla="*/ 14097 w 14097"/>
                <a:gd name="connsiteY0" fmla="*/ 7051 h 14099"/>
                <a:gd name="connsiteX1" fmla="*/ 7049 w 14097"/>
                <a:gd name="connsiteY1" fmla="*/ 14099 h 14099"/>
                <a:gd name="connsiteX2" fmla="*/ 0 w 14097"/>
                <a:gd name="connsiteY2" fmla="*/ 7051 h 14099"/>
                <a:gd name="connsiteX3" fmla="*/ 7049 w 14097"/>
                <a:gd name="connsiteY3" fmla="*/ 2 h 14099"/>
                <a:gd name="connsiteX4" fmla="*/ 14097 w 14097"/>
                <a:gd name="connsiteY4" fmla="*/ 7051 h 14099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14097" h="14099">
                  <a:moveTo>
                    <a:pt x="14097" y="7051"/>
                  </a:moveTo>
                  <a:cubicBezTo>
                    <a:pt x="14097" y="10956"/>
                    <a:pt x="10954" y="14099"/>
                    <a:pt x="7049" y="14099"/>
                  </a:cubicBezTo>
                  <a:cubicBezTo>
                    <a:pt x="3143" y="14099"/>
                    <a:pt x="0" y="10956"/>
                    <a:pt x="0" y="7051"/>
                  </a:cubicBezTo>
                  <a:cubicBezTo>
                    <a:pt x="0" y="3145"/>
                    <a:pt x="3143" y="2"/>
                    <a:pt x="7049" y="2"/>
                  </a:cubicBezTo>
                  <a:cubicBezTo>
                    <a:pt x="10954" y="-93"/>
                    <a:pt x="14097" y="3145"/>
                    <a:pt x="14097" y="7051"/>
                  </a:cubicBezTo>
                  <a:close/>
                </a:path>
              </a:pathLst>
            </a:custGeom>
            <a:grpFill/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30" name="Freeform: Shape 29">
              <a:extLst>
                <a:ext uri="{FF2B5EF4-FFF2-40B4-BE49-F238E27FC236}">
                  <a16:creationId xmlns:a16="http://schemas.microsoft.com/office/drawing/2014/main" id="{0FB92591-626C-4D2B-A3E6-EC8742D67B24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5852433" y="3126282"/>
              <a:ext cx="14096" cy="14099"/>
            </a:xfrm>
            <a:custGeom>
              <a:avLst/>
              <a:gdLst>
                <a:gd name="connsiteX0" fmla="*/ 14097 w 14096"/>
                <a:gd name="connsiteY0" fmla="*/ 7051 h 14099"/>
                <a:gd name="connsiteX1" fmla="*/ 7048 w 14096"/>
                <a:gd name="connsiteY1" fmla="*/ 14099 h 14099"/>
                <a:gd name="connsiteX2" fmla="*/ 0 w 14096"/>
                <a:gd name="connsiteY2" fmla="*/ 7051 h 14099"/>
                <a:gd name="connsiteX3" fmla="*/ 7048 w 14096"/>
                <a:gd name="connsiteY3" fmla="*/ 2 h 14099"/>
                <a:gd name="connsiteX4" fmla="*/ 14097 w 14096"/>
                <a:gd name="connsiteY4" fmla="*/ 7051 h 14099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14096" h="14099">
                  <a:moveTo>
                    <a:pt x="14097" y="7051"/>
                  </a:moveTo>
                  <a:cubicBezTo>
                    <a:pt x="14097" y="10956"/>
                    <a:pt x="10954" y="14099"/>
                    <a:pt x="7048" y="14099"/>
                  </a:cubicBezTo>
                  <a:cubicBezTo>
                    <a:pt x="3143" y="14099"/>
                    <a:pt x="0" y="10956"/>
                    <a:pt x="0" y="7051"/>
                  </a:cubicBezTo>
                  <a:cubicBezTo>
                    <a:pt x="0" y="3145"/>
                    <a:pt x="3143" y="2"/>
                    <a:pt x="7048" y="2"/>
                  </a:cubicBezTo>
                  <a:cubicBezTo>
                    <a:pt x="10954" y="-93"/>
                    <a:pt x="14097" y="3145"/>
                    <a:pt x="14097" y="7051"/>
                  </a:cubicBezTo>
                  <a:close/>
                </a:path>
              </a:pathLst>
            </a:custGeom>
            <a:grpFill/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31" name="Freeform: Shape 30">
              <a:extLst>
                <a:ext uri="{FF2B5EF4-FFF2-40B4-BE49-F238E27FC236}">
                  <a16:creationId xmlns:a16="http://schemas.microsoft.com/office/drawing/2014/main" id="{D392448D-513F-4528-9D8D-A151982041B5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5911678" y="3126282"/>
              <a:ext cx="14096" cy="14099"/>
            </a:xfrm>
            <a:custGeom>
              <a:avLst/>
              <a:gdLst>
                <a:gd name="connsiteX0" fmla="*/ 14097 w 14096"/>
                <a:gd name="connsiteY0" fmla="*/ 7051 h 14099"/>
                <a:gd name="connsiteX1" fmla="*/ 7048 w 14096"/>
                <a:gd name="connsiteY1" fmla="*/ 14099 h 14099"/>
                <a:gd name="connsiteX2" fmla="*/ 0 w 14096"/>
                <a:gd name="connsiteY2" fmla="*/ 7051 h 14099"/>
                <a:gd name="connsiteX3" fmla="*/ 7048 w 14096"/>
                <a:gd name="connsiteY3" fmla="*/ 2 h 14099"/>
                <a:gd name="connsiteX4" fmla="*/ 14097 w 14096"/>
                <a:gd name="connsiteY4" fmla="*/ 7051 h 14099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14096" h="14099">
                  <a:moveTo>
                    <a:pt x="14097" y="7051"/>
                  </a:moveTo>
                  <a:cubicBezTo>
                    <a:pt x="14097" y="10956"/>
                    <a:pt x="10954" y="14099"/>
                    <a:pt x="7048" y="14099"/>
                  </a:cubicBezTo>
                  <a:cubicBezTo>
                    <a:pt x="3143" y="14099"/>
                    <a:pt x="0" y="10956"/>
                    <a:pt x="0" y="7051"/>
                  </a:cubicBezTo>
                  <a:cubicBezTo>
                    <a:pt x="0" y="3145"/>
                    <a:pt x="3143" y="2"/>
                    <a:pt x="7048" y="2"/>
                  </a:cubicBezTo>
                  <a:cubicBezTo>
                    <a:pt x="10954" y="-93"/>
                    <a:pt x="14097" y="3145"/>
                    <a:pt x="14097" y="7051"/>
                  </a:cubicBezTo>
                  <a:close/>
                </a:path>
              </a:pathLst>
            </a:custGeom>
            <a:grpFill/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32" name="Freeform: Shape 31">
              <a:extLst>
                <a:ext uri="{FF2B5EF4-FFF2-40B4-BE49-F238E27FC236}">
                  <a16:creationId xmlns:a16="http://schemas.microsoft.com/office/drawing/2014/main" id="{61946BAE-1546-4EA4-A108-A799BF5D2CAB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5970828" y="3126282"/>
              <a:ext cx="14096" cy="14099"/>
            </a:xfrm>
            <a:custGeom>
              <a:avLst/>
              <a:gdLst>
                <a:gd name="connsiteX0" fmla="*/ 14097 w 14096"/>
                <a:gd name="connsiteY0" fmla="*/ 7051 h 14099"/>
                <a:gd name="connsiteX1" fmla="*/ 7048 w 14096"/>
                <a:gd name="connsiteY1" fmla="*/ 14099 h 14099"/>
                <a:gd name="connsiteX2" fmla="*/ 0 w 14096"/>
                <a:gd name="connsiteY2" fmla="*/ 7051 h 14099"/>
                <a:gd name="connsiteX3" fmla="*/ 7048 w 14096"/>
                <a:gd name="connsiteY3" fmla="*/ 2 h 14099"/>
                <a:gd name="connsiteX4" fmla="*/ 14097 w 14096"/>
                <a:gd name="connsiteY4" fmla="*/ 7051 h 14099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14096" h="14099">
                  <a:moveTo>
                    <a:pt x="14097" y="7051"/>
                  </a:moveTo>
                  <a:cubicBezTo>
                    <a:pt x="14097" y="10956"/>
                    <a:pt x="10954" y="14099"/>
                    <a:pt x="7048" y="14099"/>
                  </a:cubicBezTo>
                  <a:cubicBezTo>
                    <a:pt x="3143" y="14099"/>
                    <a:pt x="0" y="10956"/>
                    <a:pt x="0" y="7051"/>
                  </a:cubicBezTo>
                  <a:cubicBezTo>
                    <a:pt x="0" y="3145"/>
                    <a:pt x="3143" y="2"/>
                    <a:pt x="7048" y="2"/>
                  </a:cubicBezTo>
                  <a:cubicBezTo>
                    <a:pt x="10954" y="-93"/>
                    <a:pt x="14097" y="3145"/>
                    <a:pt x="14097" y="7051"/>
                  </a:cubicBezTo>
                  <a:close/>
                </a:path>
              </a:pathLst>
            </a:custGeom>
            <a:grpFill/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33" name="Freeform: Shape 32">
              <a:extLst>
                <a:ext uri="{FF2B5EF4-FFF2-40B4-BE49-F238E27FC236}">
                  <a16:creationId xmlns:a16="http://schemas.microsoft.com/office/drawing/2014/main" id="{42A8EC93-6A35-4D37-A8CB-59362BF87504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6030073" y="3126284"/>
              <a:ext cx="14097" cy="14097"/>
            </a:xfrm>
            <a:custGeom>
              <a:avLst/>
              <a:gdLst>
                <a:gd name="connsiteX0" fmla="*/ 14097 w 14097"/>
                <a:gd name="connsiteY0" fmla="*/ 7049 h 14097"/>
                <a:gd name="connsiteX1" fmla="*/ 7048 w 14097"/>
                <a:gd name="connsiteY1" fmla="*/ 14097 h 14097"/>
                <a:gd name="connsiteX2" fmla="*/ 0 w 14097"/>
                <a:gd name="connsiteY2" fmla="*/ 7049 h 14097"/>
                <a:gd name="connsiteX3" fmla="*/ 7048 w 14097"/>
                <a:gd name="connsiteY3" fmla="*/ 0 h 14097"/>
                <a:gd name="connsiteX4" fmla="*/ 14097 w 14097"/>
                <a:gd name="connsiteY4" fmla="*/ 7049 h 14097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14097" h="14097">
                  <a:moveTo>
                    <a:pt x="14097" y="7049"/>
                  </a:moveTo>
                  <a:cubicBezTo>
                    <a:pt x="14097" y="10954"/>
                    <a:pt x="10954" y="14097"/>
                    <a:pt x="7048" y="14097"/>
                  </a:cubicBezTo>
                  <a:cubicBezTo>
                    <a:pt x="3143" y="14097"/>
                    <a:pt x="0" y="10954"/>
                    <a:pt x="0" y="7049"/>
                  </a:cubicBezTo>
                  <a:cubicBezTo>
                    <a:pt x="0" y="3143"/>
                    <a:pt x="3143" y="0"/>
                    <a:pt x="7048" y="0"/>
                  </a:cubicBezTo>
                  <a:cubicBezTo>
                    <a:pt x="10954" y="0"/>
                    <a:pt x="14097" y="3143"/>
                    <a:pt x="14097" y="7049"/>
                  </a:cubicBezTo>
                  <a:close/>
                </a:path>
              </a:pathLst>
            </a:custGeom>
            <a:grpFill/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34" name="Freeform: Shape 33">
              <a:extLst>
                <a:ext uri="{FF2B5EF4-FFF2-40B4-BE49-F238E27FC236}">
                  <a16:creationId xmlns:a16="http://schemas.microsoft.com/office/drawing/2014/main" id="{AFC3ECA2-E914-4D83-ABF9-B9FFD96E92B4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6089224" y="3126282"/>
              <a:ext cx="14096" cy="14099"/>
            </a:xfrm>
            <a:custGeom>
              <a:avLst/>
              <a:gdLst>
                <a:gd name="connsiteX0" fmla="*/ 14097 w 14096"/>
                <a:gd name="connsiteY0" fmla="*/ 7051 h 14099"/>
                <a:gd name="connsiteX1" fmla="*/ 7048 w 14096"/>
                <a:gd name="connsiteY1" fmla="*/ 14099 h 14099"/>
                <a:gd name="connsiteX2" fmla="*/ 0 w 14096"/>
                <a:gd name="connsiteY2" fmla="*/ 7051 h 14099"/>
                <a:gd name="connsiteX3" fmla="*/ 7048 w 14096"/>
                <a:gd name="connsiteY3" fmla="*/ 2 h 14099"/>
                <a:gd name="connsiteX4" fmla="*/ 14097 w 14096"/>
                <a:gd name="connsiteY4" fmla="*/ 7051 h 14099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14096" h="14099">
                  <a:moveTo>
                    <a:pt x="14097" y="7051"/>
                  </a:moveTo>
                  <a:cubicBezTo>
                    <a:pt x="14097" y="10956"/>
                    <a:pt x="10954" y="14099"/>
                    <a:pt x="7048" y="14099"/>
                  </a:cubicBezTo>
                  <a:cubicBezTo>
                    <a:pt x="3143" y="14099"/>
                    <a:pt x="0" y="10956"/>
                    <a:pt x="0" y="7051"/>
                  </a:cubicBezTo>
                  <a:cubicBezTo>
                    <a:pt x="0" y="3145"/>
                    <a:pt x="3143" y="2"/>
                    <a:pt x="7048" y="2"/>
                  </a:cubicBezTo>
                  <a:cubicBezTo>
                    <a:pt x="10954" y="-93"/>
                    <a:pt x="14097" y="3145"/>
                    <a:pt x="14097" y="7051"/>
                  </a:cubicBezTo>
                  <a:close/>
                </a:path>
              </a:pathLst>
            </a:custGeom>
            <a:grpFill/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35" name="Freeform: Shape 34">
              <a:extLst>
                <a:ext uri="{FF2B5EF4-FFF2-40B4-BE49-F238E27FC236}">
                  <a16:creationId xmlns:a16="http://schemas.microsoft.com/office/drawing/2014/main" id="{712B1108-9AAC-4F10-A64F-0D6963E5187A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5734038" y="3185434"/>
              <a:ext cx="14192" cy="14096"/>
            </a:xfrm>
            <a:custGeom>
              <a:avLst/>
              <a:gdLst>
                <a:gd name="connsiteX0" fmla="*/ 14192 w 14192"/>
                <a:gd name="connsiteY0" fmla="*/ 7048 h 14096"/>
                <a:gd name="connsiteX1" fmla="*/ 7144 w 14192"/>
                <a:gd name="connsiteY1" fmla="*/ 14097 h 14096"/>
                <a:gd name="connsiteX2" fmla="*/ 0 w 14192"/>
                <a:gd name="connsiteY2" fmla="*/ 7048 h 14096"/>
                <a:gd name="connsiteX3" fmla="*/ 7049 w 14192"/>
                <a:gd name="connsiteY3" fmla="*/ 0 h 14096"/>
                <a:gd name="connsiteX4" fmla="*/ 14192 w 14192"/>
                <a:gd name="connsiteY4" fmla="*/ 7048 h 1409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14192" h="14096">
                  <a:moveTo>
                    <a:pt x="14192" y="7048"/>
                  </a:moveTo>
                  <a:cubicBezTo>
                    <a:pt x="14192" y="10954"/>
                    <a:pt x="11049" y="14097"/>
                    <a:pt x="7144" y="14097"/>
                  </a:cubicBezTo>
                  <a:cubicBezTo>
                    <a:pt x="3239" y="14097"/>
                    <a:pt x="0" y="10954"/>
                    <a:pt x="0" y="7048"/>
                  </a:cubicBezTo>
                  <a:cubicBezTo>
                    <a:pt x="0" y="3143"/>
                    <a:pt x="3143" y="0"/>
                    <a:pt x="7049" y="0"/>
                  </a:cubicBezTo>
                  <a:cubicBezTo>
                    <a:pt x="10954" y="0"/>
                    <a:pt x="14192" y="3143"/>
                    <a:pt x="14192" y="7048"/>
                  </a:cubicBezTo>
                  <a:close/>
                </a:path>
              </a:pathLst>
            </a:custGeom>
            <a:grpFill/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36" name="Freeform: Shape 35">
              <a:extLst>
                <a:ext uri="{FF2B5EF4-FFF2-40B4-BE49-F238E27FC236}">
                  <a16:creationId xmlns:a16="http://schemas.microsoft.com/office/drawing/2014/main" id="{284CDA0C-B2AB-4791-83B1-C053C061D61F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5793283" y="3185434"/>
              <a:ext cx="14097" cy="14097"/>
            </a:xfrm>
            <a:custGeom>
              <a:avLst/>
              <a:gdLst>
                <a:gd name="connsiteX0" fmla="*/ 14097 w 14097"/>
                <a:gd name="connsiteY0" fmla="*/ 7049 h 14097"/>
                <a:gd name="connsiteX1" fmla="*/ 7049 w 14097"/>
                <a:gd name="connsiteY1" fmla="*/ 14097 h 14097"/>
                <a:gd name="connsiteX2" fmla="*/ 0 w 14097"/>
                <a:gd name="connsiteY2" fmla="*/ 7049 h 14097"/>
                <a:gd name="connsiteX3" fmla="*/ 7049 w 14097"/>
                <a:gd name="connsiteY3" fmla="*/ 0 h 14097"/>
                <a:gd name="connsiteX4" fmla="*/ 14097 w 14097"/>
                <a:gd name="connsiteY4" fmla="*/ 7049 h 14097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14097" h="14097">
                  <a:moveTo>
                    <a:pt x="14097" y="7049"/>
                  </a:moveTo>
                  <a:cubicBezTo>
                    <a:pt x="14097" y="10941"/>
                    <a:pt x="10941" y="14097"/>
                    <a:pt x="7049" y="14097"/>
                  </a:cubicBezTo>
                  <a:cubicBezTo>
                    <a:pt x="3156" y="14097"/>
                    <a:pt x="0" y="10941"/>
                    <a:pt x="0" y="7049"/>
                  </a:cubicBezTo>
                  <a:cubicBezTo>
                    <a:pt x="0" y="3156"/>
                    <a:pt x="3156" y="0"/>
                    <a:pt x="7049" y="0"/>
                  </a:cubicBezTo>
                  <a:cubicBezTo>
                    <a:pt x="10941" y="0"/>
                    <a:pt x="14097" y="3156"/>
                    <a:pt x="14097" y="7049"/>
                  </a:cubicBezTo>
                  <a:close/>
                </a:path>
              </a:pathLst>
            </a:custGeom>
            <a:grpFill/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37" name="Freeform: Shape 36">
              <a:extLst>
                <a:ext uri="{FF2B5EF4-FFF2-40B4-BE49-F238E27FC236}">
                  <a16:creationId xmlns:a16="http://schemas.microsoft.com/office/drawing/2014/main" id="{F857BF6B-E0CA-49C0-8827-B44CE8B92859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5852433" y="3185434"/>
              <a:ext cx="14096" cy="14096"/>
            </a:xfrm>
            <a:custGeom>
              <a:avLst/>
              <a:gdLst>
                <a:gd name="connsiteX0" fmla="*/ 14097 w 14096"/>
                <a:gd name="connsiteY0" fmla="*/ 7048 h 14096"/>
                <a:gd name="connsiteX1" fmla="*/ 7048 w 14096"/>
                <a:gd name="connsiteY1" fmla="*/ 14097 h 14096"/>
                <a:gd name="connsiteX2" fmla="*/ 0 w 14096"/>
                <a:gd name="connsiteY2" fmla="*/ 7048 h 14096"/>
                <a:gd name="connsiteX3" fmla="*/ 7048 w 14096"/>
                <a:gd name="connsiteY3" fmla="*/ 0 h 14096"/>
                <a:gd name="connsiteX4" fmla="*/ 14097 w 14096"/>
                <a:gd name="connsiteY4" fmla="*/ 7048 h 1409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14096" h="14096">
                  <a:moveTo>
                    <a:pt x="14097" y="7048"/>
                  </a:moveTo>
                  <a:cubicBezTo>
                    <a:pt x="14097" y="10954"/>
                    <a:pt x="10954" y="14097"/>
                    <a:pt x="7048" y="14097"/>
                  </a:cubicBezTo>
                  <a:cubicBezTo>
                    <a:pt x="3143" y="14097"/>
                    <a:pt x="0" y="10954"/>
                    <a:pt x="0" y="7048"/>
                  </a:cubicBezTo>
                  <a:cubicBezTo>
                    <a:pt x="0" y="3143"/>
                    <a:pt x="3143" y="0"/>
                    <a:pt x="7048" y="0"/>
                  </a:cubicBezTo>
                  <a:cubicBezTo>
                    <a:pt x="10954" y="0"/>
                    <a:pt x="14097" y="3143"/>
                    <a:pt x="14097" y="7048"/>
                  </a:cubicBezTo>
                  <a:close/>
                </a:path>
              </a:pathLst>
            </a:custGeom>
            <a:grpFill/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38" name="Freeform: Shape 37">
              <a:extLst>
                <a:ext uri="{FF2B5EF4-FFF2-40B4-BE49-F238E27FC236}">
                  <a16:creationId xmlns:a16="http://schemas.microsoft.com/office/drawing/2014/main" id="{6D7B06A7-ADDF-4F27-B11F-08422FC18081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5911678" y="3185434"/>
              <a:ext cx="14096" cy="14096"/>
            </a:xfrm>
            <a:custGeom>
              <a:avLst/>
              <a:gdLst>
                <a:gd name="connsiteX0" fmla="*/ 14097 w 14096"/>
                <a:gd name="connsiteY0" fmla="*/ 7048 h 14096"/>
                <a:gd name="connsiteX1" fmla="*/ 7048 w 14096"/>
                <a:gd name="connsiteY1" fmla="*/ 14097 h 14096"/>
                <a:gd name="connsiteX2" fmla="*/ 0 w 14096"/>
                <a:gd name="connsiteY2" fmla="*/ 7048 h 14096"/>
                <a:gd name="connsiteX3" fmla="*/ 7048 w 14096"/>
                <a:gd name="connsiteY3" fmla="*/ 0 h 14096"/>
                <a:gd name="connsiteX4" fmla="*/ 14097 w 14096"/>
                <a:gd name="connsiteY4" fmla="*/ 7048 h 1409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14096" h="14096">
                  <a:moveTo>
                    <a:pt x="14097" y="7048"/>
                  </a:moveTo>
                  <a:cubicBezTo>
                    <a:pt x="14097" y="10954"/>
                    <a:pt x="10954" y="14097"/>
                    <a:pt x="7048" y="14097"/>
                  </a:cubicBezTo>
                  <a:cubicBezTo>
                    <a:pt x="3143" y="14097"/>
                    <a:pt x="0" y="10954"/>
                    <a:pt x="0" y="7048"/>
                  </a:cubicBezTo>
                  <a:cubicBezTo>
                    <a:pt x="0" y="3143"/>
                    <a:pt x="3143" y="0"/>
                    <a:pt x="7048" y="0"/>
                  </a:cubicBezTo>
                  <a:cubicBezTo>
                    <a:pt x="10954" y="0"/>
                    <a:pt x="14097" y="3143"/>
                    <a:pt x="14097" y="7048"/>
                  </a:cubicBezTo>
                  <a:close/>
                </a:path>
              </a:pathLst>
            </a:custGeom>
            <a:grpFill/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39" name="Freeform: Shape 38">
              <a:extLst>
                <a:ext uri="{FF2B5EF4-FFF2-40B4-BE49-F238E27FC236}">
                  <a16:creationId xmlns:a16="http://schemas.microsoft.com/office/drawing/2014/main" id="{E8B0DA6C-71D7-4FCB-AE4C-035E0ADB50E8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5970828" y="3185434"/>
              <a:ext cx="14096" cy="14096"/>
            </a:xfrm>
            <a:custGeom>
              <a:avLst/>
              <a:gdLst>
                <a:gd name="connsiteX0" fmla="*/ 14097 w 14096"/>
                <a:gd name="connsiteY0" fmla="*/ 7048 h 14096"/>
                <a:gd name="connsiteX1" fmla="*/ 7048 w 14096"/>
                <a:gd name="connsiteY1" fmla="*/ 14097 h 14096"/>
                <a:gd name="connsiteX2" fmla="*/ 0 w 14096"/>
                <a:gd name="connsiteY2" fmla="*/ 7048 h 14096"/>
                <a:gd name="connsiteX3" fmla="*/ 7048 w 14096"/>
                <a:gd name="connsiteY3" fmla="*/ 0 h 14096"/>
                <a:gd name="connsiteX4" fmla="*/ 14097 w 14096"/>
                <a:gd name="connsiteY4" fmla="*/ 7048 h 1409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14096" h="14096">
                  <a:moveTo>
                    <a:pt x="14097" y="7048"/>
                  </a:moveTo>
                  <a:cubicBezTo>
                    <a:pt x="14097" y="10954"/>
                    <a:pt x="10954" y="14097"/>
                    <a:pt x="7048" y="14097"/>
                  </a:cubicBezTo>
                  <a:cubicBezTo>
                    <a:pt x="3143" y="14097"/>
                    <a:pt x="0" y="10954"/>
                    <a:pt x="0" y="7048"/>
                  </a:cubicBezTo>
                  <a:cubicBezTo>
                    <a:pt x="0" y="3143"/>
                    <a:pt x="3143" y="0"/>
                    <a:pt x="7048" y="0"/>
                  </a:cubicBezTo>
                  <a:cubicBezTo>
                    <a:pt x="10954" y="0"/>
                    <a:pt x="14097" y="3143"/>
                    <a:pt x="14097" y="7048"/>
                  </a:cubicBezTo>
                  <a:close/>
                </a:path>
              </a:pathLst>
            </a:custGeom>
            <a:grpFill/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40" name="Freeform: Shape 39">
              <a:extLst>
                <a:ext uri="{FF2B5EF4-FFF2-40B4-BE49-F238E27FC236}">
                  <a16:creationId xmlns:a16="http://schemas.microsoft.com/office/drawing/2014/main" id="{EB078173-ADFB-480D-91A4-4D71C010988F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6030074" y="3185434"/>
              <a:ext cx="14097" cy="14097"/>
            </a:xfrm>
            <a:custGeom>
              <a:avLst/>
              <a:gdLst>
                <a:gd name="connsiteX0" fmla="*/ 14097 w 14097"/>
                <a:gd name="connsiteY0" fmla="*/ 7049 h 14097"/>
                <a:gd name="connsiteX1" fmla="*/ 7049 w 14097"/>
                <a:gd name="connsiteY1" fmla="*/ 14097 h 14097"/>
                <a:gd name="connsiteX2" fmla="*/ 0 w 14097"/>
                <a:gd name="connsiteY2" fmla="*/ 7049 h 14097"/>
                <a:gd name="connsiteX3" fmla="*/ 7049 w 14097"/>
                <a:gd name="connsiteY3" fmla="*/ 0 h 14097"/>
                <a:gd name="connsiteX4" fmla="*/ 14097 w 14097"/>
                <a:gd name="connsiteY4" fmla="*/ 7049 h 14097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14097" h="14097">
                  <a:moveTo>
                    <a:pt x="14097" y="7049"/>
                  </a:moveTo>
                  <a:cubicBezTo>
                    <a:pt x="14097" y="10941"/>
                    <a:pt x="10941" y="14097"/>
                    <a:pt x="7049" y="14097"/>
                  </a:cubicBezTo>
                  <a:cubicBezTo>
                    <a:pt x="3156" y="14097"/>
                    <a:pt x="0" y="10941"/>
                    <a:pt x="0" y="7049"/>
                  </a:cubicBezTo>
                  <a:cubicBezTo>
                    <a:pt x="0" y="3156"/>
                    <a:pt x="3156" y="0"/>
                    <a:pt x="7049" y="0"/>
                  </a:cubicBezTo>
                  <a:cubicBezTo>
                    <a:pt x="10941" y="0"/>
                    <a:pt x="14097" y="3156"/>
                    <a:pt x="14097" y="7049"/>
                  </a:cubicBezTo>
                  <a:close/>
                </a:path>
              </a:pathLst>
            </a:custGeom>
            <a:grpFill/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41" name="Freeform: Shape 40">
              <a:extLst>
                <a:ext uri="{FF2B5EF4-FFF2-40B4-BE49-F238E27FC236}">
                  <a16:creationId xmlns:a16="http://schemas.microsoft.com/office/drawing/2014/main" id="{AAA4027A-C97B-4C9A-B04C-EBE2112200AB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6089224" y="3185434"/>
              <a:ext cx="14096" cy="14096"/>
            </a:xfrm>
            <a:custGeom>
              <a:avLst/>
              <a:gdLst>
                <a:gd name="connsiteX0" fmla="*/ 14097 w 14096"/>
                <a:gd name="connsiteY0" fmla="*/ 7048 h 14096"/>
                <a:gd name="connsiteX1" fmla="*/ 7048 w 14096"/>
                <a:gd name="connsiteY1" fmla="*/ 14097 h 14096"/>
                <a:gd name="connsiteX2" fmla="*/ 0 w 14096"/>
                <a:gd name="connsiteY2" fmla="*/ 7048 h 14096"/>
                <a:gd name="connsiteX3" fmla="*/ 7048 w 14096"/>
                <a:gd name="connsiteY3" fmla="*/ 0 h 14096"/>
                <a:gd name="connsiteX4" fmla="*/ 14097 w 14096"/>
                <a:gd name="connsiteY4" fmla="*/ 7048 h 1409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14096" h="14096">
                  <a:moveTo>
                    <a:pt x="14097" y="7048"/>
                  </a:moveTo>
                  <a:cubicBezTo>
                    <a:pt x="14097" y="10954"/>
                    <a:pt x="10954" y="14097"/>
                    <a:pt x="7048" y="14097"/>
                  </a:cubicBezTo>
                  <a:cubicBezTo>
                    <a:pt x="3143" y="14097"/>
                    <a:pt x="0" y="10954"/>
                    <a:pt x="0" y="7048"/>
                  </a:cubicBezTo>
                  <a:cubicBezTo>
                    <a:pt x="0" y="3143"/>
                    <a:pt x="3143" y="0"/>
                    <a:pt x="7048" y="0"/>
                  </a:cubicBezTo>
                  <a:cubicBezTo>
                    <a:pt x="10954" y="0"/>
                    <a:pt x="14097" y="3143"/>
                    <a:pt x="14097" y="7048"/>
                  </a:cubicBezTo>
                  <a:close/>
                </a:path>
              </a:pathLst>
            </a:custGeom>
            <a:grpFill/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42" name="Freeform: Shape 41">
              <a:extLst>
                <a:ext uri="{FF2B5EF4-FFF2-40B4-BE49-F238E27FC236}">
                  <a16:creationId xmlns:a16="http://schemas.microsoft.com/office/drawing/2014/main" id="{C06DA92D-C6D0-4C7D-98CF-D9576912EBD6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5734038" y="3244679"/>
              <a:ext cx="14192" cy="14096"/>
            </a:xfrm>
            <a:custGeom>
              <a:avLst/>
              <a:gdLst>
                <a:gd name="connsiteX0" fmla="*/ 14192 w 14192"/>
                <a:gd name="connsiteY0" fmla="*/ 7048 h 14096"/>
                <a:gd name="connsiteX1" fmla="*/ 7144 w 14192"/>
                <a:gd name="connsiteY1" fmla="*/ 14097 h 14096"/>
                <a:gd name="connsiteX2" fmla="*/ 0 w 14192"/>
                <a:gd name="connsiteY2" fmla="*/ 7048 h 14096"/>
                <a:gd name="connsiteX3" fmla="*/ 7049 w 14192"/>
                <a:gd name="connsiteY3" fmla="*/ 0 h 14096"/>
                <a:gd name="connsiteX4" fmla="*/ 14192 w 14192"/>
                <a:gd name="connsiteY4" fmla="*/ 7048 h 1409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14192" h="14096">
                  <a:moveTo>
                    <a:pt x="14192" y="7048"/>
                  </a:moveTo>
                  <a:cubicBezTo>
                    <a:pt x="14192" y="10954"/>
                    <a:pt x="11049" y="14097"/>
                    <a:pt x="7144" y="14097"/>
                  </a:cubicBezTo>
                  <a:cubicBezTo>
                    <a:pt x="3239" y="14097"/>
                    <a:pt x="0" y="10954"/>
                    <a:pt x="0" y="7048"/>
                  </a:cubicBezTo>
                  <a:cubicBezTo>
                    <a:pt x="0" y="3143"/>
                    <a:pt x="3143" y="0"/>
                    <a:pt x="7049" y="0"/>
                  </a:cubicBezTo>
                  <a:cubicBezTo>
                    <a:pt x="10954" y="0"/>
                    <a:pt x="14192" y="3143"/>
                    <a:pt x="14192" y="7048"/>
                  </a:cubicBezTo>
                  <a:close/>
                </a:path>
              </a:pathLst>
            </a:custGeom>
            <a:grpFill/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43" name="Freeform: Shape 42">
              <a:extLst>
                <a:ext uri="{FF2B5EF4-FFF2-40B4-BE49-F238E27FC236}">
                  <a16:creationId xmlns:a16="http://schemas.microsoft.com/office/drawing/2014/main" id="{D6601653-3941-4C9B-BD39-62EECE23AE6A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5793283" y="3244677"/>
              <a:ext cx="14097" cy="14099"/>
            </a:xfrm>
            <a:custGeom>
              <a:avLst/>
              <a:gdLst>
                <a:gd name="connsiteX0" fmla="*/ 14097 w 14097"/>
                <a:gd name="connsiteY0" fmla="*/ 7051 h 14099"/>
                <a:gd name="connsiteX1" fmla="*/ 7049 w 14097"/>
                <a:gd name="connsiteY1" fmla="*/ 14099 h 14099"/>
                <a:gd name="connsiteX2" fmla="*/ 0 w 14097"/>
                <a:gd name="connsiteY2" fmla="*/ 7051 h 14099"/>
                <a:gd name="connsiteX3" fmla="*/ 7049 w 14097"/>
                <a:gd name="connsiteY3" fmla="*/ 2 h 14099"/>
                <a:gd name="connsiteX4" fmla="*/ 14097 w 14097"/>
                <a:gd name="connsiteY4" fmla="*/ 7051 h 14099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14097" h="14099">
                  <a:moveTo>
                    <a:pt x="14097" y="7051"/>
                  </a:moveTo>
                  <a:cubicBezTo>
                    <a:pt x="14097" y="10956"/>
                    <a:pt x="10954" y="14099"/>
                    <a:pt x="7049" y="14099"/>
                  </a:cubicBezTo>
                  <a:cubicBezTo>
                    <a:pt x="3143" y="14099"/>
                    <a:pt x="0" y="10956"/>
                    <a:pt x="0" y="7051"/>
                  </a:cubicBezTo>
                  <a:cubicBezTo>
                    <a:pt x="0" y="3145"/>
                    <a:pt x="3143" y="2"/>
                    <a:pt x="7049" y="2"/>
                  </a:cubicBezTo>
                  <a:cubicBezTo>
                    <a:pt x="10954" y="-93"/>
                    <a:pt x="14097" y="3145"/>
                    <a:pt x="14097" y="7051"/>
                  </a:cubicBezTo>
                  <a:close/>
                </a:path>
              </a:pathLst>
            </a:custGeom>
            <a:grpFill/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44" name="Freeform: Shape 43">
              <a:extLst>
                <a:ext uri="{FF2B5EF4-FFF2-40B4-BE49-F238E27FC236}">
                  <a16:creationId xmlns:a16="http://schemas.microsoft.com/office/drawing/2014/main" id="{2BC4A394-4FFE-4BFE-9A59-2B624E07111A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5852433" y="3244677"/>
              <a:ext cx="14096" cy="14099"/>
            </a:xfrm>
            <a:custGeom>
              <a:avLst/>
              <a:gdLst>
                <a:gd name="connsiteX0" fmla="*/ 14097 w 14096"/>
                <a:gd name="connsiteY0" fmla="*/ 7051 h 14099"/>
                <a:gd name="connsiteX1" fmla="*/ 7048 w 14096"/>
                <a:gd name="connsiteY1" fmla="*/ 14099 h 14099"/>
                <a:gd name="connsiteX2" fmla="*/ 0 w 14096"/>
                <a:gd name="connsiteY2" fmla="*/ 7051 h 14099"/>
                <a:gd name="connsiteX3" fmla="*/ 7048 w 14096"/>
                <a:gd name="connsiteY3" fmla="*/ 2 h 14099"/>
                <a:gd name="connsiteX4" fmla="*/ 14097 w 14096"/>
                <a:gd name="connsiteY4" fmla="*/ 7051 h 14099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14096" h="14099">
                  <a:moveTo>
                    <a:pt x="14097" y="7051"/>
                  </a:moveTo>
                  <a:cubicBezTo>
                    <a:pt x="14097" y="10956"/>
                    <a:pt x="10954" y="14099"/>
                    <a:pt x="7048" y="14099"/>
                  </a:cubicBezTo>
                  <a:cubicBezTo>
                    <a:pt x="3143" y="14099"/>
                    <a:pt x="0" y="10956"/>
                    <a:pt x="0" y="7051"/>
                  </a:cubicBezTo>
                  <a:cubicBezTo>
                    <a:pt x="0" y="3145"/>
                    <a:pt x="3143" y="2"/>
                    <a:pt x="7048" y="2"/>
                  </a:cubicBezTo>
                  <a:cubicBezTo>
                    <a:pt x="10954" y="-93"/>
                    <a:pt x="14097" y="3145"/>
                    <a:pt x="14097" y="7051"/>
                  </a:cubicBezTo>
                  <a:close/>
                </a:path>
              </a:pathLst>
            </a:custGeom>
            <a:grpFill/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45" name="Freeform: Shape 44">
              <a:extLst>
                <a:ext uri="{FF2B5EF4-FFF2-40B4-BE49-F238E27FC236}">
                  <a16:creationId xmlns:a16="http://schemas.microsoft.com/office/drawing/2014/main" id="{EB4EABA5-FDCF-4F6F-8FF1-6FDFF505809A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5911678" y="3244677"/>
              <a:ext cx="14096" cy="14099"/>
            </a:xfrm>
            <a:custGeom>
              <a:avLst/>
              <a:gdLst>
                <a:gd name="connsiteX0" fmla="*/ 14097 w 14096"/>
                <a:gd name="connsiteY0" fmla="*/ 7051 h 14099"/>
                <a:gd name="connsiteX1" fmla="*/ 7048 w 14096"/>
                <a:gd name="connsiteY1" fmla="*/ 14099 h 14099"/>
                <a:gd name="connsiteX2" fmla="*/ 0 w 14096"/>
                <a:gd name="connsiteY2" fmla="*/ 7051 h 14099"/>
                <a:gd name="connsiteX3" fmla="*/ 7048 w 14096"/>
                <a:gd name="connsiteY3" fmla="*/ 2 h 14099"/>
                <a:gd name="connsiteX4" fmla="*/ 14097 w 14096"/>
                <a:gd name="connsiteY4" fmla="*/ 7051 h 14099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14096" h="14099">
                  <a:moveTo>
                    <a:pt x="14097" y="7051"/>
                  </a:moveTo>
                  <a:cubicBezTo>
                    <a:pt x="14097" y="10956"/>
                    <a:pt x="10954" y="14099"/>
                    <a:pt x="7048" y="14099"/>
                  </a:cubicBezTo>
                  <a:cubicBezTo>
                    <a:pt x="3143" y="14099"/>
                    <a:pt x="0" y="10956"/>
                    <a:pt x="0" y="7051"/>
                  </a:cubicBezTo>
                  <a:cubicBezTo>
                    <a:pt x="0" y="3145"/>
                    <a:pt x="3143" y="2"/>
                    <a:pt x="7048" y="2"/>
                  </a:cubicBezTo>
                  <a:cubicBezTo>
                    <a:pt x="10954" y="-93"/>
                    <a:pt x="14097" y="3145"/>
                    <a:pt x="14097" y="7051"/>
                  </a:cubicBezTo>
                  <a:close/>
                </a:path>
              </a:pathLst>
            </a:custGeom>
            <a:grpFill/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46" name="Freeform: Shape 45">
              <a:extLst>
                <a:ext uri="{FF2B5EF4-FFF2-40B4-BE49-F238E27FC236}">
                  <a16:creationId xmlns:a16="http://schemas.microsoft.com/office/drawing/2014/main" id="{10F3C940-2320-488A-B24C-AB0A4FB539B1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5970828" y="3244677"/>
              <a:ext cx="14096" cy="14099"/>
            </a:xfrm>
            <a:custGeom>
              <a:avLst/>
              <a:gdLst>
                <a:gd name="connsiteX0" fmla="*/ 14097 w 14096"/>
                <a:gd name="connsiteY0" fmla="*/ 7051 h 14099"/>
                <a:gd name="connsiteX1" fmla="*/ 7048 w 14096"/>
                <a:gd name="connsiteY1" fmla="*/ 14099 h 14099"/>
                <a:gd name="connsiteX2" fmla="*/ 0 w 14096"/>
                <a:gd name="connsiteY2" fmla="*/ 7051 h 14099"/>
                <a:gd name="connsiteX3" fmla="*/ 7048 w 14096"/>
                <a:gd name="connsiteY3" fmla="*/ 2 h 14099"/>
                <a:gd name="connsiteX4" fmla="*/ 14097 w 14096"/>
                <a:gd name="connsiteY4" fmla="*/ 7051 h 14099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14096" h="14099">
                  <a:moveTo>
                    <a:pt x="14097" y="7051"/>
                  </a:moveTo>
                  <a:cubicBezTo>
                    <a:pt x="14097" y="10956"/>
                    <a:pt x="10954" y="14099"/>
                    <a:pt x="7048" y="14099"/>
                  </a:cubicBezTo>
                  <a:cubicBezTo>
                    <a:pt x="3143" y="14099"/>
                    <a:pt x="0" y="10956"/>
                    <a:pt x="0" y="7051"/>
                  </a:cubicBezTo>
                  <a:cubicBezTo>
                    <a:pt x="0" y="3145"/>
                    <a:pt x="3143" y="2"/>
                    <a:pt x="7048" y="2"/>
                  </a:cubicBezTo>
                  <a:cubicBezTo>
                    <a:pt x="10954" y="-93"/>
                    <a:pt x="14097" y="3145"/>
                    <a:pt x="14097" y="7051"/>
                  </a:cubicBezTo>
                  <a:close/>
                </a:path>
              </a:pathLst>
            </a:custGeom>
            <a:grpFill/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47" name="Freeform: Shape 46">
              <a:extLst>
                <a:ext uri="{FF2B5EF4-FFF2-40B4-BE49-F238E27FC236}">
                  <a16:creationId xmlns:a16="http://schemas.microsoft.com/office/drawing/2014/main" id="{F525BA82-37D8-47ED-AFF6-AE57124A4E7F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6030073" y="3244679"/>
              <a:ext cx="14097" cy="14096"/>
            </a:xfrm>
            <a:custGeom>
              <a:avLst/>
              <a:gdLst>
                <a:gd name="connsiteX0" fmla="*/ 14097 w 14097"/>
                <a:gd name="connsiteY0" fmla="*/ 7048 h 14096"/>
                <a:gd name="connsiteX1" fmla="*/ 7048 w 14097"/>
                <a:gd name="connsiteY1" fmla="*/ 14097 h 14096"/>
                <a:gd name="connsiteX2" fmla="*/ 0 w 14097"/>
                <a:gd name="connsiteY2" fmla="*/ 7048 h 14096"/>
                <a:gd name="connsiteX3" fmla="*/ 7048 w 14097"/>
                <a:gd name="connsiteY3" fmla="*/ 0 h 14096"/>
                <a:gd name="connsiteX4" fmla="*/ 14097 w 14097"/>
                <a:gd name="connsiteY4" fmla="*/ 7048 h 1409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14097" h="14096">
                  <a:moveTo>
                    <a:pt x="14097" y="7048"/>
                  </a:moveTo>
                  <a:cubicBezTo>
                    <a:pt x="14097" y="10954"/>
                    <a:pt x="10954" y="14097"/>
                    <a:pt x="7048" y="14097"/>
                  </a:cubicBezTo>
                  <a:cubicBezTo>
                    <a:pt x="3143" y="14097"/>
                    <a:pt x="0" y="10954"/>
                    <a:pt x="0" y="7048"/>
                  </a:cubicBezTo>
                  <a:cubicBezTo>
                    <a:pt x="0" y="3143"/>
                    <a:pt x="3143" y="0"/>
                    <a:pt x="7048" y="0"/>
                  </a:cubicBezTo>
                  <a:cubicBezTo>
                    <a:pt x="10954" y="0"/>
                    <a:pt x="14097" y="3143"/>
                    <a:pt x="14097" y="7048"/>
                  </a:cubicBezTo>
                  <a:close/>
                </a:path>
              </a:pathLst>
            </a:custGeom>
            <a:grpFill/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48" name="Freeform: Shape 47">
              <a:extLst>
                <a:ext uri="{FF2B5EF4-FFF2-40B4-BE49-F238E27FC236}">
                  <a16:creationId xmlns:a16="http://schemas.microsoft.com/office/drawing/2014/main" id="{C2D78955-C80F-4DA3-83AA-D28A5A6FADA4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6089224" y="3244677"/>
              <a:ext cx="14096" cy="14099"/>
            </a:xfrm>
            <a:custGeom>
              <a:avLst/>
              <a:gdLst>
                <a:gd name="connsiteX0" fmla="*/ 14097 w 14096"/>
                <a:gd name="connsiteY0" fmla="*/ 7051 h 14099"/>
                <a:gd name="connsiteX1" fmla="*/ 7048 w 14096"/>
                <a:gd name="connsiteY1" fmla="*/ 14099 h 14099"/>
                <a:gd name="connsiteX2" fmla="*/ 0 w 14096"/>
                <a:gd name="connsiteY2" fmla="*/ 7051 h 14099"/>
                <a:gd name="connsiteX3" fmla="*/ 7048 w 14096"/>
                <a:gd name="connsiteY3" fmla="*/ 2 h 14099"/>
                <a:gd name="connsiteX4" fmla="*/ 14097 w 14096"/>
                <a:gd name="connsiteY4" fmla="*/ 7051 h 14099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14096" h="14099">
                  <a:moveTo>
                    <a:pt x="14097" y="7051"/>
                  </a:moveTo>
                  <a:cubicBezTo>
                    <a:pt x="14097" y="10956"/>
                    <a:pt x="10954" y="14099"/>
                    <a:pt x="7048" y="14099"/>
                  </a:cubicBezTo>
                  <a:cubicBezTo>
                    <a:pt x="3143" y="14099"/>
                    <a:pt x="0" y="10956"/>
                    <a:pt x="0" y="7051"/>
                  </a:cubicBezTo>
                  <a:cubicBezTo>
                    <a:pt x="0" y="3145"/>
                    <a:pt x="3143" y="2"/>
                    <a:pt x="7048" y="2"/>
                  </a:cubicBezTo>
                  <a:cubicBezTo>
                    <a:pt x="10954" y="-93"/>
                    <a:pt x="14097" y="3145"/>
                    <a:pt x="14097" y="7051"/>
                  </a:cubicBezTo>
                  <a:close/>
                </a:path>
              </a:pathLst>
            </a:custGeom>
            <a:grpFill/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49" name="Freeform: Shape 48">
              <a:extLst>
                <a:ext uri="{FF2B5EF4-FFF2-40B4-BE49-F238E27FC236}">
                  <a16:creationId xmlns:a16="http://schemas.microsoft.com/office/drawing/2014/main" id="{BC23DAAC-7C06-4012-8CBB-8E3126B68B58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5734038" y="3303829"/>
              <a:ext cx="14192" cy="14096"/>
            </a:xfrm>
            <a:custGeom>
              <a:avLst/>
              <a:gdLst>
                <a:gd name="connsiteX0" fmla="*/ 14192 w 14192"/>
                <a:gd name="connsiteY0" fmla="*/ 7048 h 14096"/>
                <a:gd name="connsiteX1" fmla="*/ 7144 w 14192"/>
                <a:gd name="connsiteY1" fmla="*/ 14097 h 14096"/>
                <a:gd name="connsiteX2" fmla="*/ 0 w 14192"/>
                <a:gd name="connsiteY2" fmla="*/ 7048 h 14096"/>
                <a:gd name="connsiteX3" fmla="*/ 7049 w 14192"/>
                <a:gd name="connsiteY3" fmla="*/ 0 h 14096"/>
                <a:gd name="connsiteX4" fmla="*/ 14192 w 14192"/>
                <a:gd name="connsiteY4" fmla="*/ 7048 h 1409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14192" h="14096">
                  <a:moveTo>
                    <a:pt x="14192" y="7048"/>
                  </a:moveTo>
                  <a:cubicBezTo>
                    <a:pt x="14192" y="10954"/>
                    <a:pt x="11049" y="14097"/>
                    <a:pt x="7144" y="14097"/>
                  </a:cubicBezTo>
                  <a:cubicBezTo>
                    <a:pt x="3239" y="14097"/>
                    <a:pt x="0" y="10954"/>
                    <a:pt x="0" y="7048"/>
                  </a:cubicBezTo>
                  <a:cubicBezTo>
                    <a:pt x="0" y="3143"/>
                    <a:pt x="3143" y="0"/>
                    <a:pt x="7049" y="0"/>
                  </a:cubicBezTo>
                  <a:cubicBezTo>
                    <a:pt x="10954" y="0"/>
                    <a:pt x="14192" y="3143"/>
                    <a:pt x="14192" y="7048"/>
                  </a:cubicBezTo>
                  <a:close/>
                </a:path>
              </a:pathLst>
            </a:custGeom>
            <a:grpFill/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50" name="Freeform: Shape 49">
              <a:extLst>
                <a:ext uri="{FF2B5EF4-FFF2-40B4-BE49-F238E27FC236}">
                  <a16:creationId xmlns:a16="http://schemas.microsoft.com/office/drawing/2014/main" id="{60D19F80-DC80-49EC-8EDD-7889092C181C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5793283" y="3303829"/>
              <a:ext cx="14097" cy="14096"/>
            </a:xfrm>
            <a:custGeom>
              <a:avLst/>
              <a:gdLst>
                <a:gd name="connsiteX0" fmla="*/ 14097 w 14097"/>
                <a:gd name="connsiteY0" fmla="*/ 7048 h 14096"/>
                <a:gd name="connsiteX1" fmla="*/ 7049 w 14097"/>
                <a:gd name="connsiteY1" fmla="*/ 14097 h 14096"/>
                <a:gd name="connsiteX2" fmla="*/ 0 w 14097"/>
                <a:gd name="connsiteY2" fmla="*/ 7048 h 14096"/>
                <a:gd name="connsiteX3" fmla="*/ 7049 w 14097"/>
                <a:gd name="connsiteY3" fmla="*/ 0 h 14096"/>
                <a:gd name="connsiteX4" fmla="*/ 14097 w 14097"/>
                <a:gd name="connsiteY4" fmla="*/ 7048 h 1409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14097" h="14096">
                  <a:moveTo>
                    <a:pt x="14097" y="7048"/>
                  </a:moveTo>
                  <a:cubicBezTo>
                    <a:pt x="14097" y="10954"/>
                    <a:pt x="10954" y="14097"/>
                    <a:pt x="7049" y="14097"/>
                  </a:cubicBezTo>
                  <a:cubicBezTo>
                    <a:pt x="3143" y="14097"/>
                    <a:pt x="0" y="10954"/>
                    <a:pt x="0" y="7048"/>
                  </a:cubicBezTo>
                  <a:cubicBezTo>
                    <a:pt x="0" y="3143"/>
                    <a:pt x="3143" y="0"/>
                    <a:pt x="7049" y="0"/>
                  </a:cubicBezTo>
                  <a:cubicBezTo>
                    <a:pt x="10954" y="0"/>
                    <a:pt x="14097" y="3143"/>
                    <a:pt x="14097" y="7048"/>
                  </a:cubicBezTo>
                  <a:close/>
                </a:path>
              </a:pathLst>
            </a:custGeom>
            <a:grpFill/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51" name="Freeform: Shape 50">
              <a:extLst>
                <a:ext uri="{FF2B5EF4-FFF2-40B4-BE49-F238E27FC236}">
                  <a16:creationId xmlns:a16="http://schemas.microsoft.com/office/drawing/2014/main" id="{11F50BB3-EA39-4693-BAE1-1101EF0A410E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5852433" y="3303829"/>
              <a:ext cx="14096" cy="14096"/>
            </a:xfrm>
            <a:custGeom>
              <a:avLst/>
              <a:gdLst>
                <a:gd name="connsiteX0" fmla="*/ 14097 w 14096"/>
                <a:gd name="connsiteY0" fmla="*/ 7048 h 14096"/>
                <a:gd name="connsiteX1" fmla="*/ 7048 w 14096"/>
                <a:gd name="connsiteY1" fmla="*/ 14097 h 14096"/>
                <a:gd name="connsiteX2" fmla="*/ 0 w 14096"/>
                <a:gd name="connsiteY2" fmla="*/ 7048 h 14096"/>
                <a:gd name="connsiteX3" fmla="*/ 7048 w 14096"/>
                <a:gd name="connsiteY3" fmla="*/ 0 h 14096"/>
                <a:gd name="connsiteX4" fmla="*/ 14097 w 14096"/>
                <a:gd name="connsiteY4" fmla="*/ 7048 h 1409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14096" h="14096">
                  <a:moveTo>
                    <a:pt x="14097" y="7048"/>
                  </a:moveTo>
                  <a:cubicBezTo>
                    <a:pt x="14097" y="10954"/>
                    <a:pt x="10954" y="14097"/>
                    <a:pt x="7048" y="14097"/>
                  </a:cubicBezTo>
                  <a:cubicBezTo>
                    <a:pt x="3143" y="14097"/>
                    <a:pt x="0" y="10954"/>
                    <a:pt x="0" y="7048"/>
                  </a:cubicBezTo>
                  <a:cubicBezTo>
                    <a:pt x="0" y="3143"/>
                    <a:pt x="3143" y="0"/>
                    <a:pt x="7048" y="0"/>
                  </a:cubicBezTo>
                  <a:cubicBezTo>
                    <a:pt x="10954" y="0"/>
                    <a:pt x="14097" y="3143"/>
                    <a:pt x="14097" y="7048"/>
                  </a:cubicBezTo>
                  <a:close/>
                </a:path>
              </a:pathLst>
            </a:custGeom>
            <a:grpFill/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52" name="Freeform: Shape 51">
              <a:extLst>
                <a:ext uri="{FF2B5EF4-FFF2-40B4-BE49-F238E27FC236}">
                  <a16:creationId xmlns:a16="http://schemas.microsoft.com/office/drawing/2014/main" id="{00EFD45B-69A8-47F6-A5BF-779F7EB49F7A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5911678" y="3303829"/>
              <a:ext cx="14096" cy="14096"/>
            </a:xfrm>
            <a:custGeom>
              <a:avLst/>
              <a:gdLst>
                <a:gd name="connsiteX0" fmla="*/ 14097 w 14096"/>
                <a:gd name="connsiteY0" fmla="*/ 7048 h 14096"/>
                <a:gd name="connsiteX1" fmla="*/ 7048 w 14096"/>
                <a:gd name="connsiteY1" fmla="*/ 14097 h 14096"/>
                <a:gd name="connsiteX2" fmla="*/ 0 w 14096"/>
                <a:gd name="connsiteY2" fmla="*/ 7048 h 14096"/>
                <a:gd name="connsiteX3" fmla="*/ 7048 w 14096"/>
                <a:gd name="connsiteY3" fmla="*/ 0 h 14096"/>
                <a:gd name="connsiteX4" fmla="*/ 14097 w 14096"/>
                <a:gd name="connsiteY4" fmla="*/ 7048 h 1409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14096" h="14096">
                  <a:moveTo>
                    <a:pt x="14097" y="7048"/>
                  </a:moveTo>
                  <a:cubicBezTo>
                    <a:pt x="14097" y="10954"/>
                    <a:pt x="10954" y="14097"/>
                    <a:pt x="7048" y="14097"/>
                  </a:cubicBezTo>
                  <a:cubicBezTo>
                    <a:pt x="3143" y="14097"/>
                    <a:pt x="0" y="10954"/>
                    <a:pt x="0" y="7048"/>
                  </a:cubicBezTo>
                  <a:cubicBezTo>
                    <a:pt x="0" y="3143"/>
                    <a:pt x="3143" y="0"/>
                    <a:pt x="7048" y="0"/>
                  </a:cubicBezTo>
                  <a:cubicBezTo>
                    <a:pt x="10954" y="0"/>
                    <a:pt x="14097" y="3143"/>
                    <a:pt x="14097" y="7048"/>
                  </a:cubicBezTo>
                  <a:close/>
                </a:path>
              </a:pathLst>
            </a:custGeom>
            <a:grpFill/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53" name="Freeform: Shape 52">
              <a:extLst>
                <a:ext uri="{FF2B5EF4-FFF2-40B4-BE49-F238E27FC236}">
                  <a16:creationId xmlns:a16="http://schemas.microsoft.com/office/drawing/2014/main" id="{9E53C464-7272-4EBC-830B-CB29A969886D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5970828" y="3303829"/>
              <a:ext cx="14096" cy="14096"/>
            </a:xfrm>
            <a:custGeom>
              <a:avLst/>
              <a:gdLst>
                <a:gd name="connsiteX0" fmla="*/ 14097 w 14096"/>
                <a:gd name="connsiteY0" fmla="*/ 7048 h 14096"/>
                <a:gd name="connsiteX1" fmla="*/ 7048 w 14096"/>
                <a:gd name="connsiteY1" fmla="*/ 14097 h 14096"/>
                <a:gd name="connsiteX2" fmla="*/ 0 w 14096"/>
                <a:gd name="connsiteY2" fmla="*/ 7048 h 14096"/>
                <a:gd name="connsiteX3" fmla="*/ 7048 w 14096"/>
                <a:gd name="connsiteY3" fmla="*/ 0 h 14096"/>
                <a:gd name="connsiteX4" fmla="*/ 14097 w 14096"/>
                <a:gd name="connsiteY4" fmla="*/ 7048 h 1409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14096" h="14096">
                  <a:moveTo>
                    <a:pt x="14097" y="7048"/>
                  </a:moveTo>
                  <a:cubicBezTo>
                    <a:pt x="14097" y="10954"/>
                    <a:pt x="10954" y="14097"/>
                    <a:pt x="7048" y="14097"/>
                  </a:cubicBezTo>
                  <a:cubicBezTo>
                    <a:pt x="3143" y="14097"/>
                    <a:pt x="0" y="10954"/>
                    <a:pt x="0" y="7048"/>
                  </a:cubicBezTo>
                  <a:cubicBezTo>
                    <a:pt x="0" y="3143"/>
                    <a:pt x="3143" y="0"/>
                    <a:pt x="7048" y="0"/>
                  </a:cubicBezTo>
                  <a:cubicBezTo>
                    <a:pt x="10954" y="0"/>
                    <a:pt x="14097" y="3143"/>
                    <a:pt x="14097" y="7048"/>
                  </a:cubicBezTo>
                  <a:close/>
                </a:path>
              </a:pathLst>
            </a:custGeom>
            <a:grpFill/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54" name="Freeform: Shape 53">
              <a:extLst>
                <a:ext uri="{FF2B5EF4-FFF2-40B4-BE49-F238E27FC236}">
                  <a16:creationId xmlns:a16="http://schemas.microsoft.com/office/drawing/2014/main" id="{B6BF10CE-C2AD-487A-9402-8D5C746ECF06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6030073" y="3303829"/>
              <a:ext cx="14097" cy="14096"/>
            </a:xfrm>
            <a:custGeom>
              <a:avLst/>
              <a:gdLst>
                <a:gd name="connsiteX0" fmla="*/ 14097 w 14097"/>
                <a:gd name="connsiteY0" fmla="*/ 7048 h 14096"/>
                <a:gd name="connsiteX1" fmla="*/ 7048 w 14097"/>
                <a:gd name="connsiteY1" fmla="*/ 14097 h 14096"/>
                <a:gd name="connsiteX2" fmla="*/ 0 w 14097"/>
                <a:gd name="connsiteY2" fmla="*/ 7048 h 14096"/>
                <a:gd name="connsiteX3" fmla="*/ 7048 w 14097"/>
                <a:gd name="connsiteY3" fmla="*/ 0 h 14096"/>
                <a:gd name="connsiteX4" fmla="*/ 14097 w 14097"/>
                <a:gd name="connsiteY4" fmla="*/ 7048 h 1409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14097" h="14096">
                  <a:moveTo>
                    <a:pt x="14097" y="7048"/>
                  </a:moveTo>
                  <a:cubicBezTo>
                    <a:pt x="14097" y="10954"/>
                    <a:pt x="10954" y="14097"/>
                    <a:pt x="7048" y="14097"/>
                  </a:cubicBezTo>
                  <a:cubicBezTo>
                    <a:pt x="3143" y="14097"/>
                    <a:pt x="0" y="10954"/>
                    <a:pt x="0" y="7048"/>
                  </a:cubicBezTo>
                  <a:cubicBezTo>
                    <a:pt x="0" y="3143"/>
                    <a:pt x="3143" y="0"/>
                    <a:pt x="7048" y="0"/>
                  </a:cubicBezTo>
                  <a:cubicBezTo>
                    <a:pt x="10954" y="0"/>
                    <a:pt x="14097" y="3143"/>
                    <a:pt x="14097" y="7048"/>
                  </a:cubicBezTo>
                  <a:close/>
                </a:path>
              </a:pathLst>
            </a:custGeom>
            <a:grpFill/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55" name="Freeform: Shape 54">
              <a:extLst>
                <a:ext uri="{FF2B5EF4-FFF2-40B4-BE49-F238E27FC236}">
                  <a16:creationId xmlns:a16="http://schemas.microsoft.com/office/drawing/2014/main" id="{1064C7FE-F8EB-47EF-97FA-348A52059956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6089224" y="3303829"/>
              <a:ext cx="14096" cy="14096"/>
            </a:xfrm>
            <a:custGeom>
              <a:avLst/>
              <a:gdLst>
                <a:gd name="connsiteX0" fmla="*/ 14097 w 14096"/>
                <a:gd name="connsiteY0" fmla="*/ 7048 h 14096"/>
                <a:gd name="connsiteX1" fmla="*/ 7048 w 14096"/>
                <a:gd name="connsiteY1" fmla="*/ 14097 h 14096"/>
                <a:gd name="connsiteX2" fmla="*/ 0 w 14096"/>
                <a:gd name="connsiteY2" fmla="*/ 7048 h 14096"/>
                <a:gd name="connsiteX3" fmla="*/ 7048 w 14096"/>
                <a:gd name="connsiteY3" fmla="*/ 0 h 14096"/>
                <a:gd name="connsiteX4" fmla="*/ 14097 w 14096"/>
                <a:gd name="connsiteY4" fmla="*/ 7048 h 1409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14096" h="14096">
                  <a:moveTo>
                    <a:pt x="14097" y="7048"/>
                  </a:moveTo>
                  <a:cubicBezTo>
                    <a:pt x="14097" y="10954"/>
                    <a:pt x="10954" y="14097"/>
                    <a:pt x="7048" y="14097"/>
                  </a:cubicBezTo>
                  <a:cubicBezTo>
                    <a:pt x="3143" y="14097"/>
                    <a:pt x="0" y="10954"/>
                    <a:pt x="0" y="7048"/>
                  </a:cubicBezTo>
                  <a:cubicBezTo>
                    <a:pt x="0" y="3143"/>
                    <a:pt x="3143" y="0"/>
                    <a:pt x="7048" y="0"/>
                  </a:cubicBezTo>
                  <a:cubicBezTo>
                    <a:pt x="10954" y="0"/>
                    <a:pt x="14097" y="3143"/>
                    <a:pt x="14097" y="7048"/>
                  </a:cubicBezTo>
                  <a:close/>
                </a:path>
              </a:pathLst>
            </a:custGeom>
            <a:grpFill/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56" name="Freeform: Shape 55">
              <a:extLst>
                <a:ext uri="{FF2B5EF4-FFF2-40B4-BE49-F238E27FC236}">
                  <a16:creationId xmlns:a16="http://schemas.microsoft.com/office/drawing/2014/main" id="{A991C553-06A1-4F26-BBBC-80F7E11E7A36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5734038" y="3363074"/>
              <a:ext cx="14192" cy="14097"/>
            </a:xfrm>
            <a:custGeom>
              <a:avLst/>
              <a:gdLst>
                <a:gd name="connsiteX0" fmla="*/ 14192 w 14192"/>
                <a:gd name="connsiteY0" fmla="*/ 7048 h 14097"/>
                <a:gd name="connsiteX1" fmla="*/ 7144 w 14192"/>
                <a:gd name="connsiteY1" fmla="*/ 14097 h 14097"/>
                <a:gd name="connsiteX2" fmla="*/ 0 w 14192"/>
                <a:gd name="connsiteY2" fmla="*/ 7048 h 14097"/>
                <a:gd name="connsiteX3" fmla="*/ 7049 w 14192"/>
                <a:gd name="connsiteY3" fmla="*/ 0 h 14097"/>
                <a:gd name="connsiteX4" fmla="*/ 14192 w 14192"/>
                <a:gd name="connsiteY4" fmla="*/ 7048 h 14097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14192" h="14097">
                  <a:moveTo>
                    <a:pt x="14192" y="7048"/>
                  </a:moveTo>
                  <a:cubicBezTo>
                    <a:pt x="14192" y="10954"/>
                    <a:pt x="11049" y="14097"/>
                    <a:pt x="7144" y="14097"/>
                  </a:cubicBezTo>
                  <a:cubicBezTo>
                    <a:pt x="3239" y="14097"/>
                    <a:pt x="0" y="10954"/>
                    <a:pt x="0" y="7048"/>
                  </a:cubicBezTo>
                  <a:cubicBezTo>
                    <a:pt x="0" y="3143"/>
                    <a:pt x="3143" y="0"/>
                    <a:pt x="7049" y="0"/>
                  </a:cubicBezTo>
                  <a:cubicBezTo>
                    <a:pt x="10954" y="0"/>
                    <a:pt x="14192" y="3143"/>
                    <a:pt x="14192" y="7048"/>
                  </a:cubicBezTo>
                  <a:close/>
                </a:path>
              </a:pathLst>
            </a:custGeom>
            <a:grpFill/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57" name="Freeform: Shape 56">
              <a:extLst>
                <a:ext uri="{FF2B5EF4-FFF2-40B4-BE49-F238E27FC236}">
                  <a16:creationId xmlns:a16="http://schemas.microsoft.com/office/drawing/2014/main" id="{BCE9C081-2191-4C84-956E-F106BB015C9D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5793283" y="3363072"/>
              <a:ext cx="14097" cy="14099"/>
            </a:xfrm>
            <a:custGeom>
              <a:avLst/>
              <a:gdLst>
                <a:gd name="connsiteX0" fmla="*/ 14097 w 14097"/>
                <a:gd name="connsiteY0" fmla="*/ 7051 h 14099"/>
                <a:gd name="connsiteX1" fmla="*/ 7049 w 14097"/>
                <a:gd name="connsiteY1" fmla="*/ 14099 h 14099"/>
                <a:gd name="connsiteX2" fmla="*/ 0 w 14097"/>
                <a:gd name="connsiteY2" fmla="*/ 7051 h 14099"/>
                <a:gd name="connsiteX3" fmla="*/ 7049 w 14097"/>
                <a:gd name="connsiteY3" fmla="*/ 2 h 14099"/>
                <a:gd name="connsiteX4" fmla="*/ 14097 w 14097"/>
                <a:gd name="connsiteY4" fmla="*/ 7051 h 14099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14097" h="14099">
                  <a:moveTo>
                    <a:pt x="14097" y="7051"/>
                  </a:moveTo>
                  <a:cubicBezTo>
                    <a:pt x="14097" y="10956"/>
                    <a:pt x="10954" y="14099"/>
                    <a:pt x="7049" y="14099"/>
                  </a:cubicBezTo>
                  <a:cubicBezTo>
                    <a:pt x="3143" y="14099"/>
                    <a:pt x="0" y="10956"/>
                    <a:pt x="0" y="7051"/>
                  </a:cubicBezTo>
                  <a:cubicBezTo>
                    <a:pt x="0" y="3145"/>
                    <a:pt x="3143" y="2"/>
                    <a:pt x="7049" y="2"/>
                  </a:cubicBezTo>
                  <a:cubicBezTo>
                    <a:pt x="10954" y="-93"/>
                    <a:pt x="14097" y="3145"/>
                    <a:pt x="14097" y="7051"/>
                  </a:cubicBezTo>
                  <a:close/>
                </a:path>
              </a:pathLst>
            </a:custGeom>
            <a:grpFill/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58" name="Freeform: Shape 57">
              <a:extLst>
                <a:ext uri="{FF2B5EF4-FFF2-40B4-BE49-F238E27FC236}">
                  <a16:creationId xmlns:a16="http://schemas.microsoft.com/office/drawing/2014/main" id="{292F6F03-BC34-40C6-8F17-7A169CD72FE6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5852433" y="3363072"/>
              <a:ext cx="14096" cy="14099"/>
            </a:xfrm>
            <a:custGeom>
              <a:avLst/>
              <a:gdLst>
                <a:gd name="connsiteX0" fmla="*/ 14097 w 14096"/>
                <a:gd name="connsiteY0" fmla="*/ 7051 h 14099"/>
                <a:gd name="connsiteX1" fmla="*/ 7048 w 14096"/>
                <a:gd name="connsiteY1" fmla="*/ 14099 h 14099"/>
                <a:gd name="connsiteX2" fmla="*/ 0 w 14096"/>
                <a:gd name="connsiteY2" fmla="*/ 7051 h 14099"/>
                <a:gd name="connsiteX3" fmla="*/ 7048 w 14096"/>
                <a:gd name="connsiteY3" fmla="*/ 2 h 14099"/>
                <a:gd name="connsiteX4" fmla="*/ 14097 w 14096"/>
                <a:gd name="connsiteY4" fmla="*/ 7051 h 14099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14096" h="14099">
                  <a:moveTo>
                    <a:pt x="14097" y="7051"/>
                  </a:moveTo>
                  <a:cubicBezTo>
                    <a:pt x="14097" y="10956"/>
                    <a:pt x="10954" y="14099"/>
                    <a:pt x="7048" y="14099"/>
                  </a:cubicBezTo>
                  <a:cubicBezTo>
                    <a:pt x="3143" y="14099"/>
                    <a:pt x="0" y="10956"/>
                    <a:pt x="0" y="7051"/>
                  </a:cubicBezTo>
                  <a:cubicBezTo>
                    <a:pt x="0" y="3145"/>
                    <a:pt x="3143" y="2"/>
                    <a:pt x="7048" y="2"/>
                  </a:cubicBezTo>
                  <a:cubicBezTo>
                    <a:pt x="10954" y="-93"/>
                    <a:pt x="14097" y="3145"/>
                    <a:pt x="14097" y="7051"/>
                  </a:cubicBezTo>
                  <a:close/>
                </a:path>
              </a:pathLst>
            </a:custGeom>
            <a:grpFill/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59" name="Freeform: Shape 58">
              <a:extLst>
                <a:ext uri="{FF2B5EF4-FFF2-40B4-BE49-F238E27FC236}">
                  <a16:creationId xmlns:a16="http://schemas.microsoft.com/office/drawing/2014/main" id="{A5101B80-7351-4F0F-AB7D-3E40B4D26643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5911678" y="3363072"/>
              <a:ext cx="14096" cy="14099"/>
            </a:xfrm>
            <a:custGeom>
              <a:avLst/>
              <a:gdLst>
                <a:gd name="connsiteX0" fmla="*/ 14097 w 14096"/>
                <a:gd name="connsiteY0" fmla="*/ 7051 h 14099"/>
                <a:gd name="connsiteX1" fmla="*/ 7048 w 14096"/>
                <a:gd name="connsiteY1" fmla="*/ 14099 h 14099"/>
                <a:gd name="connsiteX2" fmla="*/ 0 w 14096"/>
                <a:gd name="connsiteY2" fmla="*/ 7051 h 14099"/>
                <a:gd name="connsiteX3" fmla="*/ 7048 w 14096"/>
                <a:gd name="connsiteY3" fmla="*/ 2 h 14099"/>
                <a:gd name="connsiteX4" fmla="*/ 14097 w 14096"/>
                <a:gd name="connsiteY4" fmla="*/ 7051 h 14099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14096" h="14099">
                  <a:moveTo>
                    <a:pt x="14097" y="7051"/>
                  </a:moveTo>
                  <a:cubicBezTo>
                    <a:pt x="14097" y="10956"/>
                    <a:pt x="10954" y="14099"/>
                    <a:pt x="7048" y="14099"/>
                  </a:cubicBezTo>
                  <a:cubicBezTo>
                    <a:pt x="3143" y="14099"/>
                    <a:pt x="0" y="10956"/>
                    <a:pt x="0" y="7051"/>
                  </a:cubicBezTo>
                  <a:cubicBezTo>
                    <a:pt x="0" y="3145"/>
                    <a:pt x="3143" y="2"/>
                    <a:pt x="7048" y="2"/>
                  </a:cubicBezTo>
                  <a:cubicBezTo>
                    <a:pt x="10954" y="-93"/>
                    <a:pt x="14097" y="3145"/>
                    <a:pt x="14097" y="7051"/>
                  </a:cubicBezTo>
                  <a:close/>
                </a:path>
              </a:pathLst>
            </a:custGeom>
            <a:grpFill/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60" name="Freeform: Shape 59">
              <a:extLst>
                <a:ext uri="{FF2B5EF4-FFF2-40B4-BE49-F238E27FC236}">
                  <a16:creationId xmlns:a16="http://schemas.microsoft.com/office/drawing/2014/main" id="{0570EE1D-95AC-4660-8E96-7C8A36FEB630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5970828" y="3363072"/>
              <a:ext cx="14096" cy="14099"/>
            </a:xfrm>
            <a:custGeom>
              <a:avLst/>
              <a:gdLst>
                <a:gd name="connsiteX0" fmla="*/ 14097 w 14096"/>
                <a:gd name="connsiteY0" fmla="*/ 7051 h 14099"/>
                <a:gd name="connsiteX1" fmla="*/ 7048 w 14096"/>
                <a:gd name="connsiteY1" fmla="*/ 14099 h 14099"/>
                <a:gd name="connsiteX2" fmla="*/ 0 w 14096"/>
                <a:gd name="connsiteY2" fmla="*/ 7051 h 14099"/>
                <a:gd name="connsiteX3" fmla="*/ 7048 w 14096"/>
                <a:gd name="connsiteY3" fmla="*/ 2 h 14099"/>
                <a:gd name="connsiteX4" fmla="*/ 14097 w 14096"/>
                <a:gd name="connsiteY4" fmla="*/ 7051 h 14099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14096" h="14099">
                  <a:moveTo>
                    <a:pt x="14097" y="7051"/>
                  </a:moveTo>
                  <a:cubicBezTo>
                    <a:pt x="14097" y="10956"/>
                    <a:pt x="10954" y="14099"/>
                    <a:pt x="7048" y="14099"/>
                  </a:cubicBezTo>
                  <a:cubicBezTo>
                    <a:pt x="3143" y="14099"/>
                    <a:pt x="0" y="10956"/>
                    <a:pt x="0" y="7051"/>
                  </a:cubicBezTo>
                  <a:cubicBezTo>
                    <a:pt x="0" y="3145"/>
                    <a:pt x="3143" y="2"/>
                    <a:pt x="7048" y="2"/>
                  </a:cubicBezTo>
                  <a:cubicBezTo>
                    <a:pt x="10954" y="-93"/>
                    <a:pt x="14097" y="3145"/>
                    <a:pt x="14097" y="7051"/>
                  </a:cubicBezTo>
                  <a:close/>
                </a:path>
              </a:pathLst>
            </a:custGeom>
            <a:grpFill/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61" name="Freeform: Shape 60">
              <a:extLst>
                <a:ext uri="{FF2B5EF4-FFF2-40B4-BE49-F238E27FC236}">
                  <a16:creationId xmlns:a16="http://schemas.microsoft.com/office/drawing/2014/main" id="{385D9A56-2D15-4E0A-B981-E168F090644B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6030073" y="3363074"/>
              <a:ext cx="14097" cy="14097"/>
            </a:xfrm>
            <a:custGeom>
              <a:avLst/>
              <a:gdLst>
                <a:gd name="connsiteX0" fmla="*/ 14097 w 14097"/>
                <a:gd name="connsiteY0" fmla="*/ 7048 h 14097"/>
                <a:gd name="connsiteX1" fmla="*/ 7048 w 14097"/>
                <a:gd name="connsiteY1" fmla="*/ 14097 h 14097"/>
                <a:gd name="connsiteX2" fmla="*/ 0 w 14097"/>
                <a:gd name="connsiteY2" fmla="*/ 7048 h 14097"/>
                <a:gd name="connsiteX3" fmla="*/ 7048 w 14097"/>
                <a:gd name="connsiteY3" fmla="*/ 0 h 14097"/>
                <a:gd name="connsiteX4" fmla="*/ 14097 w 14097"/>
                <a:gd name="connsiteY4" fmla="*/ 7048 h 14097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14097" h="14097">
                  <a:moveTo>
                    <a:pt x="14097" y="7048"/>
                  </a:moveTo>
                  <a:cubicBezTo>
                    <a:pt x="14097" y="10954"/>
                    <a:pt x="10954" y="14097"/>
                    <a:pt x="7048" y="14097"/>
                  </a:cubicBezTo>
                  <a:cubicBezTo>
                    <a:pt x="3143" y="14097"/>
                    <a:pt x="0" y="10954"/>
                    <a:pt x="0" y="7048"/>
                  </a:cubicBezTo>
                  <a:cubicBezTo>
                    <a:pt x="0" y="3143"/>
                    <a:pt x="3143" y="0"/>
                    <a:pt x="7048" y="0"/>
                  </a:cubicBezTo>
                  <a:cubicBezTo>
                    <a:pt x="10954" y="0"/>
                    <a:pt x="14097" y="3143"/>
                    <a:pt x="14097" y="7048"/>
                  </a:cubicBezTo>
                  <a:close/>
                </a:path>
              </a:pathLst>
            </a:custGeom>
            <a:grpFill/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62" name="Freeform: Shape 61">
              <a:extLst>
                <a:ext uri="{FF2B5EF4-FFF2-40B4-BE49-F238E27FC236}">
                  <a16:creationId xmlns:a16="http://schemas.microsoft.com/office/drawing/2014/main" id="{28D0BA2F-9273-4EAA-AD17-C4EFE1140384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6089224" y="3363072"/>
              <a:ext cx="14096" cy="14099"/>
            </a:xfrm>
            <a:custGeom>
              <a:avLst/>
              <a:gdLst>
                <a:gd name="connsiteX0" fmla="*/ 14097 w 14096"/>
                <a:gd name="connsiteY0" fmla="*/ 7051 h 14099"/>
                <a:gd name="connsiteX1" fmla="*/ 7048 w 14096"/>
                <a:gd name="connsiteY1" fmla="*/ 14099 h 14099"/>
                <a:gd name="connsiteX2" fmla="*/ 0 w 14096"/>
                <a:gd name="connsiteY2" fmla="*/ 7051 h 14099"/>
                <a:gd name="connsiteX3" fmla="*/ 7048 w 14096"/>
                <a:gd name="connsiteY3" fmla="*/ 2 h 14099"/>
                <a:gd name="connsiteX4" fmla="*/ 14097 w 14096"/>
                <a:gd name="connsiteY4" fmla="*/ 7051 h 14099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14096" h="14099">
                  <a:moveTo>
                    <a:pt x="14097" y="7051"/>
                  </a:moveTo>
                  <a:cubicBezTo>
                    <a:pt x="14097" y="10956"/>
                    <a:pt x="10954" y="14099"/>
                    <a:pt x="7048" y="14099"/>
                  </a:cubicBezTo>
                  <a:cubicBezTo>
                    <a:pt x="3143" y="14099"/>
                    <a:pt x="0" y="10956"/>
                    <a:pt x="0" y="7051"/>
                  </a:cubicBezTo>
                  <a:cubicBezTo>
                    <a:pt x="0" y="3145"/>
                    <a:pt x="3143" y="2"/>
                    <a:pt x="7048" y="2"/>
                  </a:cubicBezTo>
                  <a:cubicBezTo>
                    <a:pt x="10954" y="-93"/>
                    <a:pt x="14097" y="3145"/>
                    <a:pt x="14097" y="7051"/>
                  </a:cubicBezTo>
                  <a:close/>
                </a:path>
              </a:pathLst>
            </a:custGeom>
            <a:grpFill/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63" name="Freeform: Shape 62">
              <a:extLst>
                <a:ext uri="{FF2B5EF4-FFF2-40B4-BE49-F238E27FC236}">
                  <a16:creationId xmlns:a16="http://schemas.microsoft.com/office/drawing/2014/main" id="{512CC54E-7976-4DC9-984C-45C2A23A721D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5734038" y="3422225"/>
              <a:ext cx="14192" cy="14096"/>
            </a:xfrm>
            <a:custGeom>
              <a:avLst/>
              <a:gdLst>
                <a:gd name="connsiteX0" fmla="*/ 14192 w 14192"/>
                <a:gd name="connsiteY0" fmla="*/ 7048 h 14096"/>
                <a:gd name="connsiteX1" fmla="*/ 7144 w 14192"/>
                <a:gd name="connsiteY1" fmla="*/ 14097 h 14096"/>
                <a:gd name="connsiteX2" fmla="*/ 0 w 14192"/>
                <a:gd name="connsiteY2" fmla="*/ 7048 h 14096"/>
                <a:gd name="connsiteX3" fmla="*/ 7049 w 14192"/>
                <a:gd name="connsiteY3" fmla="*/ 0 h 14096"/>
                <a:gd name="connsiteX4" fmla="*/ 14192 w 14192"/>
                <a:gd name="connsiteY4" fmla="*/ 7048 h 1409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14192" h="14096">
                  <a:moveTo>
                    <a:pt x="14192" y="7048"/>
                  </a:moveTo>
                  <a:cubicBezTo>
                    <a:pt x="14192" y="10954"/>
                    <a:pt x="11049" y="14097"/>
                    <a:pt x="7144" y="14097"/>
                  </a:cubicBezTo>
                  <a:cubicBezTo>
                    <a:pt x="3239" y="14097"/>
                    <a:pt x="0" y="10954"/>
                    <a:pt x="0" y="7048"/>
                  </a:cubicBezTo>
                  <a:cubicBezTo>
                    <a:pt x="0" y="3143"/>
                    <a:pt x="3143" y="0"/>
                    <a:pt x="7049" y="0"/>
                  </a:cubicBezTo>
                  <a:cubicBezTo>
                    <a:pt x="10954" y="0"/>
                    <a:pt x="14192" y="3143"/>
                    <a:pt x="14192" y="7048"/>
                  </a:cubicBezTo>
                  <a:close/>
                </a:path>
              </a:pathLst>
            </a:custGeom>
            <a:grpFill/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64" name="Freeform: Shape 63">
              <a:extLst>
                <a:ext uri="{FF2B5EF4-FFF2-40B4-BE49-F238E27FC236}">
                  <a16:creationId xmlns:a16="http://schemas.microsoft.com/office/drawing/2014/main" id="{C8A3FC72-9FF9-41F6-97E0-45A0FEE94631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5793283" y="3422225"/>
              <a:ext cx="14097" cy="14096"/>
            </a:xfrm>
            <a:custGeom>
              <a:avLst/>
              <a:gdLst>
                <a:gd name="connsiteX0" fmla="*/ 14097 w 14097"/>
                <a:gd name="connsiteY0" fmla="*/ 7048 h 14096"/>
                <a:gd name="connsiteX1" fmla="*/ 7049 w 14097"/>
                <a:gd name="connsiteY1" fmla="*/ 14097 h 14096"/>
                <a:gd name="connsiteX2" fmla="*/ 0 w 14097"/>
                <a:gd name="connsiteY2" fmla="*/ 7048 h 14096"/>
                <a:gd name="connsiteX3" fmla="*/ 7049 w 14097"/>
                <a:gd name="connsiteY3" fmla="*/ 0 h 14096"/>
                <a:gd name="connsiteX4" fmla="*/ 14097 w 14097"/>
                <a:gd name="connsiteY4" fmla="*/ 7048 h 1409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14097" h="14096">
                  <a:moveTo>
                    <a:pt x="14097" y="7048"/>
                  </a:moveTo>
                  <a:cubicBezTo>
                    <a:pt x="14097" y="10954"/>
                    <a:pt x="10954" y="14097"/>
                    <a:pt x="7049" y="14097"/>
                  </a:cubicBezTo>
                  <a:cubicBezTo>
                    <a:pt x="3143" y="14097"/>
                    <a:pt x="0" y="10954"/>
                    <a:pt x="0" y="7048"/>
                  </a:cubicBezTo>
                  <a:cubicBezTo>
                    <a:pt x="0" y="3143"/>
                    <a:pt x="3143" y="0"/>
                    <a:pt x="7049" y="0"/>
                  </a:cubicBezTo>
                  <a:cubicBezTo>
                    <a:pt x="10954" y="0"/>
                    <a:pt x="14097" y="3143"/>
                    <a:pt x="14097" y="7048"/>
                  </a:cubicBezTo>
                  <a:close/>
                </a:path>
              </a:pathLst>
            </a:custGeom>
            <a:grpFill/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65" name="Freeform: Shape 64">
              <a:extLst>
                <a:ext uri="{FF2B5EF4-FFF2-40B4-BE49-F238E27FC236}">
                  <a16:creationId xmlns:a16="http://schemas.microsoft.com/office/drawing/2014/main" id="{48918C16-C9B6-40D5-93A0-DB547B644A30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5852433" y="3422225"/>
              <a:ext cx="14096" cy="14096"/>
            </a:xfrm>
            <a:custGeom>
              <a:avLst/>
              <a:gdLst>
                <a:gd name="connsiteX0" fmla="*/ 14097 w 14096"/>
                <a:gd name="connsiteY0" fmla="*/ 7048 h 14096"/>
                <a:gd name="connsiteX1" fmla="*/ 7048 w 14096"/>
                <a:gd name="connsiteY1" fmla="*/ 14097 h 14096"/>
                <a:gd name="connsiteX2" fmla="*/ 0 w 14096"/>
                <a:gd name="connsiteY2" fmla="*/ 7048 h 14096"/>
                <a:gd name="connsiteX3" fmla="*/ 7048 w 14096"/>
                <a:gd name="connsiteY3" fmla="*/ 0 h 14096"/>
                <a:gd name="connsiteX4" fmla="*/ 14097 w 14096"/>
                <a:gd name="connsiteY4" fmla="*/ 7048 h 1409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14096" h="14096">
                  <a:moveTo>
                    <a:pt x="14097" y="7048"/>
                  </a:moveTo>
                  <a:cubicBezTo>
                    <a:pt x="14097" y="10954"/>
                    <a:pt x="10954" y="14097"/>
                    <a:pt x="7048" y="14097"/>
                  </a:cubicBezTo>
                  <a:cubicBezTo>
                    <a:pt x="3143" y="14097"/>
                    <a:pt x="0" y="10954"/>
                    <a:pt x="0" y="7048"/>
                  </a:cubicBezTo>
                  <a:cubicBezTo>
                    <a:pt x="0" y="3143"/>
                    <a:pt x="3143" y="0"/>
                    <a:pt x="7048" y="0"/>
                  </a:cubicBezTo>
                  <a:cubicBezTo>
                    <a:pt x="10954" y="0"/>
                    <a:pt x="14097" y="3143"/>
                    <a:pt x="14097" y="7048"/>
                  </a:cubicBezTo>
                  <a:close/>
                </a:path>
              </a:pathLst>
            </a:custGeom>
            <a:grpFill/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66" name="Freeform: Shape 65">
              <a:extLst>
                <a:ext uri="{FF2B5EF4-FFF2-40B4-BE49-F238E27FC236}">
                  <a16:creationId xmlns:a16="http://schemas.microsoft.com/office/drawing/2014/main" id="{A05612C6-4858-4854-A3D3-90CF1E1C7557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5911678" y="3422225"/>
              <a:ext cx="14096" cy="14096"/>
            </a:xfrm>
            <a:custGeom>
              <a:avLst/>
              <a:gdLst>
                <a:gd name="connsiteX0" fmla="*/ 14097 w 14096"/>
                <a:gd name="connsiteY0" fmla="*/ 7048 h 14096"/>
                <a:gd name="connsiteX1" fmla="*/ 7048 w 14096"/>
                <a:gd name="connsiteY1" fmla="*/ 14097 h 14096"/>
                <a:gd name="connsiteX2" fmla="*/ 0 w 14096"/>
                <a:gd name="connsiteY2" fmla="*/ 7048 h 14096"/>
                <a:gd name="connsiteX3" fmla="*/ 7048 w 14096"/>
                <a:gd name="connsiteY3" fmla="*/ 0 h 14096"/>
                <a:gd name="connsiteX4" fmla="*/ 14097 w 14096"/>
                <a:gd name="connsiteY4" fmla="*/ 7048 h 1409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14096" h="14096">
                  <a:moveTo>
                    <a:pt x="14097" y="7048"/>
                  </a:moveTo>
                  <a:cubicBezTo>
                    <a:pt x="14097" y="10954"/>
                    <a:pt x="10954" y="14097"/>
                    <a:pt x="7048" y="14097"/>
                  </a:cubicBezTo>
                  <a:cubicBezTo>
                    <a:pt x="3143" y="14097"/>
                    <a:pt x="0" y="10954"/>
                    <a:pt x="0" y="7048"/>
                  </a:cubicBezTo>
                  <a:cubicBezTo>
                    <a:pt x="0" y="3143"/>
                    <a:pt x="3143" y="0"/>
                    <a:pt x="7048" y="0"/>
                  </a:cubicBezTo>
                  <a:cubicBezTo>
                    <a:pt x="10954" y="0"/>
                    <a:pt x="14097" y="3143"/>
                    <a:pt x="14097" y="7048"/>
                  </a:cubicBezTo>
                  <a:close/>
                </a:path>
              </a:pathLst>
            </a:custGeom>
            <a:grpFill/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67" name="Freeform: Shape 66">
              <a:extLst>
                <a:ext uri="{FF2B5EF4-FFF2-40B4-BE49-F238E27FC236}">
                  <a16:creationId xmlns:a16="http://schemas.microsoft.com/office/drawing/2014/main" id="{A8E88D77-C726-4008-849C-DA7361F885D3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5970828" y="3422225"/>
              <a:ext cx="14096" cy="14096"/>
            </a:xfrm>
            <a:custGeom>
              <a:avLst/>
              <a:gdLst>
                <a:gd name="connsiteX0" fmla="*/ 14097 w 14096"/>
                <a:gd name="connsiteY0" fmla="*/ 7048 h 14096"/>
                <a:gd name="connsiteX1" fmla="*/ 7048 w 14096"/>
                <a:gd name="connsiteY1" fmla="*/ 14097 h 14096"/>
                <a:gd name="connsiteX2" fmla="*/ 0 w 14096"/>
                <a:gd name="connsiteY2" fmla="*/ 7048 h 14096"/>
                <a:gd name="connsiteX3" fmla="*/ 7048 w 14096"/>
                <a:gd name="connsiteY3" fmla="*/ 0 h 14096"/>
                <a:gd name="connsiteX4" fmla="*/ 14097 w 14096"/>
                <a:gd name="connsiteY4" fmla="*/ 7048 h 1409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14096" h="14096">
                  <a:moveTo>
                    <a:pt x="14097" y="7048"/>
                  </a:moveTo>
                  <a:cubicBezTo>
                    <a:pt x="14097" y="10954"/>
                    <a:pt x="10954" y="14097"/>
                    <a:pt x="7048" y="14097"/>
                  </a:cubicBezTo>
                  <a:cubicBezTo>
                    <a:pt x="3143" y="14097"/>
                    <a:pt x="0" y="10954"/>
                    <a:pt x="0" y="7048"/>
                  </a:cubicBezTo>
                  <a:cubicBezTo>
                    <a:pt x="0" y="3143"/>
                    <a:pt x="3143" y="0"/>
                    <a:pt x="7048" y="0"/>
                  </a:cubicBezTo>
                  <a:cubicBezTo>
                    <a:pt x="10954" y="0"/>
                    <a:pt x="14097" y="3143"/>
                    <a:pt x="14097" y="7048"/>
                  </a:cubicBezTo>
                  <a:close/>
                </a:path>
              </a:pathLst>
            </a:custGeom>
            <a:grpFill/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68" name="Freeform: Shape 67">
              <a:extLst>
                <a:ext uri="{FF2B5EF4-FFF2-40B4-BE49-F238E27FC236}">
                  <a16:creationId xmlns:a16="http://schemas.microsoft.com/office/drawing/2014/main" id="{24CFE7CA-C955-4365-90C3-6272CB9A3C57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6030073" y="3422225"/>
              <a:ext cx="14097" cy="14096"/>
            </a:xfrm>
            <a:custGeom>
              <a:avLst/>
              <a:gdLst>
                <a:gd name="connsiteX0" fmla="*/ 14097 w 14097"/>
                <a:gd name="connsiteY0" fmla="*/ 7048 h 14096"/>
                <a:gd name="connsiteX1" fmla="*/ 7048 w 14097"/>
                <a:gd name="connsiteY1" fmla="*/ 14097 h 14096"/>
                <a:gd name="connsiteX2" fmla="*/ 0 w 14097"/>
                <a:gd name="connsiteY2" fmla="*/ 7048 h 14096"/>
                <a:gd name="connsiteX3" fmla="*/ 7048 w 14097"/>
                <a:gd name="connsiteY3" fmla="*/ 0 h 14096"/>
                <a:gd name="connsiteX4" fmla="*/ 14097 w 14097"/>
                <a:gd name="connsiteY4" fmla="*/ 7048 h 1409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14097" h="14096">
                  <a:moveTo>
                    <a:pt x="14097" y="7048"/>
                  </a:moveTo>
                  <a:cubicBezTo>
                    <a:pt x="14097" y="10954"/>
                    <a:pt x="10954" y="14097"/>
                    <a:pt x="7048" y="14097"/>
                  </a:cubicBezTo>
                  <a:cubicBezTo>
                    <a:pt x="3143" y="14097"/>
                    <a:pt x="0" y="10954"/>
                    <a:pt x="0" y="7048"/>
                  </a:cubicBezTo>
                  <a:cubicBezTo>
                    <a:pt x="0" y="3143"/>
                    <a:pt x="3143" y="0"/>
                    <a:pt x="7048" y="0"/>
                  </a:cubicBezTo>
                  <a:cubicBezTo>
                    <a:pt x="10954" y="0"/>
                    <a:pt x="14097" y="3143"/>
                    <a:pt x="14097" y="7048"/>
                  </a:cubicBezTo>
                  <a:close/>
                </a:path>
              </a:pathLst>
            </a:custGeom>
            <a:grpFill/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69" name="Freeform: Shape 68">
              <a:extLst>
                <a:ext uri="{FF2B5EF4-FFF2-40B4-BE49-F238E27FC236}">
                  <a16:creationId xmlns:a16="http://schemas.microsoft.com/office/drawing/2014/main" id="{38B43FC8-B81C-490A-A346-4C6235DA8A54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6089224" y="3422225"/>
              <a:ext cx="14096" cy="14096"/>
            </a:xfrm>
            <a:custGeom>
              <a:avLst/>
              <a:gdLst>
                <a:gd name="connsiteX0" fmla="*/ 14097 w 14096"/>
                <a:gd name="connsiteY0" fmla="*/ 7048 h 14096"/>
                <a:gd name="connsiteX1" fmla="*/ 7048 w 14096"/>
                <a:gd name="connsiteY1" fmla="*/ 14097 h 14096"/>
                <a:gd name="connsiteX2" fmla="*/ 0 w 14096"/>
                <a:gd name="connsiteY2" fmla="*/ 7048 h 14096"/>
                <a:gd name="connsiteX3" fmla="*/ 7048 w 14096"/>
                <a:gd name="connsiteY3" fmla="*/ 0 h 14096"/>
                <a:gd name="connsiteX4" fmla="*/ 14097 w 14096"/>
                <a:gd name="connsiteY4" fmla="*/ 7048 h 1409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14096" h="14096">
                  <a:moveTo>
                    <a:pt x="14097" y="7048"/>
                  </a:moveTo>
                  <a:cubicBezTo>
                    <a:pt x="14097" y="10954"/>
                    <a:pt x="10954" y="14097"/>
                    <a:pt x="7048" y="14097"/>
                  </a:cubicBezTo>
                  <a:cubicBezTo>
                    <a:pt x="3143" y="14097"/>
                    <a:pt x="0" y="10954"/>
                    <a:pt x="0" y="7048"/>
                  </a:cubicBezTo>
                  <a:cubicBezTo>
                    <a:pt x="0" y="3143"/>
                    <a:pt x="3143" y="0"/>
                    <a:pt x="7048" y="0"/>
                  </a:cubicBezTo>
                  <a:cubicBezTo>
                    <a:pt x="10954" y="0"/>
                    <a:pt x="14097" y="3143"/>
                    <a:pt x="14097" y="7048"/>
                  </a:cubicBezTo>
                  <a:close/>
                </a:path>
              </a:pathLst>
            </a:custGeom>
            <a:grpFill/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70" name="Freeform: Shape 69">
              <a:extLst>
                <a:ext uri="{FF2B5EF4-FFF2-40B4-BE49-F238E27FC236}">
                  <a16:creationId xmlns:a16="http://schemas.microsoft.com/office/drawing/2014/main" id="{214D0221-0C97-4C71-B535-7506956EF8B0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6148469" y="3067039"/>
              <a:ext cx="14097" cy="14097"/>
            </a:xfrm>
            <a:custGeom>
              <a:avLst/>
              <a:gdLst>
                <a:gd name="connsiteX0" fmla="*/ 14097 w 14097"/>
                <a:gd name="connsiteY0" fmla="*/ 7049 h 14097"/>
                <a:gd name="connsiteX1" fmla="*/ 7049 w 14097"/>
                <a:gd name="connsiteY1" fmla="*/ 14097 h 14097"/>
                <a:gd name="connsiteX2" fmla="*/ 0 w 14097"/>
                <a:gd name="connsiteY2" fmla="*/ 7049 h 14097"/>
                <a:gd name="connsiteX3" fmla="*/ 6953 w 14097"/>
                <a:gd name="connsiteY3" fmla="*/ 0 h 14097"/>
                <a:gd name="connsiteX4" fmla="*/ 14097 w 14097"/>
                <a:gd name="connsiteY4" fmla="*/ 7049 h 14097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14097" h="14097">
                  <a:moveTo>
                    <a:pt x="14097" y="7049"/>
                  </a:moveTo>
                  <a:cubicBezTo>
                    <a:pt x="14097" y="10954"/>
                    <a:pt x="10954" y="14097"/>
                    <a:pt x="7049" y="14097"/>
                  </a:cubicBezTo>
                  <a:cubicBezTo>
                    <a:pt x="3143" y="14097"/>
                    <a:pt x="0" y="10954"/>
                    <a:pt x="0" y="7049"/>
                  </a:cubicBezTo>
                  <a:cubicBezTo>
                    <a:pt x="0" y="3143"/>
                    <a:pt x="3048" y="0"/>
                    <a:pt x="6953" y="0"/>
                  </a:cubicBezTo>
                  <a:cubicBezTo>
                    <a:pt x="10954" y="0"/>
                    <a:pt x="14097" y="3143"/>
                    <a:pt x="14097" y="7049"/>
                  </a:cubicBezTo>
                  <a:close/>
                </a:path>
              </a:pathLst>
            </a:custGeom>
            <a:grpFill/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71" name="Freeform: Shape 70">
              <a:extLst>
                <a:ext uri="{FF2B5EF4-FFF2-40B4-BE49-F238E27FC236}">
                  <a16:creationId xmlns:a16="http://schemas.microsoft.com/office/drawing/2014/main" id="{ED0C44EA-BD25-49A3-9EB8-9D8DED7C19D7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6207620" y="3067039"/>
              <a:ext cx="14096" cy="14097"/>
            </a:xfrm>
            <a:custGeom>
              <a:avLst/>
              <a:gdLst>
                <a:gd name="connsiteX0" fmla="*/ 14097 w 14096"/>
                <a:gd name="connsiteY0" fmla="*/ 7049 h 14097"/>
                <a:gd name="connsiteX1" fmla="*/ 7048 w 14096"/>
                <a:gd name="connsiteY1" fmla="*/ 14097 h 14097"/>
                <a:gd name="connsiteX2" fmla="*/ 0 w 14096"/>
                <a:gd name="connsiteY2" fmla="*/ 7049 h 14097"/>
                <a:gd name="connsiteX3" fmla="*/ 7048 w 14096"/>
                <a:gd name="connsiteY3" fmla="*/ 0 h 14097"/>
                <a:gd name="connsiteX4" fmla="*/ 14097 w 14096"/>
                <a:gd name="connsiteY4" fmla="*/ 7049 h 14097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14096" h="14097">
                  <a:moveTo>
                    <a:pt x="14097" y="7049"/>
                  </a:moveTo>
                  <a:cubicBezTo>
                    <a:pt x="14097" y="10954"/>
                    <a:pt x="10954" y="14097"/>
                    <a:pt x="7048" y="14097"/>
                  </a:cubicBezTo>
                  <a:cubicBezTo>
                    <a:pt x="3143" y="14097"/>
                    <a:pt x="0" y="10954"/>
                    <a:pt x="0" y="7049"/>
                  </a:cubicBezTo>
                  <a:cubicBezTo>
                    <a:pt x="0" y="3143"/>
                    <a:pt x="3143" y="0"/>
                    <a:pt x="7048" y="0"/>
                  </a:cubicBezTo>
                  <a:cubicBezTo>
                    <a:pt x="10954" y="0"/>
                    <a:pt x="14097" y="3143"/>
                    <a:pt x="14097" y="7049"/>
                  </a:cubicBezTo>
                  <a:close/>
                </a:path>
              </a:pathLst>
            </a:custGeom>
            <a:grpFill/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72" name="Freeform: Shape 71">
              <a:extLst>
                <a:ext uri="{FF2B5EF4-FFF2-40B4-BE49-F238E27FC236}">
                  <a16:creationId xmlns:a16="http://schemas.microsoft.com/office/drawing/2014/main" id="{A3C9CCF2-15CC-4F7D-87F5-7FFEBAC9C24B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6266865" y="3067039"/>
              <a:ext cx="14096" cy="14097"/>
            </a:xfrm>
            <a:custGeom>
              <a:avLst/>
              <a:gdLst>
                <a:gd name="connsiteX0" fmla="*/ 14097 w 14096"/>
                <a:gd name="connsiteY0" fmla="*/ 7049 h 14097"/>
                <a:gd name="connsiteX1" fmla="*/ 7049 w 14096"/>
                <a:gd name="connsiteY1" fmla="*/ 14097 h 14097"/>
                <a:gd name="connsiteX2" fmla="*/ 0 w 14096"/>
                <a:gd name="connsiteY2" fmla="*/ 7049 h 14097"/>
                <a:gd name="connsiteX3" fmla="*/ 6953 w 14096"/>
                <a:gd name="connsiteY3" fmla="*/ 0 h 14097"/>
                <a:gd name="connsiteX4" fmla="*/ 14097 w 14096"/>
                <a:gd name="connsiteY4" fmla="*/ 7049 h 14097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14096" h="14097">
                  <a:moveTo>
                    <a:pt x="14097" y="7049"/>
                  </a:moveTo>
                  <a:cubicBezTo>
                    <a:pt x="14097" y="10954"/>
                    <a:pt x="10954" y="14097"/>
                    <a:pt x="7049" y="14097"/>
                  </a:cubicBezTo>
                  <a:cubicBezTo>
                    <a:pt x="3143" y="14097"/>
                    <a:pt x="0" y="10954"/>
                    <a:pt x="0" y="7049"/>
                  </a:cubicBezTo>
                  <a:cubicBezTo>
                    <a:pt x="0" y="3143"/>
                    <a:pt x="3048" y="0"/>
                    <a:pt x="6953" y="0"/>
                  </a:cubicBezTo>
                  <a:cubicBezTo>
                    <a:pt x="10859" y="0"/>
                    <a:pt x="14097" y="3143"/>
                    <a:pt x="14097" y="7049"/>
                  </a:cubicBezTo>
                  <a:close/>
                </a:path>
              </a:pathLst>
            </a:custGeom>
            <a:grpFill/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73" name="Freeform: Shape 72">
              <a:extLst>
                <a:ext uri="{FF2B5EF4-FFF2-40B4-BE49-F238E27FC236}">
                  <a16:creationId xmlns:a16="http://schemas.microsoft.com/office/drawing/2014/main" id="{8AA321D8-1D2C-472C-A2DB-EBB74498DDFE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6326014" y="3067039"/>
              <a:ext cx="14096" cy="14097"/>
            </a:xfrm>
            <a:custGeom>
              <a:avLst/>
              <a:gdLst>
                <a:gd name="connsiteX0" fmla="*/ 14097 w 14096"/>
                <a:gd name="connsiteY0" fmla="*/ 7049 h 14097"/>
                <a:gd name="connsiteX1" fmla="*/ 7048 w 14096"/>
                <a:gd name="connsiteY1" fmla="*/ 14097 h 14097"/>
                <a:gd name="connsiteX2" fmla="*/ 0 w 14096"/>
                <a:gd name="connsiteY2" fmla="*/ 7049 h 14097"/>
                <a:gd name="connsiteX3" fmla="*/ 7048 w 14096"/>
                <a:gd name="connsiteY3" fmla="*/ 0 h 14097"/>
                <a:gd name="connsiteX4" fmla="*/ 14097 w 14096"/>
                <a:gd name="connsiteY4" fmla="*/ 7049 h 14097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14096" h="14097">
                  <a:moveTo>
                    <a:pt x="14097" y="7049"/>
                  </a:moveTo>
                  <a:cubicBezTo>
                    <a:pt x="14097" y="10954"/>
                    <a:pt x="10954" y="14097"/>
                    <a:pt x="7048" y="14097"/>
                  </a:cubicBezTo>
                  <a:cubicBezTo>
                    <a:pt x="3143" y="14097"/>
                    <a:pt x="0" y="10954"/>
                    <a:pt x="0" y="7049"/>
                  </a:cubicBezTo>
                  <a:cubicBezTo>
                    <a:pt x="0" y="3143"/>
                    <a:pt x="3143" y="0"/>
                    <a:pt x="7048" y="0"/>
                  </a:cubicBezTo>
                  <a:cubicBezTo>
                    <a:pt x="10954" y="0"/>
                    <a:pt x="14097" y="3143"/>
                    <a:pt x="14097" y="7049"/>
                  </a:cubicBezTo>
                  <a:close/>
                </a:path>
              </a:pathLst>
            </a:custGeom>
            <a:grpFill/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74" name="Freeform: Shape 73">
              <a:extLst>
                <a:ext uri="{FF2B5EF4-FFF2-40B4-BE49-F238E27FC236}">
                  <a16:creationId xmlns:a16="http://schemas.microsoft.com/office/drawing/2014/main" id="{724680C1-4BB5-45DB-A558-82514418CF2A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6385260" y="3067039"/>
              <a:ext cx="14096" cy="14097"/>
            </a:xfrm>
            <a:custGeom>
              <a:avLst/>
              <a:gdLst>
                <a:gd name="connsiteX0" fmla="*/ 14097 w 14096"/>
                <a:gd name="connsiteY0" fmla="*/ 7049 h 14097"/>
                <a:gd name="connsiteX1" fmla="*/ 7048 w 14096"/>
                <a:gd name="connsiteY1" fmla="*/ 14097 h 14097"/>
                <a:gd name="connsiteX2" fmla="*/ 0 w 14096"/>
                <a:gd name="connsiteY2" fmla="*/ 7049 h 14097"/>
                <a:gd name="connsiteX3" fmla="*/ 6953 w 14096"/>
                <a:gd name="connsiteY3" fmla="*/ 0 h 14097"/>
                <a:gd name="connsiteX4" fmla="*/ 14097 w 14096"/>
                <a:gd name="connsiteY4" fmla="*/ 7049 h 14097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14096" h="14097">
                  <a:moveTo>
                    <a:pt x="14097" y="7049"/>
                  </a:moveTo>
                  <a:cubicBezTo>
                    <a:pt x="14097" y="10954"/>
                    <a:pt x="10954" y="14097"/>
                    <a:pt x="7048" y="14097"/>
                  </a:cubicBezTo>
                  <a:cubicBezTo>
                    <a:pt x="3143" y="14097"/>
                    <a:pt x="0" y="10954"/>
                    <a:pt x="0" y="7049"/>
                  </a:cubicBezTo>
                  <a:cubicBezTo>
                    <a:pt x="0" y="3143"/>
                    <a:pt x="3048" y="0"/>
                    <a:pt x="6953" y="0"/>
                  </a:cubicBezTo>
                  <a:cubicBezTo>
                    <a:pt x="10858" y="0"/>
                    <a:pt x="14097" y="3143"/>
                    <a:pt x="14097" y="7049"/>
                  </a:cubicBezTo>
                  <a:close/>
                </a:path>
              </a:pathLst>
            </a:custGeom>
            <a:grpFill/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75" name="Freeform: Shape 74">
              <a:extLst>
                <a:ext uri="{FF2B5EF4-FFF2-40B4-BE49-F238E27FC236}">
                  <a16:creationId xmlns:a16="http://schemas.microsoft.com/office/drawing/2014/main" id="{C94F4CEF-82DD-4CFB-8EE3-4AB115F6A079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6444410" y="3067039"/>
              <a:ext cx="14096" cy="14097"/>
            </a:xfrm>
            <a:custGeom>
              <a:avLst/>
              <a:gdLst>
                <a:gd name="connsiteX0" fmla="*/ 14097 w 14096"/>
                <a:gd name="connsiteY0" fmla="*/ 7049 h 14097"/>
                <a:gd name="connsiteX1" fmla="*/ 7048 w 14096"/>
                <a:gd name="connsiteY1" fmla="*/ 14097 h 14097"/>
                <a:gd name="connsiteX2" fmla="*/ 0 w 14096"/>
                <a:gd name="connsiteY2" fmla="*/ 7049 h 14097"/>
                <a:gd name="connsiteX3" fmla="*/ 7048 w 14096"/>
                <a:gd name="connsiteY3" fmla="*/ 0 h 14097"/>
                <a:gd name="connsiteX4" fmla="*/ 14097 w 14096"/>
                <a:gd name="connsiteY4" fmla="*/ 7049 h 14097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14096" h="14097">
                  <a:moveTo>
                    <a:pt x="14097" y="7049"/>
                  </a:moveTo>
                  <a:cubicBezTo>
                    <a:pt x="14097" y="10941"/>
                    <a:pt x="10941" y="14097"/>
                    <a:pt x="7048" y="14097"/>
                  </a:cubicBezTo>
                  <a:cubicBezTo>
                    <a:pt x="3156" y="14097"/>
                    <a:pt x="0" y="10941"/>
                    <a:pt x="0" y="7049"/>
                  </a:cubicBezTo>
                  <a:cubicBezTo>
                    <a:pt x="0" y="3156"/>
                    <a:pt x="3156" y="0"/>
                    <a:pt x="7048" y="0"/>
                  </a:cubicBezTo>
                  <a:cubicBezTo>
                    <a:pt x="10941" y="0"/>
                    <a:pt x="14097" y="3156"/>
                    <a:pt x="14097" y="7049"/>
                  </a:cubicBezTo>
                  <a:close/>
                </a:path>
              </a:pathLst>
            </a:custGeom>
            <a:grpFill/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76" name="Freeform: Shape 75">
              <a:extLst>
                <a:ext uri="{FF2B5EF4-FFF2-40B4-BE49-F238E27FC236}">
                  <a16:creationId xmlns:a16="http://schemas.microsoft.com/office/drawing/2014/main" id="{4F186C9C-C620-4426-A674-E40F808F6689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6148469" y="3126281"/>
              <a:ext cx="14097" cy="14099"/>
            </a:xfrm>
            <a:custGeom>
              <a:avLst/>
              <a:gdLst>
                <a:gd name="connsiteX0" fmla="*/ 14097 w 14097"/>
                <a:gd name="connsiteY0" fmla="*/ 7051 h 14099"/>
                <a:gd name="connsiteX1" fmla="*/ 7049 w 14097"/>
                <a:gd name="connsiteY1" fmla="*/ 14099 h 14099"/>
                <a:gd name="connsiteX2" fmla="*/ 0 w 14097"/>
                <a:gd name="connsiteY2" fmla="*/ 7051 h 14099"/>
                <a:gd name="connsiteX3" fmla="*/ 7049 w 14097"/>
                <a:gd name="connsiteY3" fmla="*/ 2 h 14099"/>
                <a:gd name="connsiteX4" fmla="*/ 14097 w 14097"/>
                <a:gd name="connsiteY4" fmla="*/ 7051 h 14099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14097" h="14099">
                  <a:moveTo>
                    <a:pt x="14097" y="7051"/>
                  </a:moveTo>
                  <a:cubicBezTo>
                    <a:pt x="14097" y="10956"/>
                    <a:pt x="10954" y="14099"/>
                    <a:pt x="7049" y="14099"/>
                  </a:cubicBezTo>
                  <a:cubicBezTo>
                    <a:pt x="3143" y="14099"/>
                    <a:pt x="0" y="10956"/>
                    <a:pt x="0" y="7051"/>
                  </a:cubicBezTo>
                  <a:cubicBezTo>
                    <a:pt x="0" y="3145"/>
                    <a:pt x="3143" y="2"/>
                    <a:pt x="7049" y="2"/>
                  </a:cubicBezTo>
                  <a:cubicBezTo>
                    <a:pt x="10954" y="-93"/>
                    <a:pt x="14097" y="3145"/>
                    <a:pt x="14097" y="7051"/>
                  </a:cubicBezTo>
                  <a:close/>
                </a:path>
              </a:pathLst>
            </a:custGeom>
            <a:grpFill/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77" name="Freeform: Shape 76">
              <a:extLst>
                <a:ext uri="{FF2B5EF4-FFF2-40B4-BE49-F238E27FC236}">
                  <a16:creationId xmlns:a16="http://schemas.microsoft.com/office/drawing/2014/main" id="{8929942C-BA3F-40EF-94DD-4A5C22C5B742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6207620" y="3126281"/>
              <a:ext cx="14096" cy="14099"/>
            </a:xfrm>
            <a:custGeom>
              <a:avLst/>
              <a:gdLst>
                <a:gd name="connsiteX0" fmla="*/ 14097 w 14096"/>
                <a:gd name="connsiteY0" fmla="*/ 7051 h 14099"/>
                <a:gd name="connsiteX1" fmla="*/ 7048 w 14096"/>
                <a:gd name="connsiteY1" fmla="*/ 14099 h 14099"/>
                <a:gd name="connsiteX2" fmla="*/ 0 w 14096"/>
                <a:gd name="connsiteY2" fmla="*/ 7051 h 14099"/>
                <a:gd name="connsiteX3" fmla="*/ 7048 w 14096"/>
                <a:gd name="connsiteY3" fmla="*/ 2 h 14099"/>
                <a:gd name="connsiteX4" fmla="*/ 14097 w 14096"/>
                <a:gd name="connsiteY4" fmla="*/ 7051 h 14099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14096" h="14099">
                  <a:moveTo>
                    <a:pt x="14097" y="7051"/>
                  </a:moveTo>
                  <a:cubicBezTo>
                    <a:pt x="14097" y="10956"/>
                    <a:pt x="10954" y="14099"/>
                    <a:pt x="7048" y="14099"/>
                  </a:cubicBezTo>
                  <a:cubicBezTo>
                    <a:pt x="3143" y="14099"/>
                    <a:pt x="0" y="10956"/>
                    <a:pt x="0" y="7051"/>
                  </a:cubicBezTo>
                  <a:cubicBezTo>
                    <a:pt x="0" y="3145"/>
                    <a:pt x="3143" y="2"/>
                    <a:pt x="7048" y="2"/>
                  </a:cubicBezTo>
                  <a:cubicBezTo>
                    <a:pt x="10954" y="-93"/>
                    <a:pt x="14097" y="3145"/>
                    <a:pt x="14097" y="7051"/>
                  </a:cubicBezTo>
                  <a:close/>
                </a:path>
              </a:pathLst>
            </a:custGeom>
            <a:grpFill/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78" name="Freeform: Shape 77">
              <a:extLst>
                <a:ext uri="{FF2B5EF4-FFF2-40B4-BE49-F238E27FC236}">
                  <a16:creationId xmlns:a16="http://schemas.microsoft.com/office/drawing/2014/main" id="{D234974B-3555-465B-95A7-1C63CE738673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6266865" y="3126281"/>
              <a:ext cx="14096" cy="14099"/>
            </a:xfrm>
            <a:custGeom>
              <a:avLst/>
              <a:gdLst>
                <a:gd name="connsiteX0" fmla="*/ 14097 w 14096"/>
                <a:gd name="connsiteY0" fmla="*/ 7051 h 14099"/>
                <a:gd name="connsiteX1" fmla="*/ 7049 w 14096"/>
                <a:gd name="connsiteY1" fmla="*/ 14099 h 14099"/>
                <a:gd name="connsiteX2" fmla="*/ 0 w 14096"/>
                <a:gd name="connsiteY2" fmla="*/ 7051 h 14099"/>
                <a:gd name="connsiteX3" fmla="*/ 7049 w 14096"/>
                <a:gd name="connsiteY3" fmla="*/ 2 h 14099"/>
                <a:gd name="connsiteX4" fmla="*/ 14097 w 14096"/>
                <a:gd name="connsiteY4" fmla="*/ 7051 h 14099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14096" h="14099">
                  <a:moveTo>
                    <a:pt x="14097" y="7051"/>
                  </a:moveTo>
                  <a:cubicBezTo>
                    <a:pt x="14097" y="10956"/>
                    <a:pt x="10954" y="14099"/>
                    <a:pt x="7049" y="14099"/>
                  </a:cubicBezTo>
                  <a:cubicBezTo>
                    <a:pt x="3143" y="14099"/>
                    <a:pt x="0" y="10956"/>
                    <a:pt x="0" y="7051"/>
                  </a:cubicBezTo>
                  <a:cubicBezTo>
                    <a:pt x="0" y="3145"/>
                    <a:pt x="3143" y="2"/>
                    <a:pt x="7049" y="2"/>
                  </a:cubicBezTo>
                  <a:cubicBezTo>
                    <a:pt x="10859" y="-93"/>
                    <a:pt x="14097" y="3145"/>
                    <a:pt x="14097" y="7051"/>
                  </a:cubicBezTo>
                  <a:close/>
                </a:path>
              </a:pathLst>
            </a:custGeom>
            <a:grpFill/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79" name="Freeform: Shape 78">
              <a:extLst>
                <a:ext uri="{FF2B5EF4-FFF2-40B4-BE49-F238E27FC236}">
                  <a16:creationId xmlns:a16="http://schemas.microsoft.com/office/drawing/2014/main" id="{0E38F9FD-48AC-4C3E-9E75-D1C0B555E06C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6326014" y="3126281"/>
              <a:ext cx="14096" cy="14099"/>
            </a:xfrm>
            <a:custGeom>
              <a:avLst/>
              <a:gdLst>
                <a:gd name="connsiteX0" fmla="*/ 14097 w 14096"/>
                <a:gd name="connsiteY0" fmla="*/ 7051 h 14099"/>
                <a:gd name="connsiteX1" fmla="*/ 7048 w 14096"/>
                <a:gd name="connsiteY1" fmla="*/ 14099 h 14099"/>
                <a:gd name="connsiteX2" fmla="*/ 0 w 14096"/>
                <a:gd name="connsiteY2" fmla="*/ 7051 h 14099"/>
                <a:gd name="connsiteX3" fmla="*/ 7048 w 14096"/>
                <a:gd name="connsiteY3" fmla="*/ 2 h 14099"/>
                <a:gd name="connsiteX4" fmla="*/ 14097 w 14096"/>
                <a:gd name="connsiteY4" fmla="*/ 7051 h 14099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14096" h="14099">
                  <a:moveTo>
                    <a:pt x="14097" y="7051"/>
                  </a:moveTo>
                  <a:cubicBezTo>
                    <a:pt x="14097" y="10956"/>
                    <a:pt x="10954" y="14099"/>
                    <a:pt x="7048" y="14099"/>
                  </a:cubicBezTo>
                  <a:cubicBezTo>
                    <a:pt x="3143" y="14099"/>
                    <a:pt x="0" y="10956"/>
                    <a:pt x="0" y="7051"/>
                  </a:cubicBezTo>
                  <a:cubicBezTo>
                    <a:pt x="0" y="3145"/>
                    <a:pt x="3143" y="2"/>
                    <a:pt x="7048" y="2"/>
                  </a:cubicBezTo>
                  <a:cubicBezTo>
                    <a:pt x="10954" y="-93"/>
                    <a:pt x="14097" y="3145"/>
                    <a:pt x="14097" y="7051"/>
                  </a:cubicBezTo>
                  <a:close/>
                </a:path>
              </a:pathLst>
            </a:custGeom>
            <a:grpFill/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80" name="Freeform: Shape 79">
              <a:extLst>
                <a:ext uri="{FF2B5EF4-FFF2-40B4-BE49-F238E27FC236}">
                  <a16:creationId xmlns:a16="http://schemas.microsoft.com/office/drawing/2014/main" id="{3AA72E26-5C3D-4231-9042-E00AE43E801E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6385260" y="3126281"/>
              <a:ext cx="14096" cy="14099"/>
            </a:xfrm>
            <a:custGeom>
              <a:avLst/>
              <a:gdLst>
                <a:gd name="connsiteX0" fmla="*/ 14097 w 14096"/>
                <a:gd name="connsiteY0" fmla="*/ 7051 h 14099"/>
                <a:gd name="connsiteX1" fmla="*/ 7048 w 14096"/>
                <a:gd name="connsiteY1" fmla="*/ 14099 h 14099"/>
                <a:gd name="connsiteX2" fmla="*/ 0 w 14096"/>
                <a:gd name="connsiteY2" fmla="*/ 7051 h 14099"/>
                <a:gd name="connsiteX3" fmla="*/ 7048 w 14096"/>
                <a:gd name="connsiteY3" fmla="*/ 2 h 14099"/>
                <a:gd name="connsiteX4" fmla="*/ 14097 w 14096"/>
                <a:gd name="connsiteY4" fmla="*/ 7051 h 14099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14096" h="14099">
                  <a:moveTo>
                    <a:pt x="14097" y="7051"/>
                  </a:moveTo>
                  <a:cubicBezTo>
                    <a:pt x="14097" y="10956"/>
                    <a:pt x="10954" y="14099"/>
                    <a:pt x="7048" y="14099"/>
                  </a:cubicBezTo>
                  <a:cubicBezTo>
                    <a:pt x="3143" y="14099"/>
                    <a:pt x="0" y="10956"/>
                    <a:pt x="0" y="7051"/>
                  </a:cubicBezTo>
                  <a:cubicBezTo>
                    <a:pt x="0" y="3145"/>
                    <a:pt x="3143" y="2"/>
                    <a:pt x="7048" y="2"/>
                  </a:cubicBezTo>
                  <a:cubicBezTo>
                    <a:pt x="10858" y="-93"/>
                    <a:pt x="14097" y="3145"/>
                    <a:pt x="14097" y="7051"/>
                  </a:cubicBezTo>
                  <a:close/>
                </a:path>
              </a:pathLst>
            </a:custGeom>
            <a:grpFill/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81" name="Freeform: Shape 80">
              <a:extLst>
                <a:ext uri="{FF2B5EF4-FFF2-40B4-BE49-F238E27FC236}">
                  <a16:creationId xmlns:a16="http://schemas.microsoft.com/office/drawing/2014/main" id="{6684433D-3C9E-4C19-A801-D51CF3064F1A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6444410" y="3126283"/>
              <a:ext cx="14096" cy="14097"/>
            </a:xfrm>
            <a:custGeom>
              <a:avLst/>
              <a:gdLst>
                <a:gd name="connsiteX0" fmla="*/ 14097 w 14096"/>
                <a:gd name="connsiteY0" fmla="*/ 7049 h 14097"/>
                <a:gd name="connsiteX1" fmla="*/ 7048 w 14096"/>
                <a:gd name="connsiteY1" fmla="*/ 14097 h 14097"/>
                <a:gd name="connsiteX2" fmla="*/ 0 w 14096"/>
                <a:gd name="connsiteY2" fmla="*/ 7049 h 14097"/>
                <a:gd name="connsiteX3" fmla="*/ 7048 w 14096"/>
                <a:gd name="connsiteY3" fmla="*/ 0 h 14097"/>
                <a:gd name="connsiteX4" fmla="*/ 14097 w 14096"/>
                <a:gd name="connsiteY4" fmla="*/ 7049 h 14097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14096" h="14097">
                  <a:moveTo>
                    <a:pt x="14097" y="7049"/>
                  </a:moveTo>
                  <a:cubicBezTo>
                    <a:pt x="14097" y="10954"/>
                    <a:pt x="10954" y="14097"/>
                    <a:pt x="7048" y="14097"/>
                  </a:cubicBezTo>
                  <a:cubicBezTo>
                    <a:pt x="3143" y="14097"/>
                    <a:pt x="0" y="10954"/>
                    <a:pt x="0" y="7049"/>
                  </a:cubicBezTo>
                  <a:cubicBezTo>
                    <a:pt x="0" y="3143"/>
                    <a:pt x="3143" y="0"/>
                    <a:pt x="7048" y="0"/>
                  </a:cubicBezTo>
                  <a:cubicBezTo>
                    <a:pt x="10954" y="0"/>
                    <a:pt x="14097" y="3143"/>
                    <a:pt x="14097" y="7049"/>
                  </a:cubicBezTo>
                  <a:close/>
                </a:path>
              </a:pathLst>
            </a:custGeom>
            <a:grpFill/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82" name="Freeform: Shape 81">
              <a:extLst>
                <a:ext uri="{FF2B5EF4-FFF2-40B4-BE49-F238E27FC236}">
                  <a16:creationId xmlns:a16="http://schemas.microsoft.com/office/drawing/2014/main" id="{DADB0C3D-A021-4F40-93B3-76B61334FD91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6148469" y="3185433"/>
              <a:ext cx="14097" cy="14096"/>
            </a:xfrm>
            <a:custGeom>
              <a:avLst/>
              <a:gdLst>
                <a:gd name="connsiteX0" fmla="*/ 14097 w 14097"/>
                <a:gd name="connsiteY0" fmla="*/ 7048 h 14096"/>
                <a:gd name="connsiteX1" fmla="*/ 7049 w 14097"/>
                <a:gd name="connsiteY1" fmla="*/ 14097 h 14096"/>
                <a:gd name="connsiteX2" fmla="*/ 0 w 14097"/>
                <a:gd name="connsiteY2" fmla="*/ 7048 h 14096"/>
                <a:gd name="connsiteX3" fmla="*/ 7049 w 14097"/>
                <a:gd name="connsiteY3" fmla="*/ 0 h 14096"/>
                <a:gd name="connsiteX4" fmla="*/ 14097 w 14097"/>
                <a:gd name="connsiteY4" fmla="*/ 7048 h 1409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14097" h="14096">
                  <a:moveTo>
                    <a:pt x="14097" y="7048"/>
                  </a:moveTo>
                  <a:cubicBezTo>
                    <a:pt x="14097" y="10954"/>
                    <a:pt x="10954" y="14097"/>
                    <a:pt x="7049" y="14097"/>
                  </a:cubicBezTo>
                  <a:cubicBezTo>
                    <a:pt x="3143" y="14097"/>
                    <a:pt x="0" y="10954"/>
                    <a:pt x="0" y="7048"/>
                  </a:cubicBezTo>
                  <a:cubicBezTo>
                    <a:pt x="0" y="3143"/>
                    <a:pt x="3143" y="0"/>
                    <a:pt x="7049" y="0"/>
                  </a:cubicBezTo>
                  <a:cubicBezTo>
                    <a:pt x="10954" y="0"/>
                    <a:pt x="14097" y="3143"/>
                    <a:pt x="14097" y="7048"/>
                  </a:cubicBezTo>
                  <a:close/>
                </a:path>
              </a:pathLst>
            </a:custGeom>
            <a:grpFill/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83" name="Freeform: Shape 82">
              <a:extLst>
                <a:ext uri="{FF2B5EF4-FFF2-40B4-BE49-F238E27FC236}">
                  <a16:creationId xmlns:a16="http://schemas.microsoft.com/office/drawing/2014/main" id="{41781C18-F408-401D-8A86-99FFBB989565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6207620" y="3185433"/>
              <a:ext cx="14096" cy="14096"/>
            </a:xfrm>
            <a:custGeom>
              <a:avLst/>
              <a:gdLst>
                <a:gd name="connsiteX0" fmla="*/ 14097 w 14096"/>
                <a:gd name="connsiteY0" fmla="*/ 7048 h 14096"/>
                <a:gd name="connsiteX1" fmla="*/ 7048 w 14096"/>
                <a:gd name="connsiteY1" fmla="*/ 14097 h 14096"/>
                <a:gd name="connsiteX2" fmla="*/ 0 w 14096"/>
                <a:gd name="connsiteY2" fmla="*/ 7048 h 14096"/>
                <a:gd name="connsiteX3" fmla="*/ 7048 w 14096"/>
                <a:gd name="connsiteY3" fmla="*/ 0 h 14096"/>
                <a:gd name="connsiteX4" fmla="*/ 14097 w 14096"/>
                <a:gd name="connsiteY4" fmla="*/ 7048 h 1409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14096" h="14096">
                  <a:moveTo>
                    <a:pt x="14097" y="7048"/>
                  </a:moveTo>
                  <a:cubicBezTo>
                    <a:pt x="14097" y="10954"/>
                    <a:pt x="10954" y="14097"/>
                    <a:pt x="7048" y="14097"/>
                  </a:cubicBezTo>
                  <a:cubicBezTo>
                    <a:pt x="3143" y="14097"/>
                    <a:pt x="0" y="10954"/>
                    <a:pt x="0" y="7048"/>
                  </a:cubicBezTo>
                  <a:cubicBezTo>
                    <a:pt x="0" y="3143"/>
                    <a:pt x="3143" y="0"/>
                    <a:pt x="7048" y="0"/>
                  </a:cubicBezTo>
                  <a:cubicBezTo>
                    <a:pt x="10954" y="0"/>
                    <a:pt x="14097" y="3143"/>
                    <a:pt x="14097" y="7048"/>
                  </a:cubicBezTo>
                  <a:close/>
                </a:path>
              </a:pathLst>
            </a:custGeom>
            <a:grpFill/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84" name="Freeform: Shape 83">
              <a:extLst>
                <a:ext uri="{FF2B5EF4-FFF2-40B4-BE49-F238E27FC236}">
                  <a16:creationId xmlns:a16="http://schemas.microsoft.com/office/drawing/2014/main" id="{9D958D9F-E4B0-48B1-ADA4-3053AFB5D9CE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6266865" y="3185433"/>
              <a:ext cx="14096" cy="14096"/>
            </a:xfrm>
            <a:custGeom>
              <a:avLst/>
              <a:gdLst>
                <a:gd name="connsiteX0" fmla="*/ 14097 w 14096"/>
                <a:gd name="connsiteY0" fmla="*/ 7048 h 14096"/>
                <a:gd name="connsiteX1" fmla="*/ 7049 w 14096"/>
                <a:gd name="connsiteY1" fmla="*/ 14097 h 14096"/>
                <a:gd name="connsiteX2" fmla="*/ 0 w 14096"/>
                <a:gd name="connsiteY2" fmla="*/ 7048 h 14096"/>
                <a:gd name="connsiteX3" fmla="*/ 7049 w 14096"/>
                <a:gd name="connsiteY3" fmla="*/ 0 h 14096"/>
                <a:gd name="connsiteX4" fmla="*/ 14097 w 14096"/>
                <a:gd name="connsiteY4" fmla="*/ 7048 h 1409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14096" h="14096">
                  <a:moveTo>
                    <a:pt x="14097" y="7048"/>
                  </a:moveTo>
                  <a:cubicBezTo>
                    <a:pt x="14097" y="10954"/>
                    <a:pt x="10954" y="14097"/>
                    <a:pt x="7049" y="14097"/>
                  </a:cubicBezTo>
                  <a:cubicBezTo>
                    <a:pt x="3143" y="14097"/>
                    <a:pt x="0" y="10954"/>
                    <a:pt x="0" y="7048"/>
                  </a:cubicBezTo>
                  <a:cubicBezTo>
                    <a:pt x="0" y="3143"/>
                    <a:pt x="3143" y="0"/>
                    <a:pt x="7049" y="0"/>
                  </a:cubicBezTo>
                  <a:cubicBezTo>
                    <a:pt x="10859" y="0"/>
                    <a:pt x="14097" y="3143"/>
                    <a:pt x="14097" y="7048"/>
                  </a:cubicBezTo>
                  <a:close/>
                </a:path>
              </a:pathLst>
            </a:custGeom>
            <a:grpFill/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85" name="Freeform: Shape 84">
              <a:extLst>
                <a:ext uri="{FF2B5EF4-FFF2-40B4-BE49-F238E27FC236}">
                  <a16:creationId xmlns:a16="http://schemas.microsoft.com/office/drawing/2014/main" id="{43EFCD46-F0FB-499C-81B9-3508FE5C8C5E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6326014" y="3185433"/>
              <a:ext cx="14096" cy="14096"/>
            </a:xfrm>
            <a:custGeom>
              <a:avLst/>
              <a:gdLst>
                <a:gd name="connsiteX0" fmla="*/ 14097 w 14096"/>
                <a:gd name="connsiteY0" fmla="*/ 7048 h 14096"/>
                <a:gd name="connsiteX1" fmla="*/ 7048 w 14096"/>
                <a:gd name="connsiteY1" fmla="*/ 14097 h 14096"/>
                <a:gd name="connsiteX2" fmla="*/ 0 w 14096"/>
                <a:gd name="connsiteY2" fmla="*/ 7048 h 14096"/>
                <a:gd name="connsiteX3" fmla="*/ 7048 w 14096"/>
                <a:gd name="connsiteY3" fmla="*/ 0 h 14096"/>
                <a:gd name="connsiteX4" fmla="*/ 14097 w 14096"/>
                <a:gd name="connsiteY4" fmla="*/ 7048 h 1409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14096" h="14096">
                  <a:moveTo>
                    <a:pt x="14097" y="7048"/>
                  </a:moveTo>
                  <a:cubicBezTo>
                    <a:pt x="14097" y="10954"/>
                    <a:pt x="10954" y="14097"/>
                    <a:pt x="7048" y="14097"/>
                  </a:cubicBezTo>
                  <a:cubicBezTo>
                    <a:pt x="3143" y="14097"/>
                    <a:pt x="0" y="10954"/>
                    <a:pt x="0" y="7048"/>
                  </a:cubicBezTo>
                  <a:cubicBezTo>
                    <a:pt x="0" y="3143"/>
                    <a:pt x="3143" y="0"/>
                    <a:pt x="7048" y="0"/>
                  </a:cubicBezTo>
                  <a:cubicBezTo>
                    <a:pt x="10954" y="0"/>
                    <a:pt x="14097" y="3143"/>
                    <a:pt x="14097" y="7048"/>
                  </a:cubicBezTo>
                  <a:close/>
                </a:path>
              </a:pathLst>
            </a:custGeom>
            <a:grpFill/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86" name="Freeform: Shape 85">
              <a:extLst>
                <a:ext uri="{FF2B5EF4-FFF2-40B4-BE49-F238E27FC236}">
                  <a16:creationId xmlns:a16="http://schemas.microsoft.com/office/drawing/2014/main" id="{2B6A130F-CB85-4BDA-8DDF-8DAAB2F7D049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6385260" y="3185433"/>
              <a:ext cx="14096" cy="14096"/>
            </a:xfrm>
            <a:custGeom>
              <a:avLst/>
              <a:gdLst>
                <a:gd name="connsiteX0" fmla="*/ 14097 w 14096"/>
                <a:gd name="connsiteY0" fmla="*/ 7048 h 14096"/>
                <a:gd name="connsiteX1" fmla="*/ 7048 w 14096"/>
                <a:gd name="connsiteY1" fmla="*/ 14097 h 14096"/>
                <a:gd name="connsiteX2" fmla="*/ 0 w 14096"/>
                <a:gd name="connsiteY2" fmla="*/ 7048 h 14096"/>
                <a:gd name="connsiteX3" fmla="*/ 7048 w 14096"/>
                <a:gd name="connsiteY3" fmla="*/ 0 h 14096"/>
                <a:gd name="connsiteX4" fmla="*/ 14097 w 14096"/>
                <a:gd name="connsiteY4" fmla="*/ 7048 h 1409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14096" h="14096">
                  <a:moveTo>
                    <a:pt x="14097" y="7048"/>
                  </a:moveTo>
                  <a:cubicBezTo>
                    <a:pt x="14097" y="10954"/>
                    <a:pt x="10954" y="14097"/>
                    <a:pt x="7048" y="14097"/>
                  </a:cubicBezTo>
                  <a:cubicBezTo>
                    <a:pt x="3143" y="14097"/>
                    <a:pt x="0" y="10954"/>
                    <a:pt x="0" y="7048"/>
                  </a:cubicBezTo>
                  <a:cubicBezTo>
                    <a:pt x="0" y="3143"/>
                    <a:pt x="3143" y="0"/>
                    <a:pt x="7048" y="0"/>
                  </a:cubicBezTo>
                  <a:cubicBezTo>
                    <a:pt x="10858" y="0"/>
                    <a:pt x="14097" y="3143"/>
                    <a:pt x="14097" y="7048"/>
                  </a:cubicBezTo>
                  <a:close/>
                </a:path>
              </a:pathLst>
            </a:custGeom>
            <a:grpFill/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87" name="Freeform: Shape 86">
              <a:extLst>
                <a:ext uri="{FF2B5EF4-FFF2-40B4-BE49-F238E27FC236}">
                  <a16:creationId xmlns:a16="http://schemas.microsoft.com/office/drawing/2014/main" id="{9359DA40-CA94-4B1F-9BE6-C800BEEC776F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6444410" y="3185432"/>
              <a:ext cx="14096" cy="14097"/>
            </a:xfrm>
            <a:custGeom>
              <a:avLst/>
              <a:gdLst>
                <a:gd name="connsiteX0" fmla="*/ 14097 w 14096"/>
                <a:gd name="connsiteY0" fmla="*/ 7049 h 14097"/>
                <a:gd name="connsiteX1" fmla="*/ 7048 w 14096"/>
                <a:gd name="connsiteY1" fmla="*/ 14097 h 14097"/>
                <a:gd name="connsiteX2" fmla="*/ 0 w 14096"/>
                <a:gd name="connsiteY2" fmla="*/ 7049 h 14097"/>
                <a:gd name="connsiteX3" fmla="*/ 7048 w 14096"/>
                <a:gd name="connsiteY3" fmla="*/ 0 h 14097"/>
                <a:gd name="connsiteX4" fmla="*/ 14097 w 14096"/>
                <a:gd name="connsiteY4" fmla="*/ 7049 h 14097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14096" h="14097">
                  <a:moveTo>
                    <a:pt x="14097" y="7049"/>
                  </a:moveTo>
                  <a:cubicBezTo>
                    <a:pt x="14097" y="10941"/>
                    <a:pt x="10941" y="14097"/>
                    <a:pt x="7048" y="14097"/>
                  </a:cubicBezTo>
                  <a:cubicBezTo>
                    <a:pt x="3156" y="14097"/>
                    <a:pt x="0" y="10941"/>
                    <a:pt x="0" y="7049"/>
                  </a:cubicBezTo>
                  <a:cubicBezTo>
                    <a:pt x="0" y="3156"/>
                    <a:pt x="3156" y="0"/>
                    <a:pt x="7048" y="0"/>
                  </a:cubicBezTo>
                  <a:cubicBezTo>
                    <a:pt x="10941" y="0"/>
                    <a:pt x="14097" y="3156"/>
                    <a:pt x="14097" y="7049"/>
                  </a:cubicBezTo>
                  <a:close/>
                </a:path>
              </a:pathLst>
            </a:custGeom>
            <a:grpFill/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88" name="Freeform: Shape 87">
              <a:extLst>
                <a:ext uri="{FF2B5EF4-FFF2-40B4-BE49-F238E27FC236}">
                  <a16:creationId xmlns:a16="http://schemas.microsoft.com/office/drawing/2014/main" id="{73304FCD-8DAD-4BC8-A16E-84DDCA07FF44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6148469" y="3244676"/>
              <a:ext cx="14097" cy="14099"/>
            </a:xfrm>
            <a:custGeom>
              <a:avLst/>
              <a:gdLst>
                <a:gd name="connsiteX0" fmla="*/ 14097 w 14097"/>
                <a:gd name="connsiteY0" fmla="*/ 7051 h 14099"/>
                <a:gd name="connsiteX1" fmla="*/ 7049 w 14097"/>
                <a:gd name="connsiteY1" fmla="*/ 14099 h 14099"/>
                <a:gd name="connsiteX2" fmla="*/ 0 w 14097"/>
                <a:gd name="connsiteY2" fmla="*/ 7051 h 14099"/>
                <a:gd name="connsiteX3" fmla="*/ 7049 w 14097"/>
                <a:gd name="connsiteY3" fmla="*/ 2 h 14099"/>
                <a:gd name="connsiteX4" fmla="*/ 14097 w 14097"/>
                <a:gd name="connsiteY4" fmla="*/ 7051 h 14099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14097" h="14099">
                  <a:moveTo>
                    <a:pt x="14097" y="7051"/>
                  </a:moveTo>
                  <a:cubicBezTo>
                    <a:pt x="14097" y="10956"/>
                    <a:pt x="10954" y="14099"/>
                    <a:pt x="7049" y="14099"/>
                  </a:cubicBezTo>
                  <a:cubicBezTo>
                    <a:pt x="3143" y="14099"/>
                    <a:pt x="0" y="10956"/>
                    <a:pt x="0" y="7051"/>
                  </a:cubicBezTo>
                  <a:cubicBezTo>
                    <a:pt x="0" y="3145"/>
                    <a:pt x="3143" y="2"/>
                    <a:pt x="7049" y="2"/>
                  </a:cubicBezTo>
                  <a:cubicBezTo>
                    <a:pt x="10954" y="-93"/>
                    <a:pt x="14097" y="3145"/>
                    <a:pt x="14097" y="7051"/>
                  </a:cubicBezTo>
                  <a:close/>
                </a:path>
              </a:pathLst>
            </a:custGeom>
            <a:grpFill/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89" name="Freeform: Shape 88">
              <a:extLst>
                <a:ext uri="{FF2B5EF4-FFF2-40B4-BE49-F238E27FC236}">
                  <a16:creationId xmlns:a16="http://schemas.microsoft.com/office/drawing/2014/main" id="{BCB4864C-8F67-4BE7-89CC-664EA25EC5F2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6207620" y="3244676"/>
              <a:ext cx="14096" cy="14099"/>
            </a:xfrm>
            <a:custGeom>
              <a:avLst/>
              <a:gdLst>
                <a:gd name="connsiteX0" fmla="*/ 14097 w 14096"/>
                <a:gd name="connsiteY0" fmla="*/ 7051 h 14099"/>
                <a:gd name="connsiteX1" fmla="*/ 7048 w 14096"/>
                <a:gd name="connsiteY1" fmla="*/ 14099 h 14099"/>
                <a:gd name="connsiteX2" fmla="*/ 0 w 14096"/>
                <a:gd name="connsiteY2" fmla="*/ 7051 h 14099"/>
                <a:gd name="connsiteX3" fmla="*/ 7048 w 14096"/>
                <a:gd name="connsiteY3" fmla="*/ 2 h 14099"/>
                <a:gd name="connsiteX4" fmla="*/ 14097 w 14096"/>
                <a:gd name="connsiteY4" fmla="*/ 7051 h 14099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14096" h="14099">
                  <a:moveTo>
                    <a:pt x="14097" y="7051"/>
                  </a:moveTo>
                  <a:cubicBezTo>
                    <a:pt x="14097" y="10956"/>
                    <a:pt x="10954" y="14099"/>
                    <a:pt x="7048" y="14099"/>
                  </a:cubicBezTo>
                  <a:cubicBezTo>
                    <a:pt x="3143" y="14099"/>
                    <a:pt x="0" y="10956"/>
                    <a:pt x="0" y="7051"/>
                  </a:cubicBezTo>
                  <a:cubicBezTo>
                    <a:pt x="0" y="3145"/>
                    <a:pt x="3143" y="2"/>
                    <a:pt x="7048" y="2"/>
                  </a:cubicBezTo>
                  <a:cubicBezTo>
                    <a:pt x="10954" y="-93"/>
                    <a:pt x="14097" y="3145"/>
                    <a:pt x="14097" y="7051"/>
                  </a:cubicBezTo>
                  <a:close/>
                </a:path>
              </a:pathLst>
            </a:custGeom>
            <a:grpFill/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90" name="Freeform: Shape 89">
              <a:extLst>
                <a:ext uri="{FF2B5EF4-FFF2-40B4-BE49-F238E27FC236}">
                  <a16:creationId xmlns:a16="http://schemas.microsoft.com/office/drawing/2014/main" id="{845F543D-67FC-4640-A2A1-69DA6D05286E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6266865" y="3244676"/>
              <a:ext cx="14096" cy="14099"/>
            </a:xfrm>
            <a:custGeom>
              <a:avLst/>
              <a:gdLst>
                <a:gd name="connsiteX0" fmla="*/ 14097 w 14096"/>
                <a:gd name="connsiteY0" fmla="*/ 7051 h 14099"/>
                <a:gd name="connsiteX1" fmla="*/ 7049 w 14096"/>
                <a:gd name="connsiteY1" fmla="*/ 14099 h 14099"/>
                <a:gd name="connsiteX2" fmla="*/ 0 w 14096"/>
                <a:gd name="connsiteY2" fmla="*/ 7051 h 14099"/>
                <a:gd name="connsiteX3" fmla="*/ 7049 w 14096"/>
                <a:gd name="connsiteY3" fmla="*/ 2 h 14099"/>
                <a:gd name="connsiteX4" fmla="*/ 14097 w 14096"/>
                <a:gd name="connsiteY4" fmla="*/ 7051 h 14099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14096" h="14099">
                  <a:moveTo>
                    <a:pt x="14097" y="7051"/>
                  </a:moveTo>
                  <a:cubicBezTo>
                    <a:pt x="14097" y="10956"/>
                    <a:pt x="10954" y="14099"/>
                    <a:pt x="7049" y="14099"/>
                  </a:cubicBezTo>
                  <a:cubicBezTo>
                    <a:pt x="3143" y="14099"/>
                    <a:pt x="0" y="10956"/>
                    <a:pt x="0" y="7051"/>
                  </a:cubicBezTo>
                  <a:cubicBezTo>
                    <a:pt x="0" y="3145"/>
                    <a:pt x="3143" y="2"/>
                    <a:pt x="7049" y="2"/>
                  </a:cubicBezTo>
                  <a:cubicBezTo>
                    <a:pt x="10859" y="-93"/>
                    <a:pt x="14097" y="3145"/>
                    <a:pt x="14097" y="7051"/>
                  </a:cubicBezTo>
                  <a:close/>
                </a:path>
              </a:pathLst>
            </a:custGeom>
            <a:grpFill/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91" name="Freeform: Shape 90">
              <a:extLst>
                <a:ext uri="{FF2B5EF4-FFF2-40B4-BE49-F238E27FC236}">
                  <a16:creationId xmlns:a16="http://schemas.microsoft.com/office/drawing/2014/main" id="{DBDB2A9C-60E5-4F7E-BA2B-4DD1595FB972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6326014" y="3244676"/>
              <a:ext cx="14096" cy="14099"/>
            </a:xfrm>
            <a:custGeom>
              <a:avLst/>
              <a:gdLst>
                <a:gd name="connsiteX0" fmla="*/ 14097 w 14096"/>
                <a:gd name="connsiteY0" fmla="*/ 7051 h 14099"/>
                <a:gd name="connsiteX1" fmla="*/ 7048 w 14096"/>
                <a:gd name="connsiteY1" fmla="*/ 14099 h 14099"/>
                <a:gd name="connsiteX2" fmla="*/ 0 w 14096"/>
                <a:gd name="connsiteY2" fmla="*/ 7051 h 14099"/>
                <a:gd name="connsiteX3" fmla="*/ 7048 w 14096"/>
                <a:gd name="connsiteY3" fmla="*/ 2 h 14099"/>
                <a:gd name="connsiteX4" fmla="*/ 14097 w 14096"/>
                <a:gd name="connsiteY4" fmla="*/ 7051 h 14099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14096" h="14099">
                  <a:moveTo>
                    <a:pt x="14097" y="7051"/>
                  </a:moveTo>
                  <a:cubicBezTo>
                    <a:pt x="14097" y="10956"/>
                    <a:pt x="10954" y="14099"/>
                    <a:pt x="7048" y="14099"/>
                  </a:cubicBezTo>
                  <a:cubicBezTo>
                    <a:pt x="3143" y="14099"/>
                    <a:pt x="0" y="10956"/>
                    <a:pt x="0" y="7051"/>
                  </a:cubicBezTo>
                  <a:cubicBezTo>
                    <a:pt x="0" y="3145"/>
                    <a:pt x="3143" y="2"/>
                    <a:pt x="7048" y="2"/>
                  </a:cubicBezTo>
                  <a:cubicBezTo>
                    <a:pt x="10954" y="-93"/>
                    <a:pt x="14097" y="3145"/>
                    <a:pt x="14097" y="7051"/>
                  </a:cubicBezTo>
                  <a:close/>
                </a:path>
              </a:pathLst>
            </a:custGeom>
            <a:grpFill/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92" name="Freeform: Shape 91">
              <a:extLst>
                <a:ext uri="{FF2B5EF4-FFF2-40B4-BE49-F238E27FC236}">
                  <a16:creationId xmlns:a16="http://schemas.microsoft.com/office/drawing/2014/main" id="{72B10DA2-D88E-4952-BDB5-102E61B4B2FE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6385260" y="3244676"/>
              <a:ext cx="14096" cy="14099"/>
            </a:xfrm>
            <a:custGeom>
              <a:avLst/>
              <a:gdLst>
                <a:gd name="connsiteX0" fmla="*/ 14097 w 14096"/>
                <a:gd name="connsiteY0" fmla="*/ 7051 h 14099"/>
                <a:gd name="connsiteX1" fmla="*/ 7048 w 14096"/>
                <a:gd name="connsiteY1" fmla="*/ 14099 h 14099"/>
                <a:gd name="connsiteX2" fmla="*/ 0 w 14096"/>
                <a:gd name="connsiteY2" fmla="*/ 7051 h 14099"/>
                <a:gd name="connsiteX3" fmla="*/ 7048 w 14096"/>
                <a:gd name="connsiteY3" fmla="*/ 2 h 14099"/>
                <a:gd name="connsiteX4" fmla="*/ 14097 w 14096"/>
                <a:gd name="connsiteY4" fmla="*/ 7051 h 14099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14096" h="14099">
                  <a:moveTo>
                    <a:pt x="14097" y="7051"/>
                  </a:moveTo>
                  <a:cubicBezTo>
                    <a:pt x="14097" y="10956"/>
                    <a:pt x="10954" y="14099"/>
                    <a:pt x="7048" y="14099"/>
                  </a:cubicBezTo>
                  <a:cubicBezTo>
                    <a:pt x="3143" y="14099"/>
                    <a:pt x="0" y="10956"/>
                    <a:pt x="0" y="7051"/>
                  </a:cubicBezTo>
                  <a:cubicBezTo>
                    <a:pt x="0" y="3145"/>
                    <a:pt x="3143" y="2"/>
                    <a:pt x="7048" y="2"/>
                  </a:cubicBezTo>
                  <a:cubicBezTo>
                    <a:pt x="10858" y="-93"/>
                    <a:pt x="14097" y="3145"/>
                    <a:pt x="14097" y="7051"/>
                  </a:cubicBezTo>
                  <a:close/>
                </a:path>
              </a:pathLst>
            </a:custGeom>
            <a:grpFill/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93" name="Freeform: Shape 92">
              <a:extLst>
                <a:ext uri="{FF2B5EF4-FFF2-40B4-BE49-F238E27FC236}">
                  <a16:creationId xmlns:a16="http://schemas.microsoft.com/office/drawing/2014/main" id="{AC5F5BED-3698-4F52-9977-D8CA2DC031BB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6444410" y="3244679"/>
              <a:ext cx="14096" cy="14096"/>
            </a:xfrm>
            <a:custGeom>
              <a:avLst/>
              <a:gdLst>
                <a:gd name="connsiteX0" fmla="*/ 14097 w 14096"/>
                <a:gd name="connsiteY0" fmla="*/ 7048 h 14096"/>
                <a:gd name="connsiteX1" fmla="*/ 7048 w 14096"/>
                <a:gd name="connsiteY1" fmla="*/ 14097 h 14096"/>
                <a:gd name="connsiteX2" fmla="*/ 0 w 14096"/>
                <a:gd name="connsiteY2" fmla="*/ 7048 h 14096"/>
                <a:gd name="connsiteX3" fmla="*/ 7048 w 14096"/>
                <a:gd name="connsiteY3" fmla="*/ 0 h 14096"/>
                <a:gd name="connsiteX4" fmla="*/ 14097 w 14096"/>
                <a:gd name="connsiteY4" fmla="*/ 7048 h 1409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14096" h="14096">
                  <a:moveTo>
                    <a:pt x="14097" y="7048"/>
                  </a:moveTo>
                  <a:cubicBezTo>
                    <a:pt x="14097" y="10954"/>
                    <a:pt x="10954" y="14097"/>
                    <a:pt x="7048" y="14097"/>
                  </a:cubicBezTo>
                  <a:cubicBezTo>
                    <a:pt x="3143" y="14097"/>
                    <a:pt x="0" y="10954"/>
                    <a:pt x="0" y="7048"/>
                  </a:cubicBezTo>
                  <a:cubicBezTo>
                    <a:pt x="0" y="3143"/>
                    <a:pt x="3143" y="0"/>
                    <a:pt x="7048" y="0"/>
                  </a:cubicBezTo>
                  <a:cubicBezTo>
                    <a:pt x="10954" y="0"/>
                    <a:pt x="14097" y="3143"/>
                    <a:pt x="14097" y="7048"/>
                  </a:cubicBezTo>
                  <a:close/>
                </a:path>
              </a:pathLst>
            </a:custGeom>
            <a:grpFill/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94" name="Freeform: Shape 93">
              <a:extLst>
                <a:ext uri="{FF2B5EF4-FFF2-40B4-BE49-F238E27FC236}">
                  <a16:creationId xmlns:a16="http://schemas.microsoft.com/office/drawing/2014/main" id="{E19CCEBC-AD20-45B2-A751-42B40BB31CC5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6148469" y="3303829"/>
              <a:ext cx="14097" cy="14096"/>
            </a:xfrm>
            <a:custGeom>
              <a:avLst/>
              <a:gdLst>
                <a:gd name="connsiteX0" fmla="*/ 14097 w 14097"/>
                <a:gd name="connsiteY0" fmla="*/ 7048 h 14096"/>
                <a:gd name="connsiteX1" fmla="*/ 7049 w 14097"/>
                <a:gd name="connsiteY1" fmla="*/ 14097 h 14096"/>
                <a:gd name="connsiteX2" fmla="*/ 0 w 14097"/>
                <a:gd name="connsiteY2" fmla="*/ 7048 h 14096"/>
                <a:gd name="connsiteX3" fmla="*/ 7049 w 14097"/>
                <a:gd name="connsiteY3" fmla="*/ 0 h 14096"/>
                <a:gd name="connsiteX4" fmla="*/ 14097 w 14097"/>
                <a:gd name="connsiteY4" fmla="*/ 7048 h 1409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14097" h="14096">
                  <a:moveTo>
                    <a:pt x="14097" y="7048"/>
                  </a:moveTo>
                  <a:cubicBezTo>
                    <a:pt x="14097" y="10954"/>
                    <a:pt x="10954" y="14097"/>
                    <a:pt x="7049" y="14097"/>
                  </a:cubicBezTo>
                  <a:cubicBezTo>
                    <a:pt x="3143" y="14097"/>
                    <a:pt x="0" y="10954"/>
                    <a:pt x="0" y="7048"/>
                  </a:cubicBezTo>
                  <a:cubicBezTo>
                    <a:pt x="0" y="3143"/>
                    <a:pt x="3143" y="0"/>
                    <a:pt x="7049" y="0"/>
                  </a:cubicBezTo>
                  <a:cubicBezTo>
                    <a:pt x="10954" y="0"/>
                    <a:pt x="14097" y="3143"/>
                    <a:pt x="14097" y="7048"/>
                  </a:cubicBezTo>
                  <a:close/>
                </a:path>
              </a:pathLst>
            </a:custGeom>
            <a:grpFill/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95" name="Freeform: Shape 94">
              <a:extLst>
                <a:ext uri="{FF2B5EF4-FFF2-40B4-BE49-F238E27FC236}">
                  <a16:creationId xmlns:a16="http://schemas.microsoft.com/office/drawing/2014/main" id="{3A978AD9-9A35-4B89-B3BC-61E54AD9EBFA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6207620" y="3303829"/>
              <a:ext cx="14096" cy="14096"/>
            </a:xfrm>
            <a:custGeom>
              <a:avLst/>
              <a:gdLst>
                <a:gd name="connsiteX0" fmla="*/ 14097 w 14096"/>
                <a:gd name="connsiteY0" fmla="*/ 7048 h 14096"/>
                <a:gd name="connsiteX1" fmla="*/ 7048 w 14096"/>
                <a:gd name="connsiteY1" fmla="*/ 14097 h 14096"/>
                <a:gd name="connsiteX2" fmla="*/ 0 w 14096"/>
                <a:gd name="connsiteY2" fmla="*/ 7048 h 14096"/>
                <a:gd name="connsiteX3" fmla="*/ 7048 w 14096"/>
                <a:gd name="connsiteY3" fmla="*/ 0 h 14096"/>
                <a:gd name="connsiteX4" fmla="*/ 14097 w 14096"/>
                <a:gd name="connsiteY4" fmla="*/ 7048 h 1409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14096" h="14096">
                  <a:moveTo>
                    <a:pt x="14097" y="7048"/>
                  </a:moveTo>
                  <a:cubicBezTo>
                    <a:pt x="14097" y="10954"/>
                    <a:pt x="10954" y="14097"/>
                    <a:pt x="7048" y="14097"/>
                  </a:cubicBezTo>
                  <a:cubicBezTo>
                    <a:pt x="3143" y="14097"/>
                    <a:pt x="0" y="10954"/>
                    <a:pt x="0" y="7048"/>
                  </a:cubicBezTo>
                  <a:cubicBezTo>
                    <a:pt x="0" y="3143"/>
                    <a:pt x="3143" y="0"/>
                    <a:pt x="7048" y="0"/>
                  </a:cubicBezTo>
                  <a:cubicBezTo>
                    <a:pt x="10954" y="0"/>
                    <a:pt x="14097" y="3143"/>
                    <a:pt x="14097" y="7048"/>
                  </a:cubicBezTo>
                  <a:close/>
                </a:path>
              </a:pathLst>
            </a:custGeom>
            <a:grpFill/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96" name="Freeform: Shape 95">
              <a:extLst>
                <a:ext uri="{FF2B5EF4-FFF2-40B4-BE49-F238E27FC236}">
                  <a16:creationId xmlns:a16="http://schemas.microsoft.com/office/drawing/2014/main" id="{77D8C808-AFC9-42DD-B253-0048903791C7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6266865" y="3303829"/>
              <a:ext cx="14096" cy="14096"/>
            </a:xfrm>
            <a:custGeom>
              <a:avLst/>
              <a:gdLst>
                <a:gd name="connsiteX0" fmla="*/ 14097 w 14096"/>
                <a:gd name="connsiteY0" fmla="*/ 7048 h 14096"/>
                <a:gd name="connsiteX1" fmla="*/ 7049 w 14096"/>
                <a:gd name="connsiteY1" fmla="*/ 14097 h 14096"/>
                <a:gd name="connsiteX2" fmla="*/ 0 w 14096"/>
                <a:gd name="connsiteY2" fmla="*/ 7048 h 14096"/>
                <a:gd name="connsiteX3" fmla="*/ 7049 w 14096"/>
                <a:gd name="connsiteY3" fmla="*/ 0 h 14096"/>
                <a:gd name="connsiteX4" fmla="*/ 14097 w 14096"/>
                <a:gd name="connsiteY4" fmla="*/ 7048 h 1409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14096" h="14096">
                  <a:moveTo>
                    <a:pt x="14097" y="7048"/>
                  </a:moveTo>
                  <a:cubicBezTo>
                    <a:pt x="14097" y="10954"/>
                    <a:pt x="10954" y="14097"/>
                    <a:pt x="7049" y="14097"/>
                  </a:cubicBezTo>
                  <a:cubicBezTo>
                    <a:pt x="3143" y="14097"/>
                    <a:pt x="0" y="10954"/>
                    <a:pt x="0" y="7048"/>
                  </a:cubicBezTo>
                  <a:cubicBezTo>
                    <a:pt x="0" y="3143"/>
                    <a:pt x="3143" y="0"/>
                    <a:pt x="7049" y="0"/>
                  </a:cubicBezTo>
                  <a:cubicBezTo>
                    <a:pt x="10859" y="0"/>
                    <a:pt x="14097" y="3143"/>
                    <a:pt x="14097" y="7048"/>
                  </a:cubicBezTo>
                  <a:close/>
                </a:path>
              </a:pathLst>
            </a:custGeom>
            <a:grpFill/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97" name="Freeform: Shape 96">
              <a:extLst>
                <a:ext uri="{FF2B5EF4-FFF2-40B4-BE49-F238E27FC236}">
                  <a16:creationId xmlns:a16="http://schemas.microsoft.com/office/drawing/2014/main" id="{EECD0BF1-7C64-407E-8306-4C447B1D3287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6326014" y="3303829"/>
              <a:ext cx="14096" cy="14096"/>
            </a:xfrm>
            <a:custGeom>
              <a:avLst/>
              <a:gdLst>
                <a:gd name="connsiteX0" fmla="*/ 14097 w 14096"/>
                <a:gd name="connsiteY0" fmla="*/ 7048 h 14096"/>
                <a:gd name="connsiteX1" fmla="*/ 7048 w 14096"/>
                <a:gd name="connsiteY1" fmla="*/ 14097 h 14096"/>
                <a:gd name="connsiteX2" fmla="*/ 0 w 14096"/>
                <a:gd name="connsiteY2" fmla="*/ 7048 h 14096"/>
                <a:gd name="connsiteX3" fmla="*/ 7048 w 14096"/>
                <a:gd name="connsiteY3" fmla="*/ 0 h 14096"/>
                <a:gd name="connsiteX4" fmla="*/ 14097 w 14096"/>
                <a:gd name="connsiteY4" fmla="*/ 7048 h 1409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14096" h="14096">
                  <a:moveTo>
                    <a:pt x="14097" y="7048"/>
                  </a:moveTo>
                  <a:cubicBezTo>
                    <a:pt x="14097" y="10954"/>
                    <a:pt x="10954" y="14097"/>
                    <a:pt x="7048" y="14097"/>
                  </a:cubicBezTo>
                  <a:cubicBezTo>
                    <a:pt x="3143" y="14097"/>
                    <a:pt x="0" y="10954"/>
                    <a:pt x="0" y="7048"/>
                  </a:cubicBezTo>
                  <a:cubicBezTo>
                    <a:pt x="0" y="3143"/>
                    <a:pt x="3143" y="0"/>
                    <a:pt x="7048" y="0"/>
                  </a:cubicBezTo>
                  <a:cubicBezTo>
                    <a:pt x="10954" y="0"/>
                    <a:pt x="14097" y="3143"/>
                    <a:pt x="14097" y="7048"/>
                  </a:cubicBezTo>
                  <a:close/>
                </a:path>
              </a:pathLst>
            </a:custGeom>
            <a:grpFill/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98" name="Freeform: Shape 97">
              <a:extLst>
                <a:ext uri="{FF2B5EF4-FFF2-40B4-BE49-F238E27FC236}">
                  <a16:creationId xmlns:a16="http://schemas.microsoft.com/office/drawing/2014/main" id="{953B0F94-AC35-4CB2-878D-1DC7D68BE9AE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6385260" y="3303829"/>
              <a:ext cx="14096" cy="14096"/>
            </a:xfrm>
            <a:custGeom>
              <a:avLst/>
              <a:gdLst>
                <a:gd name="connsiteX0" fmla="*/ 14097 w 14096"/>
                <a:gd name="connsiteY0" fmla="*/ 7048 h 14096"/>
                <a:gd name="connsiteX1" fmla="*/ 7048 w 14096"/>
                <a:gd name="connsiteY1" fmla="*/ 14097 h 14096"/>
                <a:gd name="connsiteX2" fmla="*/ 0 w 14096"/>
                <a:gd name="connsiteY2" fmla="*/ 7048 h 14096"/>
                <a:gd name="connsiteX3" fmla="*/ 7048 w 14096"/>
                <a:gd name="connsiteY3" fmla="*/ 0 h 14096"/>
                <a:gd name="connsiteX4" fmla="*/ 14097 w 14096"/>
                <a:gd name="connsiteY4" fmla="*/ 7048 h 1409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14096" h="14096">
                  <a:moveTo>
                    <a:pt x="14097" y="7048"/>
                  </a:moveTo>
                  <a:cubicBezTo>
                    <a:pt x="14097" y="10954"/>
                    <a:pt x="10954" y="14097"/>
                    <a:pt x="7048" y="14097"/>
                  </a:cubicBezTo>
                  <a:cubicBezTo>
                    <a:pt x="3143" y="14097"/>
                    <a:pt x="0" y="10954"/>
                    <a:pt x="0" y="7048"/>
                  </a:cubicBezTo>
                  <a:cubicBezTo>
                    <a:pt x="0" y="3143"/>
                    <a:pt x="3143" y="0"/>
                    <a:pt x="7048" y="0"/>
                  </a:cubicBezTo>
                  <a:cubicBezTo>
                    <a:pt x="10858" y="0"/>
                    <a:pt x="14097" y="3143"/>
                    <a:pt x="14097" y="7048"/>
                  </a:cubicBezTo>
                  <a:close/>
                </a:path>
              </a:pathLst>
            </a:custGeom>
            <a:grpFill/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99" name="Freeform: Shape 98">
              <a:extLst>
                <a:ext uri="{FF2B5EF4-FFF2-40B4-BE49-F238E27FC236}">
                  <a16:creationId xmlns:a16="http://schemas.microsoft.com/office/drawing/2014/main" id="{08EA50C2-BB5F-4368-AA91-67B207C1AB32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6444410" y="3303829"/>
              <a:ext cx="14096" cy="14096"/>
            </a:xfrm>
            <a:custGeom>
              <a:avLst/>
              <a:gdLst>
                <a:gd name="connsiteX0" fmla="*/ 14097 w 14096"/>
                <a:gd name="connsiteY0" fmla="*/ 7048 h 14096"/>
                <a:gd name="connsiteX1" fmla="*/ 7048 w 14096"/>
                <a:gd name="connsiteY1" fmla="*/ 14097 h 14096"/>
                <a:gd name="connsiteX2" fmla="*/ 0 w 14096"/>
                <a:gd name="connsiteY2" fmla="*/ 7048 h 14096"/>
                <a:gd name="connsiteX3" fmla="*/ 7048 w 14096"/>
                <a:gd name="connsiteY3" fmla="*/ 0 h 14096"/>
                <a:gd name="connsiteX4" fmla="*/ 14097 w 14096"/>
                <a:gd name="connsiteY4" fmla="*/ 7048 h 1409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14096" h="14096">
                  <a:moveTo>
                    <a:pt x="14097" y="7048"/>
                  </a:moveTo>
                  <a:cubicBezTo>
                    <a:pt x="14097" y="10954"/>
                    <a:pt x="10954" y="14097"/>
                    <a:pt x="7048" y="14097"/>
                  </a:cubicBezTo>
                  <a:cubicBezTo>
                    <a:pt x="3143" y="14097"/>
                    <a:pt x="0" y="10954"/>
                    <a:pt x="0" y="7048"/>
                  </a:cubicBezTo>
                  <a:cubicBezTo>
                    <a:pt x="0" y="3143"/>
                    <a:pt x="3143" y="0"/>
                    <a:pt x="7048" y="0"/>
                  </a:cubicBezTo>
                  <a:cubicBezTo>
                    <a:pt x="10954" y="0"/>
                    <a:pt x="14097" y="3143"/>
                    <a:pt x="14097" y="7048"/>
                  </a:cubicBezTo>
                  <a:close/>
                </a:path>
              </a:pathLst>
            </a:custGeom>
            <a:grpFill/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100" name="Freeform: Shape 99">
              <a:extLst>
                <a:ext uri="{FF2B5EF4-FFF2-40B4-BE49-F238E27FC236}">
                  <a16:creationId xmlns:a16="http://schemas.microsoft.com/office/drawing/2014/main" id="{DE45A7FE-0A45-45F6-8417-EBDA5A12D834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6148469" y="3363072"/>
              <a:ext cx="14097" cy="14099"/>
            </a:xfrm>
            <a:custGeom>
              <a:avLst/>
              <a:gdLst>
                <a:gd name="connsiteX0" fmla="*/ 14097 w 14097"/>
                <a:gd name="connsiteY0" fmla="*/ 7051 h 14099"/>
                <a:gd name="connsiteX1" fmla="*/ 7049 w 14097"/>
                <a:gd name="connsiteY1" fmla="*/ 14099 h 14099"/>
                <a:gd name="connsiteX2" fmla="*/ 0 w 14097"/>
                <a:gd name="connsiteY2" fmla="*/ 7051 h 14099"/>
                <a:gd name="connsiteX3" fmla="*/ 7049 w 14097"/>
                <a:gd name="connsiteY3" fmla="*/ 2 h 14099"/>
                <a:gd name="connsiteX4" fmla="*/ 14097 w 14097"/>
                <a:gd name="connsiteY4" fmla="*/ 7051 h 14099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14097" h="14099">
                  <a:moveTo>
                    <a:pt x="14097" y="7051"/>
                  </a:moveTo>
                  <a:cubicBezTo>
                    <a:pt x="14097" y="10956"/>
                    <a:pt x="10954" y="14099"/>
                    <a:pt x="7049" y="14099"/>
                  </a:cubicBezTo>
                  <a:cubicBezTo>
                    <a:pt x="3143" y="14099"/>
                    <a:pt x="0" y="10956"/>
                    <a:pt x="0" y="7051"/>
                  </a:cubicBezTo>
                  <a:cubicBezTo>
                    <a:pt x="0" y="3145"/>
                    <a:pt x="3143" y="2"/>
                    <a:pt x="7049" y="2"/>
                  </a:cubicBezTo>
                  <a:cubicBezTo>
                    <a:pt x="10954" y="-93"/>
                    <a:pt x="14097" y="3145"/>
                    <a:pt x="14097" y="7051"/>
                  </a:cubicBezTo>
                  <a:close/>
                </a:path>
              </a:pathLst>
            </a:custGeom>
            <a:grpFill/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101" name="Freeform: Shape 100">
              <a:extLst>
                <a:ext uri="{FF2B5EF4-FFF2-40B4-BE49-F238E27FC236}">
                  <a16:creationId xmlns:a16="http://schemas.microsoft.com/office/drawing/2014/main" id="{DA8B8DC8-F88C-432E-A8C2-8D13FE874F09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6207620" y="3363072"/>
              <a:ext cx="14096" cy="14099"/>
            </a:xfrm>
            <a:custGeom>
              <a:avLst/>
              <a:gdLst>
                <a:gd name="connsiteX0" fmla="*/ 14097 w 14096"/>
                <a:gd name="connsiteY0" fmla="*/ 7051 h 14099"/>
                <a:gd name="connsiteX1" fmla="*/ 7048 w 14096"/>
                <a:gd name="connsiteY1" fmla="*/ 14099 h 14099"/>
                <a:gd name="connsiteX2" fmla="*/ 0 w 14096"/>
                <a:gd name="connsiteY2" fmla="*/ 7051 h 14099"/>
                <a:gd name="connsiteX3" fmla="*/ 7048 w 14096"/>
                <a:gd name="connsiteY3" fmla="*/ 2 h 14099"/>
                <a:gd name="connsiteX4" fmla="*/ 14097 w 14096"/>
                <a:gd name="connsiteY4" fmla="*/ 7051 h 14099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14096" h="14099">
                  <a:moveTo>
                    <a:pt x="14097" y="7051"/>
                  </a:moveTo>
                  <a:cubicBezTo>
                    <a:pt x="14097" y="10956"/>
                    <a:pt x="10954" y="14099"/>
                    <a:pt x="7048" y="14099"/>
                  </a:cubicBezTo>
                  <a:cubicBezTo>
                    <a:pt x="3143" y="14099"/>
                    <a:pt x="0" y="10956"/>
                    <a:pt x="0" y="7051"/>
                  </a:cubicBezTo>
                  <a:cubicBezTo>
                    <a:pt x="0" y="3145"/>
                    <a:pt x="3143" y="2"/>
                    <a:pt x="7048" y="2"/>
                  </a:cubicBezTo>
                  <a:cubicBezTo>
                    <a:pt x="10954" y="-93"/>
                    <a:pt x="14097" y="3145"/>
                    <a:pt x="14097" y="7051"/>
                  </a:cubicBezTo>
                  <a:close/>
                </a:path>
              </a:pathLst>
            </a:custGeom>
            <a:grpFill/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102" name="Freeform: Shape 101">
              <a:extLst>
                <a:ext uri="{FF2B5EF4-FFF2-40B4-BE49-F238E27FC236}">
                  <a16:creationId xmlns:a16="http://schemas.microsoft.com/office/drawing/2014/main" id="{D02C5430-233D-49F7-B852-181D2B2F6154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6266865" y="3363072"/>
              <a:ext cx="14096" cy="14099"/>
            </a:xfrm>
            <a:custGeom>
              <a:avLst/>
              <a:gdLst>
                <a:gd name="connsiteX0" fmla="*/ 14097 w 14096"/>
                <a:gd name="connsiteY0" fmla="*/ 7051 h 14099"/>
                <a:gd name="connsiteX1" fmla="*/ 7049 w 14096"/>
                <a:gd name="connsiteY1" fmla="*/ 14099 h 14099"/>
                <a:gd name="connsiteX2" fmla="*/ 0 w 14096"/>
                <a:gd name="connsiteY2" fmla="*/ 7051 h 14099"/>
                <a:gd name="connsiteX3" fmla="*/ 7049 w 14096"/>
                <a:gd name="connsiteY3" fmla="*/ 2 h 14099"/>
                <a:gd name="connsiteX4" fmla="*/ 14097 w 14096"/>
                <a:gd name="connsiteY4" fmla="*/ 7051 h 14099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14096" h="14099">
                  <a:moveTo>
                    <a:pt x="14097" y="7051"/>
                  </a:moveTo>
                  <a:cubicBezTo>
                    <a:pt x="14097" y="10956"/>
                    <a:pt x="10954" y="14099"/>
                    <a:pt x="7049" y="14099"/>
                  </a:cubicBezTo>
                  <a:cubicBezTo>
                    <a:pt x="3143" y="14099"/>
                    <a:pt x="0" y="10956"/>
                    <a:pt x="0" y="7051"/>
                  </a:cubicBezTo>
                  <a:cubicBezTo>
                    <a:pt x="0" y="3145"/>
                    <a:pt x="3143" y="2"/>
                    <a:pt x="7049" y="2"/>
                  </a:cubicBezTo>
                  <a:cubicBezTo>
                    <a:pt x="10859" y="-93"/>
                    <a:pt x="14097" y="3145"/>
                    <a:pt x="14097" y="7051"/>
                  </a:cubicBezTo>
                  <a:close/>
                </a:path>
              </a:pathLst>
            </a:custGeom>
            <a:grpFill/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103" name="Freeform: Shape 102">
              <a:extLst>
                <a:ext uri="{FF2B5EF4-FFF2-40B4-BE49-F238E27FC236}">
                  <a16:creationId xmlns:a16="http://schemas.microsoft.com/office/drawing/2014/main" id="{76DB286F-9E15-441C-8697-57007B76C144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6326014" y="3363072"/>
              <a:ext cx="14096" cy="14099"/>
            </a:xfrm>
            <a:custGeom>
              <a:avLst/>
              <a:gdLst>
                <a:gd name="connsiteX0" fmla="*/ 14097 w 14096"/>
                <a:gd name="connsiteY0" fmla="*/ 7051 h 14099"/>
                <a:gd name="connsiteX1" fmla="*/ 7048 w 14096"/>
                <a:gd name="connsiteY1" fmla="*/ 14099 h 14099"/>
                <a:gd name="connsiteX2" fmla="*/ 0 w 14096"/>
                <a:gd name="connsiteY2" fmla="*/ 7051 h 14099"/>
                <a:gd name="connsiteX3" fmla="*/ 7048 w 14096"/>
                <a:gd name="connsiteY3" fmla="*/ 2 h 14099"/>
                <a:gd name="connsiteX4" fmla="*/ 14097 w 14096"/>
                <a:gd name="connsiteY4" fmla="*/ 7051 h 14099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14096" h="14099">
                  <a:moveTo>
                    <a:pt x="14097" y="7051"/>
                  </a:moveTo>
                  <a:cubicBezTo>
                    <a:pt x="14097" y="10956"/>
                    <a:pt x="10954" y="14099"/>
                    <a:pt x="7048" y="14099"/>
                  </a:cubicBezTo>
                  <a:cubicBezTo>
                    <a:pt x="3143" y="14099"/>
                    <a:pt x="0" y="10956"/>
                    <a:pt x="0" y="7051"/>
                  </a:cubicBezTo>
                  <a:cubicBezTo>
                    <a:pt x="0" y="3145"/>
                    <a:pt x="3143" y="2"/>
                    <a:pt x="7048" y="2"/>
                  </a:cubicBezTo>
                  <a:cubicBezTo>
                    <a:pt x="10954" y="-93"/>
                    <a:pt x="14097" y="3145"/>
                    <a:pt x="14097" y="7051"/>
                  </a:cubicBezTo>
                  <a:close/>
                </a:path>
              </a:pathLst>
            </a:custGeom>
            <a:grpFill/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104" name="Freeform: Shape 103">
              <a:extLst>
                <a:ext uri="{FF2B5EF4-FFF2-40B4-BE49-F238E27FC236}">
                  <a16:creationId xmlns:a16="http://schemas.microsoft.com/office/drawing/2014/main" id="{534DC0EE-15B7-44AE-A7DC-8B5E22688A1B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6385260" y="3363072"/>
              <a:ext cx="14096" cy="14099"/>
            </a:xfrm>
            <a:custGeom>
              <a:avLst/>
              <a:gdLst>
                <a:gd name="connsiteX0" fmla="*/ 14097 w 14096"/>
                <a:gd name="connsiteY0" fmla="*/ 7051 h 14099"/>
                <a:gd name="connsiteX1" fmla="*/ 7048 w 14096"/>
                <a:gd name="connsiteY1" fmla="*/ 14099 h 14099"/>
                <a:gd name="connsiteX2" fmla="*/ 0 w 14096"/>
                <a:gd name="connsiteY2" fmla="*/ 7051 h 14099"/>
                <a:gd name="connsiteX3" fmla="*/ 7048 w 14096"/>
                <a:gd name="connsiteY3" fmla="*/ 2 h 14099"/>
                <a:gd name="connsiteX4" fmla="*/ 14097 w 14096"/>
                <a:gd name="connsiteY4" fmla="*/ 7051 h 14099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14096" h="14099">
                  <a:moveTo>
                    <a:pt x="14097" y="7051"/>
                  </a:moveTo>
                  <a:cubicBezTo>
                    <a:pt x="14097" y="10956"/>
                    <a:pt x="10954" y="14099"/>
                    <a:pt x="7048" y="14099"/>
                  </a:cubicBezTo>
                  <a:cubicBezTo>
                    <a:pt x="3143" y="14099"/>
                    <a:pt x="0" y="10956"/>
                    <a:pt x="0" y="7051"/>
                  </a:cubicBezTo>
                  <a:cubicBezTo>
                    <a:pt x="0" y="3145"/>
                    <a:pt x="3143" y="2"/>
                    <a:pt x="7048" y="2"/>
                  </a:cubicBezTo>
                  <a:cubicBezTo>
                    <a:pt x="10858" y="-93"/>
                    <a:pt x="14097" y="3145"/>
                    <a:pt x="14097" y="7051"/>
                  </a:cubicBezTo>
                  <a:close/>
                </a:path>
              </a:pathLst>
            </a:custGeom>
            <a:grpFill/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105" name="Freeform: Shape 104">
              <a:extLst>
                <a:ext uri="{FF2B5EF4-FFF2-40B4-BE49-F238E27FC236}">
                  <a16:creationId xmlns:a16="http://schemas.microsoft.com/office/drawing/2014/main" id="{4FBE9900-F640-4248-9C4C-EDBE5E00AF6D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6444410" y="3363074"/>
              <a:ext cx="14096" cy="14097"/>
            </a:xfrm>
            <a:custGeom>
              <a:avLst/>
              <a:gdLst>
                <a:gd name="connsiteX0" fmla="*/ 14097 w 14096"/>
                <a:gd name="connsiteY0" fmla="*/ 7048 h 14097"/>
                <a:gd name="connsiteX1" fmla="*/ 7048 w 14096"/>
                <a:gd name="connsiteY1" fmla="*/ 14097 h 14097"/>
                <a:gd name="connsiteX2" fmla="*/ 0 w 14096"/>
                <a:gd name="connsiteY2" fmla="*/ 7048 h 14097"/>
                <a:gd name="connsiteX3" fmla="*/ 7048 w 14096"/>
                <a:gd name="connsiteY3" fmla="*/ 0 h 14097"/>
                <a:gd name="connsiteX4" fmla="*/ 14097 w 14096"/>
                <a:gd name="connsiteY4" fmla="*/ 7048 h 14097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14096" h="14097">
                  <a:moveTo>
                    <a:pt x="14097" y="7048"/>
                  </a:moveTo>
                  <a:cubicBezTo>
                    <a:pt x="14097" y="10954"/>
                    <a:pt x="10954" y="14097"/>
                    <a:pt x="7048" y="14097"/>
                  </a:cubicBezTo>
                  <a:cubicBezTo>
                    <a:pt x="3143" y="14097"/>
                    <a:pt x="0" y="10954"/>
                    <a:pt x="0" y="7048"/>
                  </a:cubicBezTo>
                  <a:cubicBezTo>
                    <a:pt x="0" y="3143"/>
                    <a:pt x="3143" y="0"/>
                    <a:pt x="7048" y="0"/>
                  </a:cubicBezTo>
                  <a:cubicBezTo>
                    <a:pt x="10954" y="0"/>
                    <a:pt x="14097" y="3143"/>
                    <a:pt x="14097" y="7048"/>
                  </a:cubicBezTo>
                  <a:close/>
                </a:path>
              </a:pathLst>
            </a:custGeom>
            <a:grpFill/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106" name="Freeform: Shape 105">
              <a:extLst>
                <a:ext uri="{FF2B5EF4-FFF2-40B4-BE49-F238E27FC236}">
                  <a16:creationId xmlns:a16="http://schemas.microsoft.com/office/drawing/2014/main" id="{37FF04AF-F86B-49F8-AAB5-DA696591A1F6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6148469" y="3422225"/>
              <a:ext cx="14097" cy="14096"/>
            </a:xfrm>
            <a:custGeom>
              <a:avLst/>
              <a:gdLst>
                <a:gd name="connsiteX0" fmla="*/ 14097 w 14097"/>
                <a:gd name="connsiteY0" fmla="*/ 7048 h 14096"/>
                <a:gd name="connsiteX1" fmla="*/ 7049 w 14097"/>
                <a:gd name="connsiteY1" fmla="*/ 14097 h 14096"/>
                <a:gd name="connsiteX2" fmla="*/ 0 w 14097"/>
                <a:gd name="connsiteY2" fmla="*/ 7048 h 14096"/>
                <a:gd name="connsiteX3" fmla="*/ 7049 w 14097"/>
                <a:gd name="connsiteY3" fmla="*/ 0 h 14096"/>
                <a:gd name="connsiteX4" fmla="*/ 14097 w 14097"/>
                <a:gd name="connsiteY4" fmla="*/ 7048 h 1409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14097" h="14096">
                  <a:moveTo>
                    <a:pt x="14097" y="7048"/>
                  </a:moveTo>
                  <a:cubicBezTo>
                    <a:pt x="14097" y="10954"/>
                    <a:pt x="10954" y="14097"/>
                    <a:pt x="7049" y="14097"/>
                  </a:cubicBezTo>
                  <a:cubicBezTo>
                    <a:pt x="3143" y="14097"/>
                    <a:pt x="0" y="10954"/>
                    <a:pt x="0" y="7048"/>
                  </a:cubicBezTo>
                  <a:cubicBezTo>
                    <a:pt x="0" y="3143"/>
                    <a:pt x="3143" y="0"/>
                    <a:pt x="7049" y="0"/>
                  </a:cubicBezTo>
                  <a:cubicBezTo>
                    <a:pt x="10954" y="0"/>
                    <a:pt x="14097" y="3143"/>
                    <a:pt x="14097" y="7048"/>
                  </a:cubicBezTo>
                  <a:close/>
                </a:path>
              </a:pathLst>
            </a:custGeom>
            <a:grpFill/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107" name="Freeform: Shape 106">
              <a:extLst>
                <a:ext uri="{FF2B5EF4-FFF2-40B4-BE49-F238E27FC236}">
                  <a16:creationId xmlns:a16="http://schemas.microsoft.com/office/drawing/2014/main" id="{710DCFEA-4572-47A3-A6BE-7B21F5758CE9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6207620" y="3422225"/>
              <a:ext cx="14096" cy="14096"/>
            </a:xfrm>
            <a:custGeom>
              <a:avLst/>
              <a:gdLst>
                <a:gd name="connsiteX0" fmla="*/ 14097 w 14096"/>
                <a:gd name="connsiteY0" fmla="*/ 7048 h 14096"/>
                <a:gd name="connsiteX1" fmla="*/ 7048 w 14096"/>
                <a:gd name="connsiteY1" fmla="*/ 14097 h 14096"/>
                <a:gd name="connsiteX2" fmla="*/ 0 w 14096"/>
                <a:gd name="connsiteY2" fmla="*/ 7048 h 14096"/>
                <a:gd name="connsiteX3" fmla="*/ 7048 w 14096"/>
                <a:gd name="connsiteY3" fmla="*/ 0 h 14096"/>
                <a:gd name="connsiteX4" fmla="*/ 14097 w 14096"/>
                <a:gd name="connsiteY4" fmla="*/ 7048 h 1409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14096" h="14096">
                  <a:moveTo>
                    <a:pt x="14097" y="7048"/>
                  </a:moveTo>
                  <a:cubicBezTo>
                    <a:pt x="14097" y="10954"/>
                    <a:pt x="10954" y="14097"/>
                    <a:pt x="7048" y="14097"/>
                  </a:cubicBezTo>
                  <a:cubicBezTo>
                    <a:pt x="3143" y="14097"/>
                    <a:pt x="0" y="10954"/>
                    <a:pt x="0" y="7048"/>
                  </a:cubicBezTo>
                  <a:cubicBezTo>
                    <a:pt x="0" y="3143"/>
                    <a:pt x="3143" y="0"/>
                    <a:pt x="7048" y="0"/>
                  </a:cubicBezTo>
                  <a:cubicBezTo>
                    <a:pt x="10954" y="0"/>
                    <a:pt x="14097" y="3143"/>
                    <a:pt x="14097" y="7048"/>
                  </a:cubicBezTo>
                  <a:close/>
                </a:path>
              </a:pathLst>
            </a:custGeom>
            <a:grpFill/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108" name="Freeform: Shape 107">
              <a:extLst>
                <a:ext uri="{FF2B5EF4-FFF2-40B4-BE49-F238E27FC236}">
                  <a16:creationId xmlns:a16="http://schemas.microsoft.com/office/drawing/2014/main" id="{BA42ED8E-CCC8-478F-9EF4-625B633071E3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6266865" y="3422225"/>
              <a:ext cx="14096" cy="14096"/>
            </a:xfrm>
            <a:custGeom>
              <a:avLst/>
              <a:gdLst>
                <a:gd name="connsiteX0" fmla="*/ 14097 w 14096"/>
                <a:gd name="connsiteY0" fmla="*/ 7048 h 14096"/>
                <a:gd name="connsiteX1" fmla="*/ 7049 w 14096"/>
                <a:gd name="connsiteY1" fmla="*/ 14097 h 14096"/>
                <a:gd name="connsiteX2" fmla="*/ 0 w 14096"/>
                <a:gd name="connsiteY2" fmla="*/ 7048 h 14096"/>
                <a:gd name="connsiteX3" fmla="*/ 7049 w 14096"/>
                <a:gd name="connsiteY3" fmla="*/ 0 h 14096"/>
                <a:gd name="connsiteX4" fmla="*/ 14097 w 14096"/>
                <a:gd name="connsiteY4" fmla="*/ 7048 h 1409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14096" h="14096">
                  <a:moveTo>
                    <a:pt x="14097" y="7048"/>
                  </a:moveTo>
                  <a:cubicBezTo>
                    <a:pt x="14097" y="10954"/>
                    <a:pt x="10954" y="14097"/>
                    <a:pt x="7049" y="14097"/>
                  </a:cubicBezTo>
                  <a:cubicBezTo>
                    <a:pt x="3143" y="14097"/>
                    <a:pt x="0" y="10954"/>
                    <a:pt x="0" y="7048"/>
                  </a:cubicBezTo>
                  <a:cubicBezTo>
                    <a:pt x="0" y="3143"/>
                    <a:pt x="3143" y="0"/>
                    <a:pt x="7049" y="0"/>
                  </a:cubicBezTo>
                  <a:cubicBezTo>
                    <a:pt x="10859" y="0"/>
                    <a:pt x="14097" y="3143"/>
                    <a:pt x="14097" y="7048"/>
                  </a:cubicBezTo>
                  <a:close/>
                </a:path>
              </a:pathLst>
            </a:custGeom>
            <a:grpFill/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109" name="Freeform: Shape 108">
              <a:extLst>
                <a:ext uri="{FF2B5EF4-FFF2-40B4-BE49-F238E27FC236}">
                  <a16:creationId xmlns:a16="http://schemas.microsoft.com/office/drawing/2014/main" id="{146DF8F4-DF09-4E6C-887F-C9269E56A5FF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6326014" y="3422225"/>
              <a:ext cx="14096" cy="14096"/>
            </a:xfrm>
            <a:custGeom>
              <a:avLst/>
              <a:gdLst>
                <a:gd name="connsiteX0" fmla="*/ 14097 w 14096"/>
                <a:gd name="connsiteY0" fmla="*/ 7048 h 14096"/>
                <a:gd name="connsiteX1" fmla="*/ 7048 w 14096"/>
                <a:gd name="connsiteY1" fmla="*/ 14097 h 14096"/>
                <a:gd name="connsiteX2" fmla="*/ 0 w 14096"/>
                <a:gd name="connsiteY2" fmla="*/ 7048 h 14096"/>
                <a:gd name="connsiteX3" fmla="*/ 7048 w 14096"/>
                <a:gd name="connsiteY3" fmla="*/ 0 h 14096"/>
                <a:gd name="connsiteX4" fmla="*/ 14097 w 14096"/>
                <a:gd name="connsiteY4" fmla="*/ 7048 h 1409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14096" h="14096">
                  <a:moveTo>
                    <a:pt x="14097" y="7048"/>
                  </a:moveTo>
                  <a:cubicBezTo>
                    <a:pt x="14097" y="10954"/>
                    <a:pt x="10954" y="14097"/>
                    <a:pt x="7048" y="14097"/>
                  </a:cubicBezTo>
                  <a:cubicBezTo>
                    <a:pt x="3143" y="14097"/>
                    <a:pt x="0" y="10954"/>
                    <a:pt x="0" y="7048"/>
                  </a:cubicBezTo>
                  <a:cubicBezTo>
                    <a:pt x="0" y="3143"/>
                    <a:pt x="3143" y="0"/>
                    <a:pt x="7048" y="0"/>
                  </a:cubicBezTo>
                  <a:cubicBezTo>
                    <a:pt x="10954" y="0"/>
                    <a:pt x="14097" y="3143"/>
                    <a:pt x="14097" y="7048"/>
                  </a:cubicBezTo>
                  <a:close/>
                </a:path>
              </a:pathLst>
            </a:custGeom>
            <a:grpFill/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110" name="Freeform: Shape 109">
              <a:extLst>
                <a:ext uri="{FF2B5EF4-FFF2-40B4-BE49-F238E27FC236}">
                  <a16:creationId xmlns:a16="http://schemas.microsoft.com/office/drawing/2014/main" id="{7FF3916E-5C82-4956-A88B-81BFAC91B85D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6385260" y="3422225"/>
              <a:ext cx="14096" cy="14096"/>
            </a:xfrm>
            <a:custGeom>
              <a:avLst/>
              <a:gdLst>
                <a:gd name="connsiteX0" fmla="*/ 14097 w 14096"/>
                <a:gd name="connsiteY0" fmla="*/ 7048 h 14096"/>
                <a:gd name="connsiteX1" fmla="*/ 7048 w 14096"/>
                <a:gd name="connsiteY1" fmla="*/ 14097 h 14096"/>
                <a:gd name="connsiteX2" fmla="*/ 0 w 14096"/>
                <a:gd name="connsiteY2" fmla="*/ 7048 h 14096"/>
                <a:gd name="connsiteX3" fmla="*/ 7048 w 14096"/>
                <a:gd name="connsiteY3" fmla="*/ 0 h 14096"/>
                <a:gd name="connsiteX4" fmla="*/ 14097 w 14096"/>
                <a:gd name="connsiteY4" fmla="*/ 7048 h 1409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14096" h="14096">
                  <a:moveTo>
                    <a:pt x="14097" y="7048"/>
                  </a:moveTo>
                  <a:cubicBezTo>
                    <a:pt x="14097" y="10954"/>
                    <a:pt x="10954" y="14097"/>
                    <a:pt x="7048" y="14097"/>
                  </a:cubicBezTo>
                  <a:cubicBezTo>
                    <a:pt x="3143" y="14097"/>
                    <a:pt x="0" y="10954"/>
                    <a:pt x="0" y="7048"/>
                  </a:cubicBezTo>
                  <a:cubicBezTo>
                    <a:pt x="0" y="3143"/>
                    <a:pt x="3143" y="0"/>
                    <a:pt x="7048" y="0"/>
                  </a:cubicBezTo>
                  <a:cubicBezTo>
                    <a:pt x="10858" y="0"/>
                    <a:pt x="14097" y="3143"/>
                    <a:pt x="14097" y="7048"/>
                  </a:cubicBezTo>
                  <a:close/>
                </a:path>
              </a:pathLst>
            </a:custGeom>
            <a:grpFill/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111" name="Freeform: Shape 110">
              <a:extLst>
                <a:ext uri="{FF2B5EF4-FFF2-40B4-BE49-F238E27FC236}">
                  <a16:creationId xmlns:a16="http://schemas.microsoft.com/office/drawing/2014/main" id="{7E5CF7AE-ED45-4AB5-9AEB-56FC964BFAA4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6444410" y="3422224"/>
              <a:ext cx="14096" cy="14096"/>
            </a:xfrm>
            <a:custGeom>
              <a:avLst/>
              <a:gdLst>
                <a:gd name="connsiteX0" fmla="*/ 14097 w 14096"/>
                <a:gd name="connsiteY0" fmla="*/ 7048 h 14096"/>
                <a:gd name="connsiteX1" fmla="*/ 7048 w 14096"/>
                <a:gd name="connsiteY1" fmla="*/ 14097 h 14096"/>
                <a:gd name="connsiteX2" fmla="*/ 0 w 14096"/>
                <a:gd name="connsiteY2" fmla="*/ 7048 h 14096"/>
                <a:gd name="connsiteX3" fmla="*/ 7048 w 14096"/>
                <a:gd name="connsiteY3" fmla="*/ 0 h 14096"/>
                <a:gd name="connsiteX4" fmla="*/ 14097 w 14096"/>
                <a:gd name="connsiteY4" fmla="*/ 7048 h 1409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14096" h="14096">
                  <a:moveTo>
                    <a:pt x="14097" y="7048"/>
                  </a:moveTo>
                  <a:cubicBezTo>
                    <a:pt x="14097" y="10954"/>
                    <a:pt x="10954" y="14097"/>
                    <a:pt x="7048" y="14097"/>
                  </a:cubicBezTo>
                  <a:cubicBezTo>
                    <a:pt x="3143" y="14097"/>
                    <a:pt x="0" y="10954"/>
                    <a:pt x="0" y="7048"/>
                  </a:cubicBezTo>
                  <a:cubicBezTo>
                    <a:pt x="0" y="3143"/>
                    <a:pt x="3143" y="0"/>
                    <a:pt x="7048" y="0"/>
                  </a:cubicBezTo>
                  <a:cubicBezTo>
                    <a:pt x="10954" y="0"/>
                    <a:pt x="14097" y="3143"/>
                    <a:pt x="14097" y="7048"/>
                  </a:cubicBezTo>
                  <a:close/>
                </a:path>
              </a:pathLst>
            </a:custGeom>
            <a:grpFill/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112" name="Freeform: Shape 111">
              <a:extLst>
                <a:ext uri="{FF2B5EF4-FFF2-40B4-BE49-F238E27FC236}">
                  <a16:creationId xmlns:a16="http://schemas.microsoft.com/office/drawing/2014/main" id="{7CFB132C-BEB1-4897-B1A4-97422811F6BF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5734038" y="3481374"/>
              <a:ext cx="14192" cy="14096"/>
            </a:xfrm>
            <a:custGeom>
              <a:avLst/>
              <a:gdLst>
                <a:gd name="connsiteX0" fmla="*/ 14192 w 14192"/>
                <a:gd name="connsiteY0" fmla="*/ 7049 h 14096"/>
                <a:gd name="connsiteX1" fmla="*/ 7144 w 14192"/>
                <a:gd name="connsiteY1" fmla="*/ 14097 h 14096"/>
                <a:gd name="connsiteX2" fmla="*/ 0 w 14192"/>
                <a:gd name="connsiteY2" fmla="*/ 7049 h 14096"/>
                <a:gd name="connsiteX3" fmla="*/ 7049 w 14192"/>
                <a:gd name="connsiteY3" fmla="*/ 0 h 14096"/>
                <a:gd name="connsiteX4" fmla="*/ 14192 w 14192"/>
                <a:gd name="connsiteY4" fmla="*/ 7049 h 1409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14192" h="14096">
                  <a:moveTo>
                    <a:pt x="14192" y="7049"/>
                  </a:moveTo>
                  <a:cubicBezTo>
                    <a:pt x="14192" y="10954"/>
                    <a:pt x="11049" y="14097"/>
                    <a:pt x="7144" y="14097"/>
                  </a:cubicBezTo>
                  <a:cubicBezTo>
                    <a:pt x="3239" y="14097"/>
                    <a:pt x="0" y="11049"/>
                    <a:pt x="0" y="7049"/>
                  </a:cubicBezTo>
                  <a:cubicBezTo>
                    <a:pt x="0" y="3048"/>
                    <a:pt x="3143" y="0"/>
                    <a:pt x="7049" y="0"/>
                  </a:cubicBezTo>
                  <a:cubicBezTo>
                    <a:pt x="10954" y="0"/>
                    <a:pt x="14192" y="3143"/>
                    <a:pt x="14192" y="7049"/>
                  </a:cubicBezTo>
                  <a:close/>
                </a:path>
              </a:pathLst>
            </a:custGeom>
            <a:grpFill/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113" name="Freeform: Shape 112">
              <a:extLst>
                <a:ext uri="{FF2B5EF4-FFF2-40B4-BE49-F238E27FC236}">
                  <a16:creationId xmlns:a16="http://schemas.microsoft.com/office/drawing/2014/main" id="{4EE49F21-E336-41BC-8256-85A9AB597F35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5793283" y="3481374"/>
              <a:ext cx="14097" cy="14097"/>
            </a:xfrm>
            <a:custGeom>
              <a:avLst/>
              <a:gdLst>
                <a:gd name="connsiteX0" fmla="*/ 14097 w 14097"/>
                <a:gd name="connsiteY0" fmla="*/ 7049 h 14097"/>
                <a:gd name="connsiteX1" fmla="*/ 7049 w 14097"/>
                <a:gd name="connsiteY1" fmla="*/ 14097 h 14097"/>
                <a:gd name="connsiteX2" fmla="*/ 0 w 14097"/>
                <a:gd name="connsiteY2" fmla="*/ 7049 h 14097"/>
                <a:gd name="connsiteX3" fmla="*/ 7049 w 14097"/>
                <a:gd name="connsiteY3" fmla="*/ 0 h 14097"/>
                <a:gd name="connsiteX4" fmla="*/ 14097 w 14097"/>
                <a:gd name="connsiteY4" fmla="*/ 7049 h 14097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14097" h="14097">
                  <a:moveTo>
                    <a:pt x="14097" y="7049"/>
                  </a:moveTo>
                  <a:cubicBezTo>
                    <a:pt x="14097" y="10941"/>
                    <a:pt x="10941" y="14097"/>
                    <a:pt x="7049" y="14097"/>
                  </a:cubicBezTo>
                  <a:cubicBezTo>
                    <a:pt x="3156" y="14097"/>
                    <a:pt x="0" y="10941"/>
                    <a:pt x="0" y="7049"/>
                  </a:cubicBezTo>
                  <a:cubicBezTo>
                    <a:pt x="0" y="3156"/>
                    <a:pt x="3156" y="0"/>
                    <a:pt x="7049" y="0"/>
                  </a:cubicBezTo>
                  <a:cubicBezTo>
                    <a:pt x="10941" y="0"/>
                    <a:pt x="14097" y="3156"/>
                    <a:pt x="14097" y="7049"/>
                  </a:cubicBezTo>
                  <a:close/>
                </a:path>
              </a:pathLst>
            </a:custGeom>
            <a:grpFill/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114" name="Freeform: Shape 113">
              <a:extLst>
                <a:ext uri="{FF2B5EF4-FFF2-40B4-BE49-F238E27FC236}">
                  <a16:creationId xmlns:a16="http://schemas.microsoft.com/office/drawing/2014/main" id="{C62510EE-BDCD-4393-9AD7-2D0C9A722D2D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5852433" y="3481374"/>
              <a:ext cx="14096" cy="14096"/>
            </a:xfrm>
            <a:custGeom>
              <a:avLst/>
              <a:gdLst>
                <a:gd name="connsiteX0" fmla="*/ 14097 w 14096"/>
                <a:gd name="connsiteY0" fmla="*/ 7049 h 14096"/>
                <a:gd name="connsiteX1" fmla="*/ 7048 w 14096"/>
                <a:gd name="connsiteY1" fmla="*/ 14097 h 14096"/>
                <a:gd name="connsiteX2" fmla="*/ 0 w 14096"/>
                <a:gd name="connsiteY2" fmla="*/ 7049 h 14096"/>
                <a:gd name="connsiteX3" fmla="*/ 7048 w 14096"/>
                <a:gd name="connsiteY3" fmla="*/ 0 h 14096"/>
                <a:gd name="connsiteX4" fmla="*/ 14097 w 14096"/>
                <a:gd name="connsiteY4" fmla="*/ 7049 h 1409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14096" h="14096">
                  <a:moveTo>
                    <a:pt x="14097" y="7049"/>
                  </a:moveTo>
                  <a:cubicBezTo>
                    <a:pt x="14097" y="10954"/>
                    <a:pt x="10954" y="14097"/>
                    <a:pt x="7048" y="14097"/>
                  </a:cubicBezTo>
                  <a:cubicBezTo>
                    <a:pt x="3143" y="14097"/>
                    <a:pt x="0" y="10954"/>
                    <a:pt x="0" y="7049"/>
                  </a:cubicBezTo>
                  <a:cubicBezTo>
                    <a:pt x="0" y="3143"/>
                    <a:pt x="3143" y="0"/>
                    <a:pt x="7048" y="0"/>
                  </a:cubicBezTo>
                  <a:cubicBezTo>
                    <a:pt x="10954" y="0"/>
                    <a:pt x="14097" y="3143"/>
                    <a:pt x="14097" y="7049"/>
                  </a:cubicBezTo>
                  <a:close/>
                </a:path>
              </a:pathLst>
            </a:custGeom>
            <a:grpFill/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115" name="Freeform: Shape 114">
              <a:extLst>
                <a:ext uri="{FF2B5EF4-FFF2-40B4-BE49-F238E27FC236}">
                  <a16:creationId xmlns:a16="http://schemas.microsoft.com/office/drawing/2014/main" id="{2420F94B-4F00-4C6C-97E3-BA5B5E6871B9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5911678" y="3481374"/>
              <a:ext cx="14096" cy="14096"/>
            </a:xfrm>
            <a:custGeom>
              <a:avLst/>
              <a:gdLst>
                <a:gd name="connsiteX0" fmla="*/ 14097 w 14096"/>
                <a:gd name="connsiteY0" fmla="*/ 7049 h 14096"/>
                <a:gd name="connsiteX1" fmla="*/ 7048 w 14096"/>
                <a:gd name="connsiteY1" fmla="*/ 14097 h 14096"/>
                <a:gd name="connsiteX2" fmla="*/ 0 w 14096"/>
                <a:gd name="connsiteY2" fmla="*/ 7049 h 14096"/>
                <a:gd name="connsiteX3" fmla="*/ 7048 w 14096"/>
                <a:gd name="connsiteY3" fmla="*/ 0 h 14096"/>
                <a:gd name="connsiteX4" fmla="*/ 14097 w 14096"/>
                <a:gd name="connsiteY4" fmla="*/ 7049 h 1409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14096" h="14096">
                  <a:moveTo>
                    <a:pt x="14097" y="7049"/>
                  </a:moveTo>
                  <a:cubicBezTo>
                    <a:pt x="14097" y="10954"/>
                    <a:pt x="10954" y="14097"/>
                    <a:pt x="7048" y="14097"/>
                  </a:cubicBezTo>
                  <a:cubicBezTo>
                    <a:pt x="3143" y="14097"/>
                    <a:pt x="0" y="10954"/>
                    <a:pt x="0" y="7049"/>
                  </a:cubicBezTo>
                  <a:cubicBezTo>
                    <a:pt x="0" y="3143"/>
                    <a:pt x="3143" y="0"/>
                    <a:pt x="7048" y="0"/>
                  </a:cubicBezTo>
                  <a:cubicBezTo>
                    <a:pt x="10954" y="0"/>
                    <a:pt x="14097" y="3143"/>
                    <a:pt x="14097" y="7049"/>
                  </a:cubicBezTo>
                  <a:close/>
                </a:path>
              </a:pathLst>
            </a:custGeom>
            <a:grpFill/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116" name="Freeform: Shape 115">
              <a:extLst>
                <a:ext uri="{FF2B5EF4-FFF2-40B4-BE49-F238E27FC236}">
                  <a16:creationId xmlns:a16="http://schemas.microsoft.com/office/drawing/2014/main" id="{E712560A-A110-4132-85D5-21BBBFA8C89F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5970828" y="3481374"/>
              <a:ext cx="14096" cy="14096"/>
            </a:xfrm>
            <a:custGeom>
              <a:avLst/>
              <a:gdLst>
                <a:gd name="connsiteX0" fmla="*/ 14097 w 14096"/>
                <a:gd name="connsiteY0" fmla="*/ 7049 h 14096"/>
                <a:gd name="connsiteX1" fmla="*/ 7048 w 14096"/>
                <a:gd name="connsiteY1" fmla="*/ 14097 h 14096"/>
                <a:gd name="connsiteX2" fmla="*/ 0 w 14096"/>
                <a:gd name="connsiteY2" fmla="*/ 7049 h 14096"/>
                <a:gd name="connsiteX3" fmla="*/ 7048 w 14096"/>
                <a:gd name="connsiteY3" fmla="*/ 0 h 14096"/>
                <a:gd name="connsiteX4" fmla="*/ 14097 w 14096"/>
                <a:gd name="connsiteY4" fmla="*/ 7049 h 1409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14096" h="14096">
                  <a:moveTo>
                    <a:pt x="14097" y="7049"/>
                  </a:moveTo>
                  <a:cubicBezTo>
                    <a:pt x="14097" y="10954"/>
                    <a:pt x="10954" y="14097"/>
                    <a:pt x="7048" y="14097"/>
                  </a:cubicBezTo>
                  <a:cubicBezTo>
                    <a:pt x="3143" y="14097"/>
                    <a:pt x="0" y="10954"/>
                    <a:pt x="0" y="7049"/>
                  </a:cubicBezTo>
                  <a:cubicBezTo>
                    <a:pt x="0" y="3143"/>
                    <a:pt x="3143" y="0"/>
                    <a:pt x="7048" y="0"/>
                  </a:cubicBezTo>
                  <a:cubicBezTo>
                    <a:pt x="10954" y="0"/>
                    <a:pt x="14097" y="3143"/>
                    <a:pt x="14097" y="7049"/>
                  </a:cubicBezTo>
                  <a:close/>
                </a:path>
              </a:pathLst>
            </a:custGeom>
            <a:grpFill/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117" name="Freeform: Shape 116">
              <a:extLst>
                <a:ext uri="{FF2B5EF4-FFF2-40B4-BE49-F238E27FC236}">
                  <a16:creationId xmlns:a16="http://schemas.microsoft.com/office/drawing/2014/main" id="{D1E3102B-23D5-43AE-A67D-583AAA52BA23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6030074" y="3481374"/>
              <a:ext cx="14097" cy="14097"/>
            </a:xfrm>
            <a:custGeom>
              <a:avLst/>
              <a:gdLst>
                <a:gd name="connsiteX0" fmla="*/ 14097 w 14097"/>
                <a:gd name="connsiteY0" fmla="*/ 7049 h 14097"/>
                <a:gd name="connsiteX1" fmla="*/ 7049 w 14097"/>
                <a:gd name="connsiteY1" fmla="*/ 14097 h 14097"/>
                <a:gd name="connsiteX2" fmla="*/ 0 w 14097"/>
                <a:gd name="connsiteY2" fmla="*/ 7049 h 14097"/>
                <a:gd name="connsiteX3" fmla="*/ 7049 w 14097"/>
                <a:gd name="connsiteY3" fmla="*/ 0 h 14097"/>
                <a:gd name="connsiteX4" fmla="*/ 14097 w 14097"/>
                <a:gd name="connsiteY4" fmla="*/ 7049 h 14097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14097" h="14097">
                  <a:moveTo>
                    <a:pt x="14097" y="7049"/>
                  </a:moveTo>
                  <a:cubicBezTo>
                    <a:pt x="14097" y="10941"/>
                    <a:pt x="10941" y="14097"/>
                    <a:pt x="7049" y="14097"/>
                  </a:cubicBezTo>
                  <a:cubicBezTo>
                    <a:pt x="3156" y="14097"/>
                    <a:pt x="0" y="10941"/>
                    <a:pt x="0" y="7049"/>
                  </a:cubicBezTo>
                  <a:cubicBezTo>
                    <a:pt x="0" y="3156"/>
                    <a:pt x="3156" y="0"/>
                    <a:pt x="7049" y="0"/>
                  </a:cubicBezTo>
                  <a:cubicBezTo>
                    <a:pt x="10941" y="0"/>
                    <a:pt x="14097" y="3156"/>
                    <a:pt x="14097" y="7049"/>
                  </a:cubicBezTo>
                  <a:close/>
                </a:path>
              </a:pathLst>
            </a:custGeom>
            <a:grpFill/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118" name="Freeform: Shape 117">
              <a:extLst>
                <a:ext uri="{FF2B5EF4-FFF2-40B4-BE49-F238E27FC236}">
                  <a16:creationId xmlns:a16="http://schemas.microsoft.com/office/drawing/2014/main" id="{9D5ABE4E-EB80-423C-BBCE-9C1B77D9B0CA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6089224" y="3481374"/>
              <a:ext cx="14096" cy="14096"/>
            </a:xfrm>
            <a:custGeom>
              <a:avLst/>
              <a:gdLst>
                <a:gd name="connsiteX0" fmla="*/ 14097 w 14096"/>
                <a:gd name="connsiteY0" fmla="*/ 7049 h 14096"/>
                <a:gd name="connsiteX1" fmla="*/ 7048 w 14096"/>
                <a:gd name="connsiteY1" fmla="*/ 14097 h 14096"/>
                <a:gd name="connsiteX2" fmla="*/ 0 w 14096"/>
                <a:gd name="connsiteY2" fmla="*/ 7049 h 14096"/>
                <a:gd name="connsiteX3" fmla="*/ 7048 w 14096"/>
                <a:gd name="connsiteY3" fmla="*/ 0 h 14096"/>
                <a:gd name="connsiteX4" fmla="*/ 14097 w 14096"/>
                <a:gd name="connsiteY4" fmla="*/ 7049 h 1409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14096" h="14096">
                  <a:moveTo>
                    <a:pt x="14097" y="7049"/>
                  </a:moveTo>
                  <a:cubicBezTo>
                    <a:pt x="14097" y="10954"/>
                    <a:pt x="10954" y="14097"/>
                    <a:pt x="7048" y="14097"/>
                  </a:cubicBezTo>
                  <a:cubicBezTo>
                    <a:pt x="3143" y="14097"/>
                    <a:pt x="0" y="10954"/>
                    <a:pt x="0" y="7049"/>
                  </a:cubicBezTo>
                  <a:cubicBezTo>
                    <a:pt x="0" y="3143"/>
                    <a:pt x="3143" y="0"/>
                    <a:pt x="7048" y="0"/>
                  </a:cubicBezTo>
                  <a:cubicBezTo>
                    <a:pt x="10954" y="0"/>
                    <a:pt x="14097" y="3143"/>
                    <a:pt x="14097" y="7049"/>
                  </a:cubicBezTo>
                  <a:close/>
                </a:path>
              </a:pathLst>
            </a:custGeom>
            <a:grpFill/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119" name="Freeform: Shape 118">
              <a:extLst>
                <a:ext uri="{FF2B5EF4-FFF2-40B4-BE49-F238E27FC236}">
                  <a16:creationId xmlns:a16="http://schemas.microsoft.com/office/drawing/2014/main" id="{BEB8CCC5-38F5-4892-A00B-14B645BBDF5D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5734038" y="3540620"/>
              <a:ext cx="14192" cy="14096"/>
            </a:xfrm>
            <a:custGeom>
              <a:avLst/>
              <a:gdLst>
                <a:gd name="connsiteX0" fmla="*/ 14192 w 14192"/>
                <a:gd name="connsiteY0" fmla="*/ 7048 h 14096"/>
                <a:gd name="connsiteX1" fmla="*/ 7144 w 14192"/>
                <a:gd name="connsiteY1" fmla="*/ 14097 h 14096"/>
                <a:gd name="connsiteX2" fmla="*/ 0 w 14192"/>
                <a:gd name="connsiteY2" fmla="*/ 7048 h 14096"/>
                <a:gd name="connsiteX3" fmla="*/ 7049 w 14192"/>
                <a:gd name="connsiteY3" fmla="*/ 0 h 14096"/>
                <a:gd name="connsiteX4" fmla="*/ 14192 w 14192"/>
                <a:gd name="connsiteY4" fmla="*/ 7048 h 1409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14192" h="14096">
                  <a:moveTo>
                    <a:pt x="14192" y="7048"/>
                  </a:moveTo>
                  <a:cubicBezTo>
                    <a:pt x="14192" y="10954"/>
                    <a:pt x="11049" y="14097"/>
                    <a:pt x="7144" y="14097"/>
                  </a:cubicBezTo>
                  <a:cubicBezTo>
                    <a:pt x="3239" y="14097"/>
                    <a:pt x="0" y="10954"/>
                    <a:pt x="0" y="7048"/>
                  </a:cubicBezTo>
                  <a:cubicBezTo>
                    <a:pt x="0" y="3143"/>
                    <a:pt x="3143" y="0"/>
                    <a:pt x="7049" y="0"/>
                  </a:cubicBezTo>
                  <a:cubicBezTo>
                    <a:pt x="10954" y="0"/>
                    <a:pt x="14192" y="3143"/>
                    <a:pt x="14192" y="7048"/>
                  </a:cubicBezTo>
                  <a:close/>
                </a:path>
              </a:pathLst>
            </a:custGeom>
            <a:grpFill/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120" name="Freeform: Shape 119">
              <a:extLst>
                <a:ext uri="{FF2B5EF4-FFF2-40B4-BE49-F238E27FC236}">
                  <a16:creationId xmlns:a16="http://schemas.microsoft.com/office/drawing/2014/main" id="{8860175F-F7D5-4464-AD61-5B435528FE54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5793283" y="3540620"/>
              <a:ext cx="14097" cy="14097"/>
            </a:xfrm>
            <a:custGeom>
              <a:avLst/>
              <a:gdLst>
                <a:gd name="connsiteX0" fmla="*/ 14097 w 14097"/>
                <a:gd name="connsiteY0" fmla="*/ 7048 h 14097"/>
                <a:gd name="connsiteX1" fmla="*/ 7049 w 14097"/>
                <a:gd name="connsiteY1" fmla="*/ 14097 h 14097"/>
                <a:gd name="connsiteX2" fmla="*/ 0 w 14097"/>
                <a:gd name="connsiteY2" fmla="*/ 7048 h 14097"/>
                <a:gd name="connsiteX3" fmla="*/ 7049 w 14097"/>
                <a:gd name="connsiteY3" fmla="*/ 0 h 14097"/>
                <a:gd name="connsiteX4" fmla="*/ 14097 w 14097"/>
                <a:gd name="connsiteY4" fmla="*/ 7048 h 14097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14097" h="14097">
                  <a:moveTo>
                    <a:pt x="14097" y="7048"/>
                  </a:moveTo>
                  <a:cubicBezTo>
                    <a:pt x="14097" y="10941"/>
                    <a:pt x="10941" y="14097"/>
                    <a:pt x="7049" y="14097"/>
                  </a:cubicBezTo>
                  <a:cubicBezTo>
                    <a:pt x="3156" y="14097"/>
                    <a:pt x="0" y="10941"/>
                    <a:pt x="0" y="7048"/>
                  </a:cubicBezTo>
                  <a:cubicBezTo>
                    <a:pt x="0" y="3156"/>
                    <a:pt x="3156" y="0"/>
                    <a:pt x="7049" y="0"/>
                  </a:cubicBezTo>
                  <a:cubicBezTo>
                    <a:pt x="10941" y="0"/>
                    <a:pt x="14097" y="3156"/>
                    <a:pt x="14097" y="7048"/>
                  </a:cubicBezTo>
                  <a:close/>
                </a:path>
              </a:pathLst>
            </a:custGeom>
            <a:grpFill/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121" name="Freeform: Shape 120">
              <a:extLst>
                <a:ext uri="{FF2B5EF4-FFF2-40B4-BE49-F238E27FC236}">
                  <a16:creationId xmlns:a16="http://schemas.microsoft.com/office/drawing/2014/main" id="{E28C20B0-98AA-4A5B-8CE1-236A3F6CAAC8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5852433" y="3540620"/>
              <a:ext cx="14096" cy="14096"/>
            </a:xfrm>
            <a:custGeom>
              <a:avLst/>
              <a:gdLst>
                <a:gd name="connsiteX0" fmla="*/ 14097 w 14096"/>
                <a:gd name="connsiteY0" fmla="*/ 7048 h 14096"/>
                <a:gd name="connsiteX1" fmla="*/ 7048 w 14096"/>
                <a:gd name="connsiteY1" fmla="*/ 14097 h 14096"/>
                <a:gd name="connsiteX2" fmla="*/ 0 w 14096"/>
                <a:gd name="connsiteY2" fmla="*/ 7048 h 14096"/>
                <a:gd name="connsiteX3" fmla="*/ 7048 w 14096"/>
                <a:gd name="connsiteY3" fmla="*/ 0 h 14096"/>
                <a:gd name="connsiteX4" fmla="*/ 14097 w 14096"/>
                <a:gd name="connsiteY4" fmla="*/ 7048 h 1409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14096" h="14096">
                  <a:moveTo>
                    <a:pt x="14097" y="7048"/>
                  </a:moveTo>
                  <a:cubicBezTo>
                    <a:pt x="14097" y="10954"/>
                    <a:pt x="10954" y="14097"/>
                    <a:pt x="7048" y="14097"/>
                  </a:cubicBezTo>
                  <a:cubicBezTo>
                    <a:pt x="3143" y="14097"/>
                    <a:pt x="0" y="10954"/>
                    <a:pt x="0" y="7048"/>
                  </a:cubicBezTo>
                  <a:cubicBezTo>
                    <a:pt x="0" y="3143"/>
                    <a:pt x="3143" y="0"/>
                    <a:pt x="7048" y="0"/>
                  </a:cubicBezTo>
                  <a:cubicBezTo>
                    <a:pt x="10954" y="0"/>
                    <a:pt x="14097" y="3143"/>
                    <a:pt x="14097" y="7048"/>
                  </a:cubicBezTo>
                  <a:close/>
                </a:path>
              </a:pathLst>
            </a:custGeom>
            <a:grpFill/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122" name="Freeform: Shape 121">
              <a:extLst>
                <a:ext uri="{FF2B5EF4-FFF2-40B4-BE49-F238E27FC236}">
                  <a16:creationId xmlns:a16="http://schemas.microsoft.com/office/drawing/2014/main" id="{8A56719F-13F0-4B75-8C04-DAACD8FD868D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5911678" y="3540620"/>
              <a:ext cx="14096" cy="14096"/>
            </a:xfrm>
            <a:custGeom>
              <a:avLst/>
              <a:gdLst>
                <a:gd name="connsiteX0" fmla="*/ 14097 w 14096"/>
                <a:gd name="connsiteY0" fmla="*/ 7048 h 14096"/>
                <a:gd name="connsiteX1" fmla="*/ 7048 w 14096"/>
                <a:gd name="connsiteY1" fmla="*/ 14097 h 14096"/>
                <a:gd name="connsiteX2" fmla="*/ 0 w 14096"/>
                <a:gd name="connsiteY2" fmla="*/ 7048 h 14096"/>
                <a:gd name="connsiteX3" fmla="*/ 7048 w 14096"/>
                <a:gd name="connsiteY3" fmla="*/ 0 h 14096"/>
                <a:gd name="connsiteX4" fmla="*/ 14097 w 14096"/>
                <a:gd name="connsiteY4" fmla="*/ 7048 h 1409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14096" h="14096">
                  <a:moveTo>
                    <a:pt x="14097" y="7048"/>
                  </a:moveTo>
                  <a:cubicBezTo>
                    <a:pt x="14097" y="10954"/>
                    <a:pt x="10954" y="14097"/>
                    <a:pt x="7048" y="14097"/>
                  </a:cubicBezTo>
                  <a:cubicBezTo>
                    <a:pt x="3143" y="14097"/>
                    <a:pt x="0" y="10954"/>
                    <a:pt x="0" y="7048"/>
                  </a:cubicBezTo>
                  <a:cubicBezTo>
                    <a:pt x="0" y="3143"/>
                    <a:pt x="3143" y="0"/>
                    <a:pt x="7048" y="0"/>
                  </a:cubicBezTo>
                  <a:cubicBezTo>
                    <a:pt x="10954" y="0"/>
                    <a:pt x="14097" y="3143"/>
                    <a:pt x="14097" y="7048"/>
                  </a:cubicBezTo>
                  <a:close/>
                </a:path>
              </a:pathLst>
            </a:custGeom>
            <a:grpFill/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123" name="Freeform: Shape 122">
              <a:extLst>
                <a:ext uri="{FF2B5EF4-FFF2-40B4-BE49-F238E27FC236}">
                  <a16:creationId xmlns:a16="http://schemas.microsoft.com/office/drawing/2014/main" id="{B30555DA-285C-4859-83DE-B16FF6DB1382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5970828" y="3540620"/>
              <a:ext cx="14096" cy="14096"/>
            </a:xfrm>
            <a:custGeom>
              <a:avLst/>
              <a:gdLst>
                <a:gd name="connsiteX0" fmla="*/ 14097 w 14096"/>
                <a:gd name="connsiteY0" fmla="*/ 7048 h 14096"/>
                <a:gd name="connsiteX1" fmla="*/ 7048 w 14096"/>
                <a:gd name="connsiteY1" fmla="*/ 14097 h 14096"/>
                <a:gd name="connsiteX2" fmla="*/ 0 w 14096"/>
                <a:gd name="connsiteY2" fmla="*/ 7048 h 14096"/>
                <a:gd name="connsiteX3" fmla="*/ 7048 w 14096"/>
                <a:gd name="connsiteY3" fmla="*/ 0 h 14096"/>
                <a:gd name="connsiteX4" fmla="*/ 14097 w 14096"/>
                <a:gd name="connsiteY4" fmla="*/ 7048 h 1409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14096" h="14096">
                  <a:moveTo>
                    <a:pt x="14097" y="7048"/>
                  </a:moveTo>
                  <a:cubicBezTo>
                    <a:pt x="14097" y="10954"/>
                    <a:pt x="10954" y="14097"/>
                    <a:pt x="7048" y="14097"/>
                  </a:cubicBezTo>
                  <a:cubicBezTo>
                    <a:pt x="3143" y="14097"/>
                    <a:pt x="0" y="10954"/>
                    <a:pt x="0" y="7048"/>
                  </a:cubicBezTo>
                  <a:cubicBezTo>
                    <a:pt x="0" y="3143"/>
                    <a:pt x="3143" y="0"/>
                    <a:pt x="7048" y="0"/>
                  </a:cubicBezTo>
                  <a:cubicBezTo>
                    <a:pt x="10954" y="0"/>
                    <a:pt x="14097" y="3143"/>
                    <a:pt x="14097" y="7048"/>
                  </a:cubicBezTo>
                  <a:close/>
                </a:path>
              </a:pathLst>
            </a:custGeom>
            <a:grpFill/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124" name="Freeform: Shape 123">
              <a:extLst>
                <a:ext uri="{FF2B5EF4-FFF2-40B4-BE49-F238E27FC236}">
                  <a16:creationId xmlns:a16="http://schemas.microsoft.com/office/drawing/2014/main" id="{67AF00E9-C8D6-41C4-9703-5468F51639D8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6030074" y="3540620"/>
              <a:ext cx="14097" cy="14097"/>
            </a:xfrm>
            <a:custGeom>
              <a:avLst/>
              <a:gdLst>
                <a:gd name="connsiteX0" fmla="*/ 14097 w 14097"/>
                <a:gd name="connsiteY0" fmla="*/ 7048 h 14097"/>
                <a:gd name="connsiteX1" fmla="*/ 7049 w 14097"/>
                <a:gd name="connsiteY1" fmla="*/ 14097 h 14097"/>
                <a:gd name="connsiteX2" fmla="*/ 0 w 14097"/>
                <a:gd name="connsiteY2" fmla="*/ 7048 h 14097"/>
                <a:gd name="connsiteX3" fmla="*/ 7049 w 14097"/>
                <a:gd name="connsiteY3" fmla="*/ 0 h 14097"/>
                <a:gd name="connsiteX4" fmla="*/ 14097 w 14097"/>
                <a:gd name="connsiteY4" fmla="*/ 7048 h 14097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14097" h="14097">
                  <a:moveTo>
                    <a:pt x="14097" y="7048"/>
                  </a:moveTo>
                  <a:cubicBezTo>
                    <a:pt x="14097" y="10941"/>
                    <a:pt x="10941" y="14097"/>
                    <a:pt x="7049" y="14097"/>
                  </a:cubicBezTo>
                  <a:cubicBezTo>
                    <a:pt x="3156" y="14097"/>
                    <a:pt x="0" y="10941"/>
                    <a:pt x="0" y="7048"/>
                  </a:cubicBezTo>
                  <a:cubicBezTo>
                    <a:pt x="0" y="3156"/>
                    <a:pt x="3156" y="0"/>
                    <a:pt x="7049" y="0"/>
                  </a:cubicBezTo>
                  <a:cubicBezTo>
                    <a:pt x="10941" y="0"/>
                    <a:pt x="14097" y="3156"/>
                    <a:pt x="14097" y="7048"/>
                  </a:cubicBezTo>
                  <a:close/>
                </a:path>
              </a:pathLst>
            </a:custGeom>
            <a:grpFill/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125" name="Freeform: Shape 124">
              <a:extLst>
                <a:ext uri="{FF2B5EF4-FFF2-40B4-BE49-F238E27FC236}">
                  <a16:creationId xmlns:a16="http://schemas.microsoft.com/office/drawing/2014/main" id="{D07F88BD-A2E8-4F25-BB43-9372C6C9F30E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6089224" y="3540620"/>
              <a:ext cx="14096" cy="14096"/>
            </a:xfrm>
            <a:custGeom>
              <a:avLst/>
              <a:gdLst>
                <a:gd name="connsiteX0" fmla="*/ 14097 w 14096"/>
                <a:gd name="connsiteY0" fmla="*/ 7048 h 14096"/>
                <a:gd name="connsiteX1" fmla="*/ 7048 w 14096"/>
                <a:gd name="connsiteY1" fmla="*/ 14097 h 14096"/>
                <a:gd name="connsiteX2" fmla="*/ 0 w 14096"/>
                <a:gd name="connsiteY2" fmla="*/ 7048 h 14096"/>
                <a:gd name="connsiteX3" fmla="*/ 7048 w 14096"/>
                <a:gd name="connsiteY3" fmla="*/ 0 h 14096"/>
                <a:gd name="connsiteX4" fmla="*/ 14097 w 14096"/>
                <a:gd name="connsiteY4" fmla="*/ 7048 h 1409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14096" h="14096">
                  <a:moveTo>
                    <a:pt x="14097" y="7048"/>
                  </a:moveTo>
                  <a:cubicBezTo>
                    <a:pt x="14097" y="10954"/>
                    <a:pt x="10954" y="14097"/>
                    <a:pt x="7048" y="14097"/>
                  </a:cubicBezTo>
                  <a:cubicBezTo>
                    <a:pt x="3143" y="14097"/>
                    <a:pt x="0" y="10954"/>
                    <a:pt x="0" y="7048"/>
                  </a:cubicBezTo>
                  <a:cubicBezTo>
                    <a:pt x="0" y="3143"/>
                    <a:pt x="3143" y="0"/>
                    <a:pt x="7048" y="0"/>
                  </a:cubicBezTo>
                  <a:cubicBezTo>
                    <a:pt x="10954" y="0"/>
                    <a:pt x="14097" y="3143"/>
                    <a:pt x="14097" y="7048"/>
                  </a:cubicBezTo>
                  <a:close/>
                </a:path>
              </a:pathLst>
            </a:custGeom>
            <a:grpFill/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126" name="Freeform: Shape 125">
              <a:extLst>
                <a:ext uri="{FF2B5EF4-FFF2-40B4-BE49-F238E27FC236}">
                  <a16:creationId xmlns:a16="http://schemas.microsoft.com/office/drawing/2014/main" id="{DFAE35DA-8283-4F4B-8C00-FF8EFE39B3CC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5734038" y="3599770"/>
              <a:ext cx="14192" cy="14096"/>
            </a:xfrm>
            <a:custGeom>
              <a:avLst/>
              <a:gdLst>
                <a:gd name="connsiteX0" fmla="*/ 14192 w 14192"/>
                <a:gd name="connsiteY0" fmla="*/ 7048 h 14096"/>
                <a:gd name="connsiteX1" fmla="*/ 7144 w 14192"/>
                <a:gd name="connsiteY1" fmla="*/ 14097 h 14096"/>
                <a:gd name="connsiteX2" fmla="*/ 0 w 14192"/>
                <a:gd name="connsiteY2" fmla="*/ 7048 h 14096"/>
                <a:gd name="connsiteX3" fmla="*/ 7049 w 14192"/>
                <a:gd name="connsiteY3" fmla="*/ 0 h 14096"/>
                <a:gd name="connsiteX4" fmla="*/ 14192 w 14192"/>
                <a:gd name="connsiteY4" fmla="*/ 7048 h 1409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14192" h="14096">
                  <a:moveTo>
                    <a:pt x="14192" y="7048"/>
                  </a:moveTo>
                  <a:cubicBezTo>
                    <a:pt x="14192" y="10954"/>
                    <a:pt x="11049" y="14097"/>
                    <a:pt x="7144" y="14097"/>
                  </a:cubicBezTo>
                  <a:cubicBezTo>
                    <a:pt x="3239" y="14097"/>
                    <a:pt x="0" y="10954"/>
                    <a:pt x="0" y="7048"/>
                  </a:cubicBezTo>
                  <a:cubicBezTo>
                    <a:pt x="0" y="3143"/>
                    <a:pt x="3143" y="0"/>
                    <a:pt x="7049" y="0"/>
                  </a:cubicBezTo>
                  <a:cubicBezTo>
                    <a:pt x="10954" y="0"/>
                    <a:pt x="14192" y="3143"/>
                    <a:pt x="14192" y="7048"/>
                  </a:cubicBezTo>
                  <a:close/>
                </a:path>
              </a:pathLst>
            </a:custGeom>
            <a:grpFill/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127" name="Freeform: Shape 126">
              <a:extLst>
                <a:ext uri="{FF2B5EF4-FFF2-40B4-BE49-F238E27FC236}">
                  <a16:creationId xmlns:a16="http://schemas.microsoft.com/office/drawing/2014/main" id="{4340DEBE-A255-48E2-B7B2-AE881651CEC6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5793283" y="3599770"/>
              <a:ext cx="14097" cy="14096"/>
            </a:xfrm>
            <a:custGeom>
              <a:avLst/>
              <a:gdLst>
                <a:gd name="connsiteX0" fmla="*/ 14097 w 14097"/>
                <a:gd name="connsiteY0" fmla="*/ 7048 h 14096"/>
                <a:gd name="connsiteX1" fmla="*/ 7049 w 14097"/>
                <a:gd name="connsiteY1" fmla="*/ 14097 h 14096"/>
                <a:gd name="connsiteX2" fmla="*/ 0 w 14097"/>
                <a:gd name="connsiteY2" fmla="*/ 7048 h 14096"/>
                <a:gd name="connsiteX3" fmla="*/ 7049 w 14097"/>
                <a:gd name="connsiteY3" fmla="*/ 0 h 14096"/>
                <a:gd name="connsiteX4" fmla="*/ 14097 w 14097"/>
                <a:gd name="connsiteY4" fmla="*/ 7048 h 1409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14097" h="14096">
                  <a:moveTo>
                    <a:pt x="14097" y="7048"/>
                  </a:moveTo>
                  <a:cubicBezTo>
                    <a:pt x="14097" y="10954"/>
                    <a:pt x="10954" y="14097"/>
                    <a:pt x="7049" y="14097"/>
                  </a:cubicBezTo>
                  <a:cubicBezTo>
                    <a:pt x="3143" y="14097"/>
                    <a:pt x="0" y="10954"/>
                    <a:pt x="0" y="7048"/>
                  </a:cubicBezTo>
                  <a:cubicBezTo>
                    <a:pt x="0" y="3143"/>
                    <a:pt x="3143" y="0"/>
                    <a:pt x="7049" y="0"/>
                  </a:cubicBezTo>
                  <a:cubicBezTo>
                    <a:pt x="10954" y="0"/>
                    <a:pt x="14097" y="3143"/>
                    <a:pt x="14097" y="7048"/>
                  </a:cubicBezTo>
                  <a:close/>
                </a:path>
              </a:pathLst>
            </a:custGeom>
            <a:grpFill/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128" name="Freeform: Shape 127">
              <a:extLst>
                <a:ext uri="{FF2B5EF4-FFF2-40B4-BE49-F238E27FC236}">
                  <a16:creationId xmlns:a16="http://schemas.microsoft.com/office/drawing/2014/main" id="{FE968FB9-507A-4F2E-B346-15995081B1CA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5852433" y="3599770"/>
              <a:ext cx="14096" cy="14096"/>
            </a:xfrm>
            <a:custGeom>
              <a:avLst/>
              <a:gdLst>
                <a:gd name="connsiteX0" fmla="*/ 14097 w 14096"/>
                <a:gd name="connsiteY0" fmla="*/ 7048 h 14096"/>
                <a:gd name="connsiteX1" fmla="*/ 7048 w 14096"/>
                <a:gd name="connsiteY1" fmla="*/ 14097 h 14096"/>
                <a:gd name="connsiteX2" fmla="*/ 0 w 14096"/>
                <a:gd name="connsiteY2" fmla="*/ 7048 h 14096"/>
                <a:gd name="connsiteX3" fmla="*/ 7048 w 14096"/>
                <a:gd name="connsiteY3" fmla="*/ 0 h 14096"/>
                <a:gd name="connsiteX4" fmla="*/ 14097 w 14096"/>
                <a:gd name="connsiteY4" fmla="*/ 7048 h 1409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14096" h="14096">
                  <a:moveTo>
                    <a:pt x="14097" y="7048"/>
                  </a:moveTo>
                  <a:cubicBezTo>
                    <a:pt x="14097" y="10954"/>
                    <a:pt x="10954" y="14097"/>
                    <a:pt x="7048" y="14097"/>
                  </a:cubicBezTo>
                  <a:cubicBezTo>
                    <a:pt x="3143" y="14097"/>
                    <a:pt x="0" y="10954"/>
                    <a:pt x="0" y="7048"/>
                  </a:cubicBezTo>
                  <a:cubicBezTo>
                    <a:pt x="0" y="3143"/>
                    <a:pt x="3143" y="0"/>
                    <a:pt x="7048" y="0"/>
                  </a:cubicBezTo>
                  <a:cubicBezTo>
                    <a:pt x="10954" y="0"/>
                    <a:pt x="14097" y="3143"/>
                    <a:pt x="14097" y="7048"/>
                  </a:cubicBezTo>
                  <a:close/>
                </a:path>
              </a:pathLst>
            </a:custGeom>
            <a:grpFill/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129" name="Freeform: Shape 128">
              <a:extLst>
                <a:ext uri="{FF2B5EF4-FFF2-40B4-BE49-F238E27FC236}">
                  <a16:creationId xmlns:a16="http://schemas.microsoft.com/office/drawing/2014/main" id="{4DA99BD8-9C2B-46BF-AA27-ED405540D1AA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5911678" y="3599770"/>
              <a:ext cx="14096" cy="14096"/>
            </a:xfrm>
            <a:custGeom>
              <a:avLst/>
              <a:gdLst>
                <a:gd name="connsiteX0" fmla="*/ 14097 w 14096"/>
                <a:gd name="connsiteY0" fmla="*/ 7048 h 14096"/>
                <a:gd name="connsiteX1" fmla="*/ 7048 w 14096"/>
                <a:gd name="connsiteY1" fmla="*/ 14097 h 14096"/>
                <a:gd name="connsiteX2" fmla="*/ 0 w 14096"/>
                <a:gd name="connsiteY2" fmla="*/ 7048 h 14096"/>
                <a:gd name="connsiteX3" fmla="*/ 7048 w 14096"/>
                <a:gd name="connsiteY3" fmla="*/ 0 h 14096"/>
                <a:gd name="connsiteX4" fmla="*/ 14097 w 14096"/>
                <a:gd name="connsiteY4" fmla="*/ 7048 h 1409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14096" h="14096">
                  <a:moveTo>
                    <a:pt x="14097" y="7048"/>
                  </a:moveTo>
                  <a:cubicBezTo>
                    <a:pt x="14097" y="10954"/>
                    <a:pt x="10954" y="14097"/>
                    <a:pt x="7048" y="14097"/>
                  </a:cubicBezTo>
                  <a:cubicBezTo>
                    <a:pt x="3143" y="14097"/>
                    <a:pt x="0" y="10954"/>
                    <a:pt x="0" y="7048"/>
                  </a:cubicBezTo>
                  <a:cubicBezTo>
                    <a:pt x="0" y="3143"/>
                    <a:pt x="3143" y="0"/>
                    <a:pt x="7048" y="0"/>
                  </a:cubicBezTo>
                  <a:cubicBezTo>
                    <a:pt x="10954" y="0"/>
                    <a:pt x="14097" y="3143"/>
                    <a:pt x="14097" y="7048"/>
                  </a:cubicBezTo>
                  <a:close/>
                </a:path>
              </a:pathLst>
            </a:custGeom>
            <a:grpFill/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130" name="Freeform: Shape 129">
              <a:extLst>
                <a:ext uri="{FF2B5EF4-FFF2-40B4-BE49-F238E27FC236}">
                  <a16:creationId xmlns:a16="http://schemas.microsoft.com/office/drawing/2014/main" id="{50C84F67-D2C2-48DF-8537-DF99C60240AA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5970828" y="3599770"/>
              <a:ext cx="14096" cy="14096"/>
            </a:xfrm>
            <a:custGeom>
              <a:avLst/>
              <a:gdLst>
                <a:gd name="connsiteX0" fmla="*/ 14097 w 14096"/>
                <a:gd name="connsiteY0" fmla="*/ 7048 h 14096"/>
                <a:gd name="connsiteX1" fmla="*/ 7048 w 14096"/>
                <a:gd name="connsiteY1" fmla="*/ 14097 h 14096"/>
                <a:gd name="connsiteX2" fmla="*/ 0 w 14096"/>
                <a:gd name="connsiteY2" fmla="*/ 7048 h 14096"/>
                <a:gd name="connsiteX3" fmla="*/ 7048 w 14096"/>
                <a:gd name="connsiteY3" fmla="*/ 0 h 14096"/>
                <a:gd name="connsiteX4" fmla="*/ 14097 w 14096"/>
                <a:gd name="connsiteY4" fmla="*/ 7048 h 1409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14096" h="14096">
                  <a:moveTo>
                    <a:pt x="14097" y="7048"/>
                  </a:moveTo>
                  <a:cubicBezTo>
                    <a:pt x="14097" y="10954"/>
                    <a:pt x="10954" y="14097"/>
                    <a:pt x="7048" y="14097"/>
                  </a:cubicBezTo>
                  <a:cubicBezTo>
                    <a:pt x="3143" y="14097"/>
                    <a:pt x="0" y="10954"/>
                    <a:pt x="0" y="7048"/>
                  </a:cubicBezTo>
                  <a:cubicBezTo>
                    <a:pt x="0" y="3143"/>
                    <a:pt x="3143" y="0"/>
                    <a:pt x="7048" y="0"/>
                  </a:cubicBezTo>
                  <a:cubicBezTo>
                    <a:pt x="10954" y="0"/>
                    <a:pt x="14097" y="3143"/>
                    <a:pt x="14097" y="7048"/>
                  </a:cubicBezTo>
                  <a:close/>
                </a:path>
              </a:pathLst>
            </a:custGeom>
            <a:grpFill/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131" name="Freeform: Shape 130">
              <a:extLst>
                <a:ext uri="{FF2B5EF4-FFF2-40B4-BE49-F238E27FC236}">
                  <a16:creationId xmlns:a16="http://schemas.microsoft.com/office/drawing/2014/main" id="{F5CAEB9A-26A6-4FBF-916B-19FC9B0BFCDD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6030073" y="3599770"/>
              <a:ext cx="14097" cy="14096"/>
            </a:xfrm>
            <a:custGeom>
              <a:avLst/>
              <a:gdLst>
                <a:gd name="connsiteX0" fmla="*/ 14097 w 14097"/>
                <a:gd name="connsiteY0" fmla="*/ 7048 h 14096"/>
                <a:gd name="connsiteX1" fmla="*/ 7048 w 14097"/>
                <a:gd name="connsiteY1" fmla="*/ 14097 h 14096"/>
                <a:gd name="connsiteX2" fmla="*/ 0 w 14097"/>
                <a:gd name="connsiteY2" fmla="*/ 7048 h 14096"/>
                <a:gd name="connsiteX3" fmla="*/ 7048 w 14097"/>
                <a:gd name="connsiteY3" fmla="*/ 0 h 14096"/>
                <a:gd name="connsiteX4" fmla="*/ 14097 w 14097"/>
                <a:gd name="connsiteY4" fmla="*/ 7048 h 1409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14097" h="14096">
                  <a:moveTo>
                    <a:pt x="14097" y="7048"/>
                  </a:moveTo>
                  <a:cubicBezTo>
                    <a:pt x="14097" y="10954"/>
                    <a:pt x="10954" y="14097"/>
                    <a:pt x="7048" y="14097"/>
                  </a:cubicBezTo>
                  <a:cubicBezTo>
                    <a:pt x="3143" y="14097"/>
                    <a:pt x="0" y="10954"/>
                    <a:pt x="0" y="7048"/>
                  </a:cubicBezTo>
                  <a:cubicBezTo>
                    <a:pt x="0" y="3143"/>
                    <a:pt x="3143" y="0"/>
                    <a:pt x="7048" y="0"/>
                  </a:cubicBezTo>
                  <a:cubicBezTo>
                    <a:pt x="10954" y="0"/>
                    <a:pt x="14097" y="3143"/>
                    <a:pt x="14097" y="7048"/>
                  </a:cubicBezTo>
                  <a:close/>
                </a:path>
              </a:pathLst>
            </a:custGeom>
            <a:grpFill/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132" name="Freeform: Shape 131">
              <a:extLst>
                <a:ext uri="{FF2B5EF4-FFF2-40B4-BE49-F238E27FC236}">
                  <a16:creationId xmlns:a16="http://schemas.microsoft.com/office/drawing/2014/main" id="{E4DEDE1B-4819-4E4B-849E-330D7DF56C2F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6089224" y="3599770"/>
              <a:ext cx="14096" cy="14096"/>
            </a:xfrm>
            <a:custGeom>
              <a:avLst/>
              <a:gdLst>
                <a:gd name="connsiteX0" fmla="*/ 14097 w 14096"/>
                <a:gd name="connsiteY0" fmla="*/ 7048 h 14096"/>
                <a:gd name="connsiteX1" fmla="*/ 7048 w 14096"/>
                <a:gd name="connsiteY1" fmla="*/ 14097 h 14096"/>
                <a:gd name="connsiteX2" fmla="*/ 0 w 14096"/>
                <a:gd name="connsiteY2" fmla="*/ 7048 h 14096"/>
                <a:gd name="connsiteX3" fmla="*/ 7048 w 14096"/>
                <a:gd name="connsiteY3" fmla="*/ 0 h 14096"/>
                <a:gd name="connsiteX4" fmla="*/ 14097 w 14096"/>
                <a:gd name="connsiteY4" fmla="*/ 7048 h 1409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14096" h="14096">
                  <a:moveTo>
                    <a:pt x="14097" y="7048"/>
                  </a:moveTo>
                  <a:cubicBezTo>
                    <a:pt x="14097" y="10954"/>
                    <a:pt x="10954" y="14097"/>
                    <a:pt x="7048" y="14097"/>
                  </a:cubicBezTo>
                  <a:cubicBezTo>
                    <a:pt x="3143" y="14097"/>
                    <a:pt x="0" y="10954"/>
                    <a:pt x="0" y="7048"/>
                  </a:cubicBezTo>
                  <a:cubicBezTo>
                    <a:pt x="0" y="3143"/>
                    <a:pt x="3143" y="0"/>
                    <a:pt x="7048" y="0"/>
                  </a:cubicBezTo>
                  <a:cubicBezTo>
                    <a:pt x="10954" y="0"/>
                    <a:pt x="14097" y="3143"/>
                    <a:pt x="14097" y="7048"/>
                  </a:cubicBezTo>
                  <a:close/>
                </a:path>
              </a:pathLst>
            </a:custGeom>
            <a:grpFill/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133" name="Freeform: Shape 132">
              <a:extLst>
                <a:ext uri="{FF2B5EF4-FFF2-40B4-BE49-F238E27FC236}">
                  <a16:creationId xmlns:a16="http://schemas.microsoft.com/office/drawing/2014/main" id="{C441B73E-F19C-4313-8F46-F600603B360D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5734037" y="3659014"/>
              <a:ext cx="14192" cy="14096"/>
            </a:xfrm>
            <a:custGeom>
              <a:avLst/>
              <a:gdLst>
                <a:gd name="connsiteX0" fmla="*/ 14192 w 14192"/>
                <a:gd name="connsiteY0" fmla="*/ 7048 h 14096"/>
                <a:gd name="connsiteX1" fmla="*/ 7144 w 14192"/>
                <a:gd name="connsiteY1" fmla="*/ 14097 h 14096"/>
                <a:gd name="connsiteX2" fmla="*/ 0 w 14192"/>
                <a:gd name="connsiteY2" fmla="*/ 7048 h 14096"/>
                <a:gd name="connsiteX3" fmla="*/ 7049 w 14192"/>
                <a:gd name="connsiteY3" fmla="*/ 0 h 14096"/>
                <a:gd name="connsiteX4" fmla="*/ 14192 w 14192"/>
                <a:gd name="connsiteY4" fmla="*/ 7048 h 1409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14192" h="14096">
                  <a:moveTo>
                    <a:pt x="14192" y="7048"/>
                  </a:moveTo>
                  <a:cubicBezTo>
                    <a:pt x="14192" y="10954"/>
                    <a:pt x="11049" y="14097"/>
                    <a:pt x="7144" y="14097"/>
                  </a:cubicBezTo>
                  <a:cubicBezTo>
                    <a:pt x="3239" y="14097"/>
                    <a:pt x="0" y="10954"/>
                    <a:pt x="0" y="7048"/>
                  </a:cubicBezTo>
                  <a:cubicBezTo>
                    <a:pt x="0" y="3143"/>
                    <a:pt x="3143" y="0"/>
                    <a:pt x="7049" y="0"/>
                  </a:cubicBezTo>
                  <a:cubicBezTo>
                    <a:pt x="10954" y="0"/>
                    <a:pt x="14192" y="3143"/>
                    <a:pt x="14192" y="7048"/>
                  </a:cubicBezTo>
                  <a:close/>
                </a:path>
              </a:pathLst>
            </a:custGeom>
            <a:grpFill/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134" name="Freeform: Shape 133">
              <a:extLst>
                <a:ext uri="{FF2B5EF4-FFF2-40B4-BE49-F238E27FC236}">
                  <a16:creationId xmlns:a16="http://schemas.microsoft.com/office/drawing/2014/main" id="{014FE805-EF51-4859-A6DF-CF75F9A0F5D5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5793282" y="3659014"/>
              <a:ext cx="14097" cy="14096"/>
            </a:xfrm>
            <a:custGeom>
              <a:avLst/>
              <a:gdLst>
                <a:gd name="connsiteX0" fmla="*/ 14097 w 14097"/>
                <a:gd name="connsiteY0" fmla="*/ 7048 h 14096"/>
                <a:gd name="connsiteX1" fmla="*/ 7049 w 14097"/>
                <a:gd name="connsiteY1" fmla="*/ 14097 h 14096"/>
                <a:gd name="connsiteX2" fmla="*/ 0 w 14097"/>
                <a:gd name="connsiteY2" fmla="*/ 7048 h 14096"/>
                <a:gd name="connsiteX3" fmla="*/ 7049 w 14097"/>
                <a:gd name="connsiteY3" fmla="*/ 0 h 14096"/>
                <a:gd name="connsiteX4" fmla="*/ 14097 w 14097"/>
                <a:gd name="connsiteY4" fmla="*/ 7048 h 1409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14097" h="14096">
                  <a:moveTo>
                    <a:pt x="14097" y="7048"/>
                  </a:moveTo>
                  <a:cubicBezTo>
                    <a:pt x="14097" y="10954"/>
                    <a:pt x="10954" y="14097"/>
                    <a:pt x="7049" y="14097"/>
                  </a:cubicBezTo>
                  <a:cubicBezTo>
                    <a:pt x="3143" y="14097"/>
                    <a:pt x="0" y="10954"/>
                    <a:pt x="0" y="7048"/>
                  </a:cubicBezTo>
                  <a:cubicBezTo>
                    <a:pt x="0" y="3143"/>
                    <a:pt x="3143" y="0"/>
                    <a:pt x="7049" y="0"/>
                  </a:cubicBezTo>
                  <a:cubicBezTo>
                    <a:pt x="10954" y="0"/>
                    <a:pt x="14097" y="3143"/>
                    <a:pt x="14097" y="7048"/>
                  </a:cubicBezTo>
                  <a:close/>
                </a:path>
              </a:pathLst>
            </a:custGeom>
            <a:grpFill/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135" name="Freeform: Shape 134">
              <a:extLst>
                <a:ext uri="{FF2B5EF4-FFF2-40B4-BE49-F238E27FC236}">
                  <a16:creationId xmlns:a16="http://schemas.microsoft.com/office/drawing/2014/main" id="{624CF2A5-BD9E-4570-8560-063BC70F2682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5852432" y="3659014"/>
              <a:ext cx="14096" cy="14096"/>
            </a:xfrm>
            <a:custGeom>
              <a:avLst/>
              <a:gdLst>
                <a:gd name="connsiteX0" fmla="*/ 14097 w 14096"/>
                <a:gd name="connsiteY0" fmla="*/ 7048 h 14096"/>
                <a:gd name="connsiteX1" fmla="*/ 7048 w 14096"/>
                <a:gd name="connsiteY1" fmla="*/ 14097 h 14096"/>
                <a:gd name="connsiteX2" fmla="*/ 0 w 14096"/>
                <a:gd name="connsiteY2" fmla="*/ 7048 h 14096"/>
                <a:gd name="connsiteX3" fmla="*/ 7048 w 14096"/>
                <a:gd name="connsiteY3" fmla="*/ 0 h 14096"/>
                <a:gd name="connsiteX4" fmla="*/ 14097 w 14096"/>
                <a:gd name="connsiteY4" fmla="*/ 7048 h 1409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14096" h="14096">
                  <a:moveTo>
                    <a:pt x="14097" y="7048"/>
                  </a:moveTo>
                  <a:cubicBezTo>
                    <a:pt x="14097" y="10954"/>
                    <a:pt x="10954" y="14097"/>
                    <a:pt x="7048" y="14097"/>
                  </a:cubicBezTo>
                  <a:cubicBezTo>
                    <a:pt x="3143" y="14097"/>
                    <a:pt x="0" y="10954"/>
                    <a:pt x="0" y="7048"/>
                  </a:cubicBezTo>
                  <a:cubicBezTo>
                    <a:pt x="0" y="3143"/>
                    <a:pt x="3143" y="0"/>
                    <a:pt x="7048" y="0"/>
                  </a:cubicBezTo>
                  <a:cubicBezTo>
                    <a:pt x="10954" y="0"/>
                    <a:pt x="14097" y="3143"/>
                    <a:pt x="14097" y="7048"/>
                  </a:cubicBezTo>
                  <a:close/>
                </a:path>
              </a:pathLst>
            </a:custGeom>
            <a:grpFill/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136" name="Freeform: Shape 135">
              <a:extLst>
                <a:ext uri="{FF2B5EF4-FFF2-40B4-BE49-F238E27FC236}">
                  <a16:creationId xmlns:a16="http://schemas.microsoft.com/office/drawing/2014/main" id="{6BEC415C-7946-43B2-9AC8-348B6B5CD0B5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5911678" y="3659014"/>
              <a:ext cx="14096" cy="14096"/>
            </a:xfrm>
            <a:custGeom>
              <a:avLst/>
              <a:gdLst>
                <a:gd name="connsiteX0" fmla="*/ 14097 w 14096"/>
                <a:gd name="connsiteY0" fmla="*/ 7048 h 14096"/>
                <a:gd name="connsiteX1" fmla="*/ 7048 w 14096"/>
                <a:gd name="connsiteY1" fmla="*/ 14097 h 14096"/>
                <a:gd name="connsiteX2" fmla="*/ 0 w 14096"/>
                <a:gd name="connsiteY2" fmla="*/ 7048 h 14096"/>
                <a:gd name="connsiteX3" fmla="*/ 7048 w 14096"/>
                <a:gd name="connsiteY3" fmla="*/ 0 h 14096"/>
                <a:gd name="connsiteX4" fmla="*/ 14097 w 14096"/>
                <a:gd name="connsiteY4" fmla="*/ 7048 h 1409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14096" h="14096">
                  <a:moveTo>
                    <a:pt x="14097" y="7048"/>
                  </a:moveTo>
                  <a:cubicBezTo>
                    <a:pt x="14097" y="10954"/>
                    <a:pt x="10954" y="14097"/>
                    <a:pt x="7048" y="14097"/>
                  </a:cubicBezTo>
                  <a:cubicBezTo>
                    <a:pt x="3143" y="14097"/>
                    <a:pt x="0" y="10954"/>
                    <a:pt x="0" y="7048"/>
                  </a:cubicBezTo>
                  <a:cubicBezTo>
                    <a:pt x="0" y="3143"/>
                    <a:pt x="3143" y="0"/>
                    <a:pt x="7048" y="0"/>
                  </a:cubicBezTo>
                  <a:cubicBezTo>
                    <a:pt x="10954" y="0"/>
                    <a:pt x="14097" y="3143"/>
                    <a:pt x="14097" y="7048"/>
                  </a:cubicBezTo>
                  <a:close/>
                </a:path>
              </a:pathLst>
            </a:custGeom>
            <a:grpFill/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137" name="Freeform: Shape 136">
              <a:extLst>
                <a:ext uri="{FF2B5EF4-FFF2-40B4-BE49-F238E27FC236}">
                  <a16:creationId xmlns:a16="http://schemas.microsoft.com/office/drawing/2014/main" id="{1B615AD5-3365-43D4-8E16-377A2A2F978A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5970828" y="3659014"/>
              <a:ext cx="14096" cy="14096"/>
            </a:xfrm>
            <a:custGeom>
              <a:avLst/>
              <a:gdLst>
                <a:gd name="connsiteX0" fmla="*/ 14097 w 14096"/>
                <a:gd name="connsiteY0" fmla="*/ 7048 h 14096"/>
                <a:gd name="connsiteX1" fmla="*/ 7048 w 14096"/>
                <a:gd name="connsiteY1" fmla="*/ 14097 h 14096"/>
                <a:gd name="connsiteX2" fmla="*/ 0 w 14096"/>
                <a:gd name="connsiteY2" fmla="*/ 7048 h 14096"/>
                <a:gd name="connsiteX3" fmla="*/ 7048 w 14096"/>
                <a:gd name="connsiteY3" fmla="*/ 0 h 14096"/>
                <a:gd name="connsiteX4" fmla="*/ 14097 w 14096"/>
                <a:gd name="connsiteY4" fmla="*/ 7048 h 1409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14096" h="14096">
                  <a:moveTo>
                    <a:pt x="14097" y="7048"/>
                  </a:moveTo>
                  <a:cubicBezTo>
                    <a:pt x="14097" y="10954"/>
                    <a:pt x="10954" y="14097"/>
                    <a:pt x="7048" y="14097"/>
                  </a:cubicBezTo>
                  <a:cubicBezTo>
                    <a:pt x="3143" y="14097"/>
                    <a:pt x="0" y="10954"/>
                    <a:pt x="0" y="7048"/>
                  </a:cubicBezTo>
                  <a:cubicBezTo>
                    <a:pt x="0" y="3143"/>
                    <a:pt x="3143" y="0"/>
                    <a:pt x="7048" y="0"/>
                  </a:cubicBezTo>
                  <a:cubicBezTo>
                    <a:pt x="10954" y="0"/>
                    <a:pt x="14097" y="3143"/>
                    <a:pt x="14097" y="7048"/>
                  </a:cubicBezTo>
                  <a:close/>
                </a:path>
              </a:pathLst>
            </a:custGeom>
            <a:grpFill/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138" name="Freeform: Shape 137">
              <a:extLst>
                <a:ext uri="{FF2B5EF4-FFF2-40B4-BE49-F238E27FC236}">
                  <a16:creationId xmlns:a16="http://schemas.microsoft.com/office/drawing/2014/main" id="{9D184DFD-DD33-491E-90FF-6E4ECA266872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6030073" y="3659014"/>
              <a:ext cx="14097" cy="14096"/>
            </a:xfrm>
            <a:custGeom>
              <a:avLst/>
              <a:gdLst>
                <a:gd name="connsiteX0" fmla="*/ 14097 w 14097"/>
                <a:gd name="connsiteY0" fmla="*/ 7048 h 14096"/>
                <a:gd name="connsiteX1" fmla="*/ 7048 w 14097"/>
                <a:gd name="connsiteY1" fmla="*/ 14097 h 14096"/>
                <a:gd name="connsiteX2" fmla="*/ 0 w 14097"/>
                <a:gd name="connsiteY2" fmla="*/ 7048 h 14096"/>
                <a:gd name="connsiteX3" fmla="*/ 7048 w 14097"/>
                <a:gd name="connsiteY3" fmla="*/ 0 h 14096"/>
                <a:gd name="connsiteX4" fmla="*/ 14097 w 14097"/>
                <a:gd name="connsiteY4" fmla="*/ 7048 h 1409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14097" h="14096">
                  <a:moveTo>
                    <a:pt x="14097" y="7048"/>
                  </a:moveTo>
                  <a:cubicBezTo>
                    <a:pt x="14097" y="10954"/>
                    <a:pt x="10954" y="14097"/>
                    <a:pt x="7048" y="14097"/>
                  </a:cubicBezTo>
                  <a:cubicBezTo>
                    <a:pt x="3143" y="14097"/>
                    <a:pt x="0" y="10954"/>
                    <a:pt x="0" y="7048"/>
                  </a:cubicBezTo>
                  <a:cubicBezTo>
                    <a:pt x="0" y="3143"/>
                    <a:pt x="3143" y="0"/>
                    <a:pt x="7048" y="0"/>
                  </a:cubicBezTo>
                  <a:cubicBezTo>
                    <a:pt x="10954" y="0"/>
                    <a:pt x="14097" y="3143"/>
                    <a:pt x="14097" y="7048"/>
                  </a:cubicBezTo>
                  <a:close/>
                </a:path>
              </a:pathLst>
            </a:custGeom>
            <a:grpFill/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139" name="Freeform: Shape 138">
              <a:extLst>
                <a:ext uri="{FF2B5EF4-FFF2-40B4-BE49-F238E27FC236}">
                  <a16:creationId xmlns:a16="http://schemas.microsoft.com/office/drawing/2014/main" id="{31B62FE1-0262-4B09-ABEA-8AA010137DAF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6089224" y="3659014"/>
              <a:ext cx="14096" cy="14096"/>
            </a:xfrm>
            <a:custGeom>
              <a:avLst/>
              <a:gdLst>
                <a:gd name="connsiteX0" fmla="*/ 14097 w 14096"/>
                <a:gd name="connsiteY0" fmla="*/ 7048 h 14096"/>
                <a:gd name="connsiteX1" fmla="*/ 7048 w 14096"/>
                <a:gd name="connsiteY1" fmla="*/ 14097 h 14096"/>
                <a:gd name="connsiteX2" fmla="*/ 0 w 14096"/>
                <a:gd name="connsiteY2" fmla="*/ 7048 h 14096"/>
                <a:gd name="connsiteX3" fmla="*/ 7048 w 14096"/>
                <a:gd name="connsiteY3" fmla="*/ 0 h 14096"/>
                <a:gd name="connsiteX4" fmla="*/ 14097 w 14096"/>
                <a:gd name="connsiteY4" fmla="*/ 7048 h 1409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14096" h="14096">
                  <a:moveTo>
                    <a:pt x="14097" y="7048"/>
                  </a:moveTo>
                  <a:cubicBezTo>
                    <a:pt x="14097" y="10954"/>
                    <a:pt x="10954" y="14097"/>
                    <a:pt x="7048" y="14097"/>
                  </a:cubicBezTo>
                  <a:cubicBezTo>
                    <a:pt x="3143" y="14097"/>
                    <a:pt x="0" y="10954"/>
                    <a:pt x="0" y="7048"/>
                  </a:cubicBezTo>
                  <a:cubicBezTo>
                    <a:pt x="0" y="3143"/>
                    <a:pt x="3143" y="0"/>
                    <a:pt x="7048" y="0"/>
                  </a:cubicBezTo>
                  <a:cubicBezTo>
                    <a:pt x="10954" y="0"/>
                    <a:pt x="14097" y="3143"/>
                    <a:pt x="14097" y="7048"/>
                  </a:cubicBezTo>
                  <a:close/>
                </a:path>
              </a:pathLst>
            </a:custGeom>
            <a:grpFill/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140" name="Freeform: Shape 139">
              <a:extLst>
                <a:ext uri="{FF2B5EF4-FFF2-40B4-BE49-F238E27FC236}">
                  <a16:creationId xmlns:a16="http://schemas.microsoft.com/office/drawing/2014/main" id="{20C539C6-FAA9-4EBE-93D9-1F946E144984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5734039" y="3718165"/>
              <a:ext cx="14192" cy="14096"/>
            </a:xfrm>
            <a:custGeom>
              <a:avLst/>
              <a:gdLst>
                <a:gd name="connsiteX0" fmla="*/ 14192 w 14192"/>
                <a:gd name="connsiteY0" fmla="*/ 7048 h 14096"/>
                <a:gd name="connsiteX1" fmla="*/ 7144 w 14192"/>
                <a:gd name="connsiteY1" fmla="*/ 14097 h 14096"/>
                <a:gd name="connsiteX2" fmla="*/ 0 w 14192"/>
                <a:gd name="connsiteY2" fmla="*/ 7048 h 14096"/>
                <a:gd name="connsiteX3" fmla="*/ 7049 w 14192"/>
                <a:gd name="connsiteY3" fmla="*/ 0 h 14096"/>
                <a:gd name="connsiteX4" fmla="*/ 14192 w 14192"/>
                <a:gd name="connsiteY4" fmla="*/ 7048 h 1409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14192" h="14096">
                  <a:moveTo>
                    <a:pt x="14192" y="7048"/>
                  </a:moveTo>
                  <a:cubicBezTo>
                    <a:pt x="14192" y="10954"/>
                    <a:pt x="11049" y="14097"/>
                    <a:pt x="7144" y="14097"/>
                  </a:cubicBezTo>
                  <a:cubicBezTo>
                    <a:pt x="3239" y="14097"/>
                    <a:pt x="0" y="10954"/>
                    <a:pt x="0" y="7048"/>
                  </a:cubicBezTo>
                  <a:cubicBezTo>
                    <a:pt x="0" y="3143"/>
                    <a:pt x="3143" y="0"/>
                    <a:pt x="7049" y="0"/>
                  </a:cubicBezTo>
                  <a:cubicBezTo>
                    <a:pt x="10954" y="0"/>
                    <a:pt x="14192" y="3143"/>
                    <a:pt x="14192" y="7048"/>
                  </a:cubicBezTo>
                  <a:close/>
                </a:path>
              </a:pathLst>
            </a:custGeom>
            <a:grpFill/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141" name="Freeform: Shape 140">
              <a:extLst>
                <a:ext uri="{FF2B5EF4-FFF2-40B4-BE49-F238E27FC236}">
                  <a16:creationId xmlns:a16="http://schemas.microsoft.com/office/drawing/2014/main" id="{8C6EF3FF-09E5-4099-A49B-CA364A6E8377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5793284" y="3718165"/>
              <a:ext cx="14097" cy="14096"/>
            </a:xfrm>
            <a:custGeom>
              <a:avLst/>
              <a:gdLst>
                <a:gd name="connsiteX0" fmla="*/ 14097 w 14097"/>
                <a:gd name="connsiteY0" fmla="*/ 7048 h 14096"/>
                <a:gd name="connsiteX1" fmla="*/ 7049 w 14097"/>
                <a:gd name="connsiteY1" fmla="*/ 14097 h 14096"/>
                <a:gd name="connsiteX2" fmla="*/ 0 w 14097"/>
                <a:gd name="connsiteY2" fmla="*/ 7048 h 14096"/>
                <a:gd name="connsiteX3" fmla="*/ 7049 w 14097"/>
                <a:gd name="connsiteY3" fmla="*/ 0 h 14096"/>
                <a:gd name="connsiteX4" fmla="*/ 14097 w 14097"/>
                <a:gd name="connsiteY4" fmla="*/ 7048 h 1409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14097" h="14096">
                  <a:moveTo>
                    <a:pt x="14097" y="7048"/>
                  </a:moveTo>
                  <a:cubicBezTo>
                    <a:pt x="14097" y="10954"/>
                    <a:pt x="10954" y="14097"/>
                    <a:pt x="7049" y="14097"/>
                  </a:cubicBezTo>
                  <a:cubicBezTo>
                    <a:pt x="3143" y="14097"/>
                    <a:pt x="0" y="10954"/>
                    <a:pt x="0" y="7048"/>
                  </a:cubicBezTo>
                  <a:cubicBezTo>
                    <a:pt x="0" y="3143"/>
                    <a:pt x="3143" y="0"/>
                    <a:pt x="7049" y="0"/>
                  </a:cubicBezTo>
                  <a:cubicBezTo>
                    <a:pt x="10954" y="0"/>
                    <a:pt x="14097" y="3143"/>
                    <a:pt x="14097" y="7048"/>
                  </a:cubicBezTo>
                  <a:close/>
                </a:path>
              </a:pathLst>
            </a:custGeom>
            <a:grpFill/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142" name="Freeform: Shape 141">
              <a:extLst>
                <a:ext uri="{FF2B5EF4-FFF2-40B4-BE49-F238E27FC236}">
                  <a16:creationId xmlns:a16="http://schemas.microsoft.com/office/drawing/2014/main" id="{B3C5E06F-8F1E-4771-AAE4-B34B1D6A3D85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5852434" y="3718165"/>
              <a:ext cx="14096" cy="14096"/>
            </a:xfrm>
            <a:custGeom>
              <a:avLst/>
              <a:gdLst>
                <a:gd name="connsiteX0" fmla="*/ 14097 w 14096"/>
                <a:gd name="connsiteY0" fmla="*/ 7048 h 14096"/>
                <a:gd name="connsiteX1" fmla="*/ 7048 w 14096"/>
                <a:gd name="connsiteY1" fmla="*/ 14097 h 14096"/>
                <a:gd name="connsiteX2" fmla="*/ 0 w 14096"/>
                <a:gd name="connsiteY2" fmla="*/ 7048 h 14096"/>
                <a:gd name="connsiteX3" fmla="*/ 7048 w 14096"/>
                <a:gd name="connsiteY3" fmla="*/ 0 h 14096"/>
                <a:gd name="connsiteX4" fmla="*/ 14097 w 14096"/>
                <a:gd name="connsiteY4" fmla="*/ 7048 h 1409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14096" h="14096">
                  <a:moveTo>
                    <a:pt x="14097" y="7048"/>
                  </a:moveTo>
                  <a:cubicBezTo>
                    <a:pt x="14097" y="10954"/>
                    <a:pt x="10954" y="14097"/>
                    <a:pt x="7048" y="14097"/>
                  </a:cubicBezTo>
                  <a:cubicBezTo>
                    <a:pt x="3143" y="14097"/>
                    <a:pt x="0" y="10954"/>
                    <a:pt x="0" y="7048"/>
                  </a:cubicBezTo>
                  <a:cubicBezTo>
                    <a:pt x="0" y="3143"/>
                    <a:pt x="3143" y="0"/>
                    <a:pt x="7048" y="0"/>
                  </a:cubicBezTo>
                  <a:cubicBezTo>
                    <a:pt x="10954" y="0"/>
                    <a:pt x="14097" y="3143"/>
                    <a:pt x="14097" y="7048"/>
                  </a:cubicBezTo>
                  <a:close/>
                </a:path>
              </a:pathLst>
            </a:custGeom>
            <a:grpFill/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143" name="Freeform: Shape 142">
              <a:extLst>
                <a:ext uri="{FF2B5EF4-FFF2-40B4-BE49-F238E27FC236}">
                  <a16:creationId xmlns:a16="http://schemas.microsoft.com/office/drawing/2014/main" id="{538D5AE9-76CC-4AE4-B026-656EDCB01B8A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5911679" y="3718165"/>
              <a:ext cx="14096" cy="14096"/>
            </a:xfrm>
            <a:custGeom>
              <a:avLst/>
              <a:gdLst>
                <a:gd name="connsiteX0" fmla="*/ 14097 w 14096"/>
                <a:gd name="connsiteY0" fmla="*/ 7048 h 14096"/>
                <a:gd name="connsiteX1" fmla="*/ 7048 w 14096"/>
                <a:gd name="connsiteY1" fmla="*/ 14097 h 14096"/>
                <a:gd name="connsiteX2" fmla="*/ 0 w 14096"/>
                <a:gd name="connsiteY2" fmla="*/ 7048 h 14096"/>
                <a:gd name="connsiteX3" fmla="*/ 7048 w 14096"/>
                <a:gd name="connsiteY3" fmla="*/ 0 h 14096"/>
                <a:gd name="connsiteX4" fmla="*/ 14097 w 14096"/>
                <a:gd name="connsiteY4" fmla="*/ 7048 h 1409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14096" h="14096">
                  <a:moveTo>
                    <a:pt x="14097" y="7048"/>
                  </a:moveTo>
                  <a:cubicBezTo>
                    <a:pt x="14097" y="10954"/>
                    <a:pt x="10954" y="14097"/>
                    <a:pt x="7048" y="14097"/>
                  </a:cubicBezTo>
                  <a:cubicBezTo>
                    <a:pt x="3143" y="14097"/>
                    <a:pt x="0" y="10954"/>
                    <a:pt x="0" y="7048"/>
                  </a:cubicBezTo>
                  <a:cubicBezTo>
                    <a:pt x="0" y="3143"/>
                    <a:pt x="3143" y="0"/>
                    <a:pt x="7048" y="0"/>
                  </a:cubicBezTo>
                  <a:cubicBezTo>
                    <a:pt x="10954" y="0"/>
                    <a:pt x="14097" y="3143"/>
                    <a:pt x="14097" y="7048"/>
                  </a:cubicBezTo>
                  <a:close/>
                </a:path>
              </a:pathLst>
            </a:custGeom>
            <a:grpFill/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144" name="Freeform: Shape 143">
              <a:extLst>
                <a:ext uri="{FF2B5EF4-FFF2-40B4-BE49-F238E27FC236}">
                  <a16:creationId xmlns:a16="http://schemas.microsoft.com/office/drawing/2014/main" id="{30F1A9B9-52AB-4527-BD4A-1802F7C96023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5970829" y="3718165"/>
              <a:ext cx="14096" cy="14096"/>
            </a:xfrm>
            <a:custGeom>
              <a:avLst/>
              <a:gdLst>
                <a:gd name="connsiteX0" fmla="*/ 14097 w 14096"/>
                <a:gd name="connsiteY0" fmla="*/ 7048 h 14096"/>
                <a:gd name="connsiteX1" fmla="*/ 7048 w 14096"/>
                <a:gd name="connsiteY1" fmla="*/ 14097 h 14096"/>
                <a:gd name="connsiteX2" fmla="*/ 0 w 14096"/>
                <a:gd name="connsiteY2" fmla="*/ 7048 h 14096"/>
                <a:gd name="connsiteX3" fmla="*/ 7048 w 14096"/>
                <a:gd name="connsiteY3" fmla="*/ 0 h 14096"/>
                <a:gd name="connsiteX4" fmla="*/ 14097 w 14096"/>
                <a:gd name="connsiteY4" fmla="*/ 7048 h 1409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14096" h="14096">
                  <a:moveTo>
                    <a:pt x="14097" y="7048"/>
                  </a:moveTo>
                  <a:cubicBezTo>
                    <a:pt x="14097" y="10954"/>
                    <a:pt x="10954" y="14097"/>
                    <a:pt x="7048" y="14097"/>
                  </a:cubicBezTo>
                  <a:cubicBezTo>
                    <a:pt x="3143" y="14097"/>
                    <a:pt x="0" y="10954"/>
                    <a:pt x="0" y="7048"/>
                  </a:cubicBezTo>
                  <a:cubicBezTo>
                    <a:pt x="0" y="3143"/>
                    <a:pt x="3143" y="0"/>
                    <a:pt x="7048" y="0"/>
                  </a:cubicBezTo>
                  <a:cubicBezTo>
                    <a:pt x="10954" y="0"/>
                    <a:pt x="14097" y="3143"/>
                    <a:pt x="14097" y="7048"/>
                  </a:cubicBezTo>
                  <a:close/>
                </a:path>
              </a:pathLst>
            </a:custGeom>
            <a:grpFill/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145" name="Freeform: Shape 144">
              <a:extLst>
                <a:ext uri="{FF2B5EF4-FFF2-40B4-BE49-F238E27FC236}">
                  <a16:creationId xmlns:a16="http://schemas.microsoft.com/office/drawing/2014/main" id="{46A57D78-C020-4EEF-971D-0C8802889AAA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6030074" y="3718165"/>
              <a:ext cx="14097" cy="14096"/>
            </a:xfrm>
            <a:custGeom>
              <a:avLst/>
              <a:gdLst>
                <a:gd name="connsiteX0" fmla="*/ 14097 w 14097"/>
                <a:gd name="connsiteY0" fmla="*/ 7048 h 14096"/>
                <a:gd name="connsiteX1" fmla="*/ 7048 w 14097"/>
                <a:gd name="connsiteY1" fmla="*/ 14097 h 14096"/>
                <a:gd name="connsiteX2" fmla="*/ 0 w 14097"/>
                <a:gd name="connsiteY2" fmla="*/ 7048 h 14096"/>
                <a:gd name="connsiteX3" fmla="*/ 7048 w 14097"/>
                <a:gd name="connsiteY3" fmla="*/ 0 h 14096"/>
                <a:gd name="connsiteX4" fmla="*/ 14097 w 14097"/>
                <a:gd name="connsiteY4" fmla="*/ 7048 h 1409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14097" h="14096">
                  <a:moveTo>
                    <a:pt x="14097" y="7048"/>
                  </a:moveTo>
                  <a:cubicBezTo>
                    <a:pt x="14097" y="10954"/>
                    <a:pt x="10954" y="14097"/>
                    <a:pt x="7048" y="14097"/>
                  </a:cubicBezTo>
                  <a:cubicBezTo>
                    <a:pt x="3143" y="14097"/>
                    <a:pt x="0" y="10954"/>
                    <a:pt x="0" y="7048"/>
                  </a:cubicBezTo>
                  <a:cubicBezTo>
                    <a:pt x="0" y="3143"/>
                    <a:pt x="3143" y="0"/>
                    <a:pt x="7048" y="0"/>
                  </a:cubicBezTo>
                  <a:cubicBezTo>
                    <a:pt x="10954" y="0"/>
                    <a:pt x="14097" y="3143"/>
                    <a:pt x="14097" y="7048"/>
                  </a:cubicBezTo>
                  <a:close/>
                </a:path>
              </a:pathLst>
            </a:custGeom>
            <a:grpFill/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146" name="Freeform: Shape 145">
              <a:extLst>
                <a:ext uri="{FF2B5EF4-FFF2-40B4-BE49-F238E27FC236}">
                  <a16:creationId xmlns:a16="http://schemas.microsoft.com/office/drawing/2014/main" id="{7666D7A3-5ABF-4EDE-A0C5-F2099B2D8687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6089225" y="3718165"/>
              <a:ext cx="14096" cy="14096"/>
            </a:xfrm>
            <a:custGeom>
              <a:avLst/>
              <a:gdLst>
                <a:gd name="connsiteX0" fmla="*/ 14097 w 14096"/>
                <a:gd name="connsiteY0" fmla="*/ 7048 h 14096"/>
                <a:gd name="connsiteX1" fmla="*/ 7048 w 14096"/>
                <a:gd name="connsiteY1" fmla="*/ 14097 h 14096"/>
                <a:gd name="connsiteX2" fmla="*/ 0 w 14096"/>
                <a:gd name="connsiteY2" fmla="*/ 7048 h 14096"/>
                <a:gd name="connsiteX3" fmla="*/ 7048 w 14096"/>
                <a:gd name="connsiteY3" fmla="*/ 0 h 14096"/>
                <a:gd name="connsiteX4" fmla="*/ 14097 w 14096"/>
                <a:gd name="connsiteY4" fmla="*/ 7048 h 1409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14096" h="14096">
                  <a:moveTo>
                    <a:pt x="14097" y="7048"/>
                  </a:moveTo>
                  <a:cubicBezTo>
                    <a:pt x="14097" y="10954"/>
                    <a:pt x="10954" y="14097"/>
                    <a:pt x="7048" y="14097"/>
                  </a:cubicBezTo>
                  <a:cubicBezTo>
                    <a:pt x="3143" y="14097"/>
                    <a:pt x="0" y="10954"/>
                    <a:pt x="0" y="7048"/>
                  </a:cubicBezTo>
                  <a:cubicBezTo>
                    <a:pt x="0" y="3143"/>
                    <a:pt x="3143" y="0"/>
                    <a:pt x="7048" y="0"/>
                  </a:cubicBezTo>
                  <a:cubicBezTo>
                    <a:pt x="10954" y="0"/>
                    <a:pt x="14097" y="3143"/>
                    <a:pt x="14097" y="7048"/>
                  </a:cubicBezTo>
                  <a:close/>
                </a:path>
              </a:pathLst>
            </a:custGeom>
            <a:grpFill/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147" name="Freeform: Shape 146">
              <a:extLst>
                <a:ext uri="{FF2B5EF4-FFF2-40B4-BE49-F238E27FC236}">
                  <a16:creationId xmlns:a16="http://schemas.microsoft.com/office/drawing/2014/main" id="{13BC460A-E0FF-4658-A2FD-A3AF4D51DF45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5734040" y="3777410"/>
              <a:ext cx="14192" cy="14096"/>
            </a:xfrm>
            <a:custGeom>
              <a:avLst/>
              <a:gdLst>
                <a:gd name="connsiteX0" fmla="*/ 14192 w 14192"/>
                <a:gd name="connsiteY0" fmla="*/ 7048 h 14096"/>
                <a:gd name="connsiteX1" fmla="*/ 7144 w 14192"/>
                <a:gd name="connsiteY1" fmla="*/ 14097 h 14096"/>
                <a:gd name="connsiteX2" fmla="*/ 0 w 14192"/>
                <a:gd name="connsiteY2" fmla="*/ 7048 h 14096"/>
                <a:gd name="connsiteX3" fmla="*/ 7049 w 14192"/>
                <a:gd name="connsiteY3" fmla="*/ 0 h 14096"/>
                <a:gd name="connsiteX4" fmla="*/ 14192 w 14192"/>
                <a:gd name="connsiteY4" fmla="*/ 7048 h 1409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14192" h="14096">
                  <a:moveTo>
                    <a:pt x="14192" y="7048"/>
                  </a:moveTo>
                  <a:cubicBezTo>
                    <a:pt x="14192" y="10954"/>
                    <a:pt x="11049" y="14097"/>
                    <a:pt x="7144" y="14097"/>
                  </a:cubicBezTo>
                  <a:cubicBezTo>
                    <a:pt x="3239" y="14097"/>
                    <a:pt x="0" y="10954"/>
                    <a:pt x="0" y="7048"/>
                  </a:cubicBezTo>
                  <a:cubicBezTo>
                    <a:pt x="0" y="3143"/>
                    <a:pt x="3143" y="0"/>
                    <a:pt x="7049" y="0"/>
                  </a:cubicBezTo>
                  <a:cubicBezTo>
                    <a:pt x="10954" y="0"/>
                    <a:pt x="14192" y="3143"/>
                    <a:pt x="14192" y="7048"/>
                  </a:cubicBezTo>
                  <a:close/>
                </a:path>
              </a:pathLst>
            </a:custGeom>
            <a:grpFill/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148" name="Freeform: Shape 147">
              <a:extLst>
                <a:ext uri="{FF2B5EF4-FFF2-40B4-BE49-F238E27FC236}">
                  <a16:creationId xmlns:a16="http://schemas.microsoft.com/office/drawing/2014/main" id="{26467CC2-3AB3-4D37-8323-385B7399F7DC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5793285" y="3777410"/>
              <a:ext cx="14097" cy="14096"/>
            </a:xfrm>
            <a:custGeom>
              <a:avLst/>
              <a:gdLst>
                <a:gd name="connsiteX0" fmla="*/ 14097 w 14097"/>
                <a:gd name="connsiteY0" fmla="*/ 7048 h 14096"/>
                <a:gd name="connsiteX1" fmla="*/ 7049 w 14097"/>
                <a:gd name="connsiteY1" fmla="*/ 14097 h 14096"/>
                <a:gd name="connsiteX2" fmla="*/ 0 w 14097"/>
                <a:gd name="connsiteY2" fmla="*/ 7048 h 14096"/>
                <a:gd name="connsiteX3" fmla="*/ 7049 w 14097"/>
                <a:gd name="connsiteY3" fmla="*/ 0 h 14096"/>
                <a:gd name="connsiteX4" fmla="*/ 14097 w 14097"/>
                <a:gd name="connsiteY4" fmla="*/ 7048 h 1409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14097" h="14096">
                  <a:moveTo>
                    <a:pt x="14097" y="7048"/>
                  </a:moveTo>
                  <a:cubicBezTo>
                    <a:pt x="14097" y="10941"/>
                    <a:pt x="10941" y="14097"/>
                    <a:pt x="7049" y="14097"/>
                  </a:cubicBezTo>
                  <a:cubicBezTo>
                    <a:pt x="3156" y="14097"/>
                    <a:pt x="0" y="10941"/>
                    <a:pt x="0" y="7048"/>
                  </a:cubicBezTo>
                  <a:cubicBezTo>
                    <a:pt x="0" y="3156"/>
                    <a:pt x="3156" y="0"/>
                    <a:pt x="7049" y="0"/>
                  </a:cubicBezTo>
                  <a:cubicBezTo>
                    <a:pt x="10941" y="0"/>
                    <a:pt x="14097" y="3156"/>
                    <a:pt x="14097" y="7048"/>
                  </a:cubicBezTo>
                  <a:close/>
                </a:path>
              </a:pathLst>
            </a:custGeom>
            <a:grpFill/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149" name="Freeform: Shape 148">
              <a:extLst>
                <a:ext uri="{FF2B5EF4-FFF2-40B4-BE49-F238E27FC236}">
                  <a16:creationId xmlns:a16="http://schemas.microsoft.com/office/drawing/2014/main" id="{563A1F58-33CE-4EDF-B902-3F43F69DA2A6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5852436" y="3777408"/>
              <a:ext cx="14096" cy="14099"/>
            </a:xfrm>
            <a:custGeom>
              <a:avLst/>
              <a:gdLst>
                <a:gd name="connsiteX0" fmla="*/ 14097 w 14096"/>
                <a:gd name="connsiteY0" fmla="*/ 7051 h 14099"/>
                <a:gd name="connsiteX1" fmla="*/ 7048 w 14096"/>
                <a:gd name="connsiteY1" fmla="*/ 14099 h 14099"/>
                <a:gd name="connsiteX2" fmla="*/ 0 w 14096"/>
                <a:gd name="connsiteY2" fmla="*/ 7051 h 14099"/>
                <a:gd name="connsiteX3" fmla="*/ 7048 w 14096"/>
                <a:gd name="connsiteY3" fmla="*/ 2 h 14099"/>
                <a:gd name="connsiteX4" fmla="*/ 14097 w 14096"/>
                <a:gd name="connsiteY4" fmla="*/ 7051 h 14099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14096" h="14099">
                  <a:moveTo>
                    <a:pt x="14097" y="7051"/>
                  </a:moveTo>
                  <a:cubicBezTo>
                    <a:pt x="14097" y="10956"/>
                    <a:pt x="10954" y="14099"/>
                    <a:pt x="7048" y="14099"/>
                  </a:cubicBezTo>
                  <a:cubicBezTo>
                    <a:pt x="3143" y="14099"/>
                    <a:pt x="0" y="10956"/>
                    <a:pt x="0" y="7051"/>
                  </a:cubicBezTo>
                  <a:cubicBezTo>
                    <a:pt x="0" y="3145"/>
                    <a:pt x="3143" y="2"/>
                    <a:pt x="7048" y="2"/>
                  </a:cubicBezTo>
                  <a:cubicBezTo>
                    <a:pt x="10954" y="-93"/>
                    <a:pt x="14097" y="3145"/>
                    <a:pt x="14097" y="7051"/>
                  </a:cubicBezTo>
                  <a:close/>
                </a:path>
              </a:pathLst>
            </a:custGeom>
            <a:grpFill/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150" name="Freeform: Shape 149">
              <a:extLst>
                <a:ext uri="{FF2B5EF4-FFF2-40B4-BE49-F238E27FC236}">
                  <a16:creationId xmlns:a16="http://schemas.microsoft.com/office/drawing/2014/main" id="{DDCFAB2F-7E88-4A57-999A-2506A1FE719A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5911683" y="3777408"/>
              <a:ext cx="14096" cy="14099"/>
            </a:xfrm>
            <a:custGeom>
              <a:avLst/>
              <a:gdLst>
                <a:gd name="connsiteX0" fmla="*/ 14097 w 14096"/>
                <a:gd name="connsiteY0" fmla="*/ 7051 h 14099"/>
                <a:gd name="connsiteX1" fmla="*/ 7048 w 14096"/>
                <a:gd name="connsiteY1" fmla="*/ 14099 h 14099"/>
                <a:gd name="connsiteX2" fmla="*/ 0 w 14096"/>
                <a:gd name="connsiteY2" fmla="*/ 7051 h 14099"/>
                <a:gd name="connsiteX3" fmla="*/ 7048 w 14096"/>
                <a:gd name="connsiteY3" fmla="*/ 2 h 14099"/>
                <a:gd name="connsiteX4" fmla="*/ 14097 w 14096"/>
                <a:gd name="connsiteY4" fmla="*/ 7051 h 14099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14096" h="14099">
                  <a:moveTo>
                    <a:pt x="14097" y="7051"/>
                  </a:moveTo>
                  <a:cubicBezTo>
                    <a:pt x="14097" y="10956"/>
                    <a:pt x="10954" y="14099"/>
                    <a:pt x="7048" y="14099"/>
                  </a:cubicBezTo>
                  <a:cubicBezTo>
                    <a:pt x="3143" y="14099"/>
                    <a:pt x="0" y="10956"/>
                    <a:pt x="0" y="7051"/>
                  </a:cubicBezTo>
                  <a:cubicBezTo>
                    <a:pt x="0" y="3145"/>
                    <a:pt x="3143" y="2"/>
                    <a:pt x="7048" y="2"/>
                  </a:cubicBezTo>
                  <a:cubicBezTo>
                    <a:pt x="10954" y="-93"/>
                    <a:pt x="14097" y="3145"/>
                    <a:pt x="14097" y="7051"/>
                  </a:cubicBezTo>
                  <a:close/>
                </a:path>
              </a:pathLst>
            </a:custGeom>
            <a:grpFill/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151" name="Freeform: Shape 150">
              <a:extLst>
                <a:ext uri="{FF2B5EF4-FFF2-40B4-BE49-F238E27FC236}">
                  <a16:creationId xmlns:a16="http://schemas.microsoft.com/office/drawing/2014/main" id="{571BEB66-3787-441F-BB54-80C05C6F130D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5970835" y="3777408"/>
              <a:ext cx="14096" cy="14099"/>
            </a:xfrm>
            <a:custGeom>
              <a:avLst/>
              <a:gdLst>
                <a:gd name="connsiteX0" fmla="*/ 14097 w 14096"/>
                <a:gd name="connsiteY0" fmla="*/ 7051 h 14099"/>
                <a:gd name="connsiteX1" fmla="*/ 7048 w 14096"/>
                <a:gd name="connsiteY1" fmla="*/ 14099 h 14099"/>
                <a:gd name="connsiteX2" fmla="*/ 0 w 14096"/>
                <a:gd name="connsiteY2" fmla="*/ 7051 h 14099"/>
                <a:gd name="connsiteX3" fmla="*/ 7048 w 14096"/>
                <a:gd name="connsiteY3" fmla="*/ 2 h 14099"/>
                <a:gd name="connsiteX4" fmla="*/ 14097 w 14096"/>
                <a:gd name="connsiteY4" fmla="*/ 7051 h 14099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14096" h="14099">
                  <a:moveTo>
                    <a:pt x="14097" y="7051"/>
                  </a:moveTo>
                  <a:cubicBezTo>
                    <a:pt x="14097" y="10956"/>
                    <a:pt x="10954" y="14099"/>
                    <a:pt x="7048" y="14099"/>
                  </a:cubicBezTo>
                  <a:cubicBezTo>
                    <a:pt x="3143" y="14099"/>
                    <a:pt x="0" y="10956"/>
                    <a:pt x="0" y="7051"/>
                  </a:cubicBezTo>
                  <a:cubicBezTo>
                    <a:pt x="0" y="3145"/>
                    <a:pt x="3143" y="2"/>
                    <a:pt x="7048" y="2"/>
                  </a:cubicBezTo>
                  <a:cubicBezTo>
                    <a:pt x="10954" y="-93"/>
                    <a:pt x="14097" y="3145"/>
                    <a:pt x="14097" y="7051"/>
                  </a:cubicBezTo>
                  <a:close/>
                </a:path>
              </a:pathLst>
            </a:custGeom>
            <a:grpFill/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152" name="Freeform: Shape 151">
              <a:extLst>
                <a:ext uri="{FF2B5EF4-FFF2-40B4-BE49-F238E27FC236}">
                  <a16:creationId xmlns:a16="http://schemas.microsoft.com/office/drawing/2014/main" id="{641DC095-611E-4979-8664-6C0EB878FC18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6030082" y="3777410"/>
              <a:ext cx="14097" cy="14096"/>
            </a:xfrm>
            <a:custGeom>
              <a:avLst/>
              <a:gdLst>
                <a:gd name="connsiteX0" fmla="*/ 14097 w 14097"/>
                <a:gd name="connsiteY0" fmla="*/ 7048 h 14096"/>
                <a:gd name="connsiteX1" fmla="*/ 7049 w 14097"/>
                <a:gd name="connsiteY1" fmla="*/ 14097 h 14096"/>
                <a:gd name="connsiteX2" fmla="*/ 0 w 14097"/>
                <a:gd name="connsiteY2" fmla="*/ 7048 h 14096"/>
                <a:gd name="connsiteX3" fmla="*/ 7049 w 14097"/>
                <a:gd name="connsiteY3" fmla="*/ 0 h 14096"/>
                <a:gd name="connsiteX4" fmla="*/ 14097 w 14097"/>
                <a:gd name="connsiteY4" fmla="*/ 7048 h 1409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14097" h="14096">
                  <a:moveTo>
                    <a:pt x="14097" y="7048"/>
                  </a:moveTo>
                  <a:cubicBezTo>
                    <a:pt x="14097" y="10941"/>
                    <a:pt x="10941" y="14097"/>
                    <a:pt x="7049" y="14097"/>
                  </a:cubicBezTo>
                  <a:cubicBezTo>
                    <a:pt x="3156" y="14097"/>
                    <a:pt x="0" y="10941"/>
                    <a:pt x="0" y="7048"/>
                  </a:cubicBezTo>
                  <a:cubicBezTo>
                    <a:pt x="0" y="3156"/>
                    <a:pt x="3156" y="0"/>
                    <a:pt x="7049" y="0"/>
                  </a:cubicBezTo>
                  <a:cubicBezTo>
                    <a:pt x="10941" y="0"/>
                    <a:pt x="14097" y="3156"/>
                    <a:pt x="14097" y="7048"/>
                  </a:cubicBezTo>
                  <a:close/>
                </a:path>
              </a:pathLst>
            </a:custGeom>
            <a:grpFill/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153" name="Freeform: Shape 152">
              <a:extLst>
                <a:ext uri="{FF2B5EF4-FFF2-40B4-BE49-F238E27FC236}">
                  <a16:creationId xmlns:a16="http://schemas.microsoft.com/office/drawing/2014/main" id="{210B9ECF-D859-4919-A9D6-3208548F0058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6089231" y="3777408"/>
              <a:ext cx="14096" cy="14099"/>
            </a:xfrm>
            <a:custGeom>
              <a:avLst/>
              <a:gdLst>
                <a:gd name="connsiteX0" fmla="*/ 14097 w 14096"/>
                <a:gd name="connsiteY0" fmla="*/ 7051 h 14099"/>
                <a:gd name="connsiteX1" fmla="*/ 7048 w 14096"/>
                <a:gd name="connsiteY1" fmla="*/ 14099 h 14099"/>
                <a:gd name="connsiteX2" fmla="*/ 0 w 14096"/>
                <a:gd name="connsiteY2" fmla="*/ 7051 h 14099"/>
                <a:gd name="connsiteX3" fmla="*/ 7048 w 14096"/>
                <a:gd name="connsiteY3" fmla="*/ 2 h 14099"/>
                <a:gd name="connsiteX4" fmla="*/ 14097 w 14096"/>
                <a:gd name="connsiteY4" fmla="*/ 7051 h 14099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14096" h="14099">
                  <a:moveTo>
                    <a:pt x="14097" y="7051"/>
                  </a:moveTo>
                  <a:cubicBezTo>
                    <a:pt x="14097" y="10956"/>
                    <a:pt x="10954" y="14099"/>
                    <a:pt x="7048" y="14099"/>
                  </a:cubicBezTo>
                  <a:cubicBezTo>
                    <a:pt x="3143" y="14099"/>
                    <a:pt x="0" y="10956"/>
                    <a:pt x="0" y="7051"/>
                  </a:cubicBezTo>
                  <a:cubicBezTo>
                    <a:pt x="0" y="3145"/>
                    <a:pt x="3143" y="2"/>
                    <a:pt x="7048" y="2"/>
                  </a:cubicBezTo>
                  <a:cubicBezTo>
                    <a:pt x="10954" y="-93"/>
                    <a:pt x="14097" y="3145"/>
                    <a:pt x="14097" y="7051"/>
                  </a:cubicBezTo>
                  <a:close/>
                </a:path>
              </a:pathLst>
            </a:custGeom>
            <a:grpFill/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154" name="Freeform: Shape 153">
              <a:extLst>
                <a:ext uri="{FF2B5EF4-FFF2-40B4-BE49-F238E27FC236}">
                  <a16:creationId xmlns:a16="http://schemas.microsoft.com/office/drawing/2014/main" id="{4FBC31D4-7E98-452C-8A87-822DE0432C9F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6148476" y="3481374"/>
              <a:ext cx="14097" cy="14096"/>
            </a:xfrm>
            <a:custGeom>
              <a:avLst/>
              <a:gdLst>
                <a:gd name="connsiteX0" fmla="*/ 14097 w 14097"/>
                <a:gd name="connsiteY0" fmla="*/ 7049 h 14096"/>
                <a:gd name="connsiteX1" fmla="*/ 7049 w 14097"/>
                <a:gd name="connsiteY1" fmla="*/ 14097 h 14096"/>
                <a:gd name="connsiteX2" fmla="*/ 0 w 14097"/>
                <a:gd name="connsiteY2" fmla="*/ 7049 h 14096"/>
                <a:gd name="connsiteX3" fmla="*/ 7049 w 14097"/>
                <a:gd name="connsiteY3" fmla="*/ 0 h 14096"/>
                <a:gd name="connsiteX4" fmla="*/ 14097 w 14097"/>
                <a:gd name="connsiteY4" fmla="*/ 7049 h 1409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14097" h="14096">
                  <a:moveTo>
                    <a:pt x="14097" y="7049"/>
                  </a:moveTo>
                  <a:cubicBezTo>
                    <a:pt x="14097" y="10954"/>
                    <a:pt x="10954" y="14097"/>
                    <a:pt x="7049" y="14097"/>
                  </a:cubicBezTo>
                  <a:cubicBezTo>
                    <a:pt x="3143" y="14097"/>
                    <a:pt x="0" y="10954"/>
                    <a:pt x="0" y="7049"/>
                  </a:cubicBezTo>
                  <a:cubicBezTo>
                    <a:pt x="0" y="3143"/>
                    <a:pt x="3143" y="0"/>
                    <a:pt x="7049" y="0"/>
                  </a:cubicBezTo>
                  <a:cubicBezTo>
                    <a:pt x="10954" y="0"/>
                    <a:pt x="14097" y="3143"/>
                    <a:pt x="14097" y="7049"/>
                  </a:cubicBezTo>
                  <a:close/>
                </a:path>
              </a:pathLst>
            </a:custGeom>
            <a:grpFill/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155" name="Freeform: Shape 154">
              <a:extLst>
                <a:ext uri="{FF2B5EF4-FFF2-40B4-BE49-F238E27FC236}">
                  <a16:creationId xmlns:a16="http://schemas.microsoft.com/office/drawing/2014/main" id="{E302346C-F328-435B-87ED-447C6F8542C4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6207627" y="3481374"/>
              <a:ext cx="14096" cy="14096"/>
            </a:xfrm>
            <a:custGeom>
              <a:avLst/>
              <a:gdLst>
                <a:gd name="connsiteX0" fmla="*/ 14097 w 14096"/>
                <a:gd name="connsiteY0" fmla="*/ 7049 h 14096"/>
                <a:gd name="connsiteX1" fmla="*/ 7048 w 14096"/>
                <a:gd name="connsiteY1" fmla="*/ 14097 h 14096"/>
                <a:gd name="connsiteX2" fmla="*/ 0 w 14096"/>
                <a:gd name="connsiteY2" fmla="*/ 7049 h 14096"/>
                <a:gd name="connsiteX3" fmla="*/ 7048 w 14096"/>
                <a:gd name="connsiteY3" fmla="*/ 0 h 14096"/>
                <a:gd name="connsiteX4" fmla="*/ 14097 w 14096"/>
                <a:gd name="connsiteY4" fmla="*/ 7049 h 1409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14096" h="14096">
                  <a:moveTo>
                    <a:pt x="14097" y="7049"/>
                  </a:moveTo>
                  <a:cubicBezTo>
                    <a:pt x="14097" y="10954"/>
                    <a:pt x="10954" y="14097"/>
                    <a:pt x="7048" y="14097"/>
                  </a:cubicBezTo>
                  <a:cubicBezTo>
                    <a:pt x="3143" y="14097"/>
                    <a:pt x="0" y="10954"/>
                    <a:pt x="0" y="7049"/>
                  </a:cubicBezTo>
                  <a:cubicBezTo>
                    <a:pt x="0" y="3143"/>
                    <a:pt x="3143" y="0"/>
                    <a:pt x="7048" y="0"/>
                  </a:cubicBezTo>
                  <a:cubicBezTo>
                    <a:pt x="10954" y="0"/>
                    <a:pt x="14097" y="3143"/>
                    <a:pt x="14097" y="7049"/>
                  </a:cubicBezTo>
                  <a:close/>
                </a:path>
              </a:pathLst>
            </a:custGeom>
            <a:grpFill/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156" name="Freeform: Shape 155">
              <a:extLst>
                <a:ext uri="{FF2B5EF4-FFF2-40B4-BE49-F238E27FC236}">
                  <a16:creationId xmlns:a16="http://schemas.microsoft.com/office/drawing/2014/main" id="{B94F507E-9E94-432E-AE8A-A6CB2C5D05C8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6266872" y="3481374"/>
              <a:ext cx="14096" cy="14096"/>
            </a:xfrm>
            <a:custGeom>
              <a:avLst/>
              <a:gdLst>
                <a:gd name="connsiteX0" fmla="*/ 14097 w 14096"/>
                <a:gd name="connsiteY0" fmla="*/ 7049 h 14096"/>
                <a:gd name="connsiteX1" fmla="*/ 7049 w 14096"/>
                <a:gd name="connsiteY1" fmla="*/ 14097 h 14096"/>
                <a:gd name="connsiteX2" fmla="*/ 0 w 14096"/>
                <a:gd name="connsiteY2" fmla="*/ 7049 h 14096"/>
                <a:gd name="connsiteX3" fmla="*/ 7049 w 14096"/>
                <a:gd name="connsiteY3" fmla="*/ 0 h 14096"/>
                <a:gd name="connsiteX4" fmla="*/ 14097 w 14096"/>
                <a:gd name="connsiteY4" fmla="*/ 7049 h 1409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14096" h="14096">
                  <a:moveTo>
                    <a:pt x="14097" y="7049"/>
                  </a:moveTo>
                  <a:cubicBezTo>
                    <a:pt x="14097" y="10954"/>
                    <a:pt x="10954" y="14097"/>
                    <a:pt x="7049" y="14097"/>
                  </a:cubicBezTo>
                  <a:cubicBezTo>
                    <a:pt x="3143" y="14097"/>
                    <a:pt x="0" y="10954"/>
                    <a:pt x="0" y="7049"/>
                  </a:cubicBezTo>
                  <a:cubicBezTo>
                    <a:pt x="0" y="3143"/>
                    <a:pt x="3143" y="0"/>
                    <a:pt x="7049" y="0"/>
                  </a:cubicBezTo>
                  <a:cubicBezTo>
                    <a:pt x="10859" y="0"/>
                    <a:pt x="14097" y="3143"/>
                    <a:pt x="14097" y="7049"/>
                  </a:cubicBezTo>
                  <a:close/>
                </a:path>
              </a:pathLst>
            </a:custGeom>
            <a:grpFill/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157" name="Freeform: Shape 156">
              <a:extLst>
                <a:ext uri="{FF2B5EF4-FFF2-40B4-BE49-F238E27FC236}">
                  <a16:creationId xmlns:a16="http://schemas.microsoft.com/office/drawing/2014/main" id="{1FFAC4F0-FD7F-4943-B60E-E276F8B23FD1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6326022" y="3481374"/>
              <a:ext cx="14096" cy="14096"/>
            </a:xfrm>
            <a:custGeom>
              <a:avLst/>
              <a:gdLst>
                <a:gd name="connsiteX0" fmla="*/ 14097 w 14096"/>
                <a:gd name="connsiteY0" fmla="*/ 7049 h 14096"/>
                <a:gd name="connsiteX1" fmla="*/ 7048 w 14096"/>
                <a:gd name="connsiteY1" fmla="*/ 14097 h 14096"/>
                <a:gd name="connsiteX2" fmla="*/ 0 w 14096"/>
                <a:gd name="connsiteY2" fmla="*/ 7049 h 14096"/>
                <a:gd name="connsiteX3" fmla="*/ 7048 w 14096"/>
                <a:gd name="connsiteY3" fmla="*/ 0 h 14096"/>
                <a:gd name="connsiteX4" fmla="*/ 14097 w 14096"/>
                <a:gd name="connsiteY4" fmla="*/ 7049 h 1409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14096" h="14096">
                  <a:moveTo>
                    <a:pt x="14097" y="7049"/>
                  </a:moveTo>
                  <a:cubicBezTo>
                    <a:pt x="14097" y="10954"/>
                    <a:pt x="10954" y="14097"/>
                    <a:pt x="7048" y="14097"/>
                  </a:cubicBezTo>
                  <a:cubicBezTo>
                    <a:pt x="3143" y="14097"/>
                    <a:pt x="0" y="10954"/>
                    <a:pt x="0" y="7049"/>
                  </a:cubicBezTo>
                  <a:cubicBezTo>
                    <a:pt x="0" y="3143"/>
                    <a:pt x="3143" y="0"/>
                    <a:pt x="7048" y="0"/>
                  </a:cubicBezTo>
                  <a:cubicBezTo>
                    <a:pt x="10954" y="0"/>
                    <a:pt x="14097" y="3143"/>
                    <a:pt x="14097" y="7049"/>
                  </a:cubicBezTo>
                  <a:close/>
                </a:path>
              </a:pathLst>
            </a:custGeom>
            <a:grpFill/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158" name="Freeform: Shape 157">
              <a:extLst>
                <a:ext uri="{FF2B5EF4-FFF2-40B4-BE49-F238E27FC236}">
                  <a16:creationId xmlns:a16="http://schemas.microsoft.com/office/drawing/2014/main" id="{A8A5D871-92FD-43C3-BF94-0B524FA7D3FB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6385268" y="3481374"/>
              <a:ext cx="14096" cy="14096"/>
            </a:xfrm>
            <a:custGeom>
              <a:avLst/>
              <a:gdLst>
                <a:gd name="connsiteX0" fmla="*/ 14097 w 14096"/>
                <a:gd name="connsiteY0" fmla="*/ 7049 h 14096"/>
                <a:gd name="connsiteX1" fmla="*/ 7048 w 14096"/>
                <a:gd name="connsiteY1" fmla="*/ 14097 h 14096"/>
                <a:gd name="connsiteX2" fmla="*/ 0 w 14096"/>
                <a:gd name="connsiteY2" fmla="*/ 7049 h 14096"/>
                <a:gd name="connsiteX3" fmla="*/ 7048 w 14096"/>
                <a:gd name="connsiteY3" fmla="*/ 0 h 14096"/>
                <a:gd name="connsiteX4" fmla="*/ 14097 w 14096"/>
                <a:gd name="connsiteY4" fmla="*/ 7049 h 1409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14096" h="14096">
                  <a:moveTo>
                    <a:pt x="14097" y="7049"/>
                  </a:moveTo>
                  <a:cubicBezTo>
                    <a:pt x="14097" y="10954"/>
                    <a:pt x="10954" y="14097"/>
                    <a:pt x="7048" y="14097"/>
                  </a:cubicBezTo>
                  <a:cubicBezTo>
                    <a:pt x="3143" y="14097"/>
                    <a:pt x="0" y="10954"/>
                    <a:pt x="0" y="7049"/>
                  </a:cubicBezTo>
                  <a:cubicBezTo>
                    <a:pt x="0" y="3143"/>
                    <a:pt x="3143" y="0"/>
                    <a:pt x="7048" y="0"/>
                  </a:cubicBezTo>
                  <a:cubicBezTo>
                    <a:pt x="10858" y="0"/>
                    <a:pt x="14097" y="3143"/>
                    <a:pt x="14097" y="7049"/>
                  </a:cubicBezTo>
                  <a:close/>
                </a:path>
              </a:pathLst>
            </a:custGeom>
            <a:grpFill/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159" name="Freeform: Shape 158">
              <a:extLst>
                <a:ext uri="{FF2B5EF4-FFF2-40B4-BE49-F238E27FC236}">
                  <a16:creationId xmlns:a16="http://schemas.microsoft.com/office/drawing/2014/main" id="{6A79A241-1665-453E-ADD4-18892D4F856E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6444417" y="3481373"/>
              <a:ext cx="14096" cy="14097"/>
            </a:xfrm>
            <a:custGeom>
              <a:avLst/>
              <a:gdLst>
                <a:gd name="connsiteX0" fmla="*/ 14097 w 14096"/>
                <a:gd name="connsiteY0" fmla="*/ 7049 h 14097"/>
                <a:gd name="connsiteX1" fmla="*/ 7048 w 14096"/>
                <a:gd name="connsiteY1" fmla="*/ 14097 h 14097"/>
                <a:gd name="connsiteX2" fmla="*/ 0 w 14096"/>
                <a:gd name="connsiteY2" fmla="*/ 7049 h 14097"/>
                <a:gd name="connsiteX3" fmla="*/ 7048 w 14096"/>
                <a:gd name="connsiteY3" fmla="*/ 0 h 14097"/>
                <a:gd name="connsiteX4" fmla="*/ 14097 w 14096"/>
                <a:gd name="connsiteY4" fmla="*/ 7049 h 14097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14096" h="14097">
                  <a:moveTo>
                    <a:pt x="14097" y="7049"/>
                  </a:moveTo>
                  <a:cubicBezTo>
                    <a:pt x="14097" y="10941"/>
                    <a:pt x="10941" y="14097"/>
                    <a:pt x="7048" y="14097"/>
                  </a:cubicBezTo>
                  <a:cubicBezTo>
                    <a:pt x="3156" y="14097"/>
                    <a:pt x="0" y="10941"/>
                    <a:pt x="0" y="7049"/>
                  </a:cubicBezTo>
                  <a:cubicBezTo>
                    <a:pt x="0" y="3156"/>
                    <a:pt x="3156" y="0"/>
                    <a:pt x="7048" y="0"/>
                  </a:cubicBezTo>
                  <a:cubicBezTo>
                    <a:pt x="10941" y="0"/>
                    <a:pt x="14097" y="3156"/>
                    <a:pt x="14097" y="7049"/>
                  </a:cubicBezTo>
                  <a:close/>
                </a:path>
              </a:pathLst>
            </a:custGeom>
            <a:grpFill/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160" name="Freeform: Shape 159">
              <a:extLst>
                <a:ext uri="{FF2B5EF4-FFF2-40B4-BE49-F238E27FC236}">
                  <a16:creationId xmlns:a16="http://schemas.microsoft.com/office/drawing/2014/main" id="{81EABE18-4189-4E07-93C9-9B76673E3EE3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6148476" y="3540622"/>
              <a:ext cx="14097" cy="14096"/>
            </a:xfrm>
            <a:custGeom>
              <a:avLst/>
              <a:gdLst>
                <a:gd name="connsiteX0" fmla="*/ 14097 w 14097"/>
                <a:gd name="connsiteY0" fmla="*/ 7048 h 14096"/>
                <a:gd name="connsiteX1" fmla="*/ 7049 w 14097"/>
                <a:gd name="connsiteY1" fmla="*/ 14097 h 14096"/>
                <a:gd name="connsiteX2" fmla="*/ 0 w 14097"/>
                <a:gd name="connsiteY2" fmla="*/ 7048 h 14096"/>
                <a:gd name="connsiteX3" fmla="*/ 7049 w 14097"/>
                <a:gd name="connsiteY3" fmla="*/ 0 h 14096"/>
                <a:gd name="connsiteX4" fmla="*/ 14097 w 14097"/>
                <a:gd name="connsiteY4" fmla="*/ 7048 h 1409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14097" h="14096">
                  <a:moveTo>
                    <a:pt x="14097" y="7048"/>
                  </a:moveTo>
                  <a:cubicBezTo>
                    <a:pt x="14097" y="10954"/>
                    <a:pt x="10954" y="14097"/>
                    <a:pt x="7049" y="14097"/>
                  </a:cubicBezTo>
                  <a:cubicBezTo>
                    <a:pt x="3143" y="14097"/>
                    <a:pt x="0" y="10954"/>
                    <a:pt x="0" y="7048"/>
                  </a:cubicBezTo>
                  <a:cubicBezTo>
                    <a:pt x="0" y="3143"/>
                    <a:pt x="3143" y="0"/>
                    <a:pt x="7049" y="0"/>
                  </a:cubicBezTo>
                  <a:cubicBezTo>
                    <a:pt x="10954" y="0"/>
                    <a:pt x="14097" y="3143"/>
                    <a:pt x="14097" y="7048"/>
                  </a:cubicBezTo>
                  <a:close/>
                </a:path>
              </a:pathLst>
            </a:custGeom>
            <a:grpFill/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161" name="Freeform: Shape 160">
              <a:extLst>
                <a:ext uri="{FF2B5EF4-FFF2-40B4-BE49-F238E27FC236}">
                  <a16:creationId xmlns:a16="http://schemas.microsoft.com/office/drawing/2014/main" id="{B658A0EE-6F09-4EF7-B5E7-F23A556BDA87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6207627" y="3540623"/>
              <a:ext cx="14096" cy="14096"/>
            </a:xfrm>
            <a:custGeom>
              <a:avLst/>
              <a:gdLst>
                <a:gd name="connsiteX0" fmla="*/ 14097 w 14096"/>
                <a:gd name="connsiteY0" fmla="*/ 7048 h 14096"/>
                <a:gd name="connsiteX1" fmla="*/ 7048 w 14096"/>
                <a:gd name="connsiteY1" fmla="*/ 14097 h 14096"/>
                <a:gd name="connsiteX2" fmla="*/ 0 w 14096"/>
                <a:gd name="connsiteY2" fmla="*/ 7048 h 14096"/>
                <a:gd name="connsiteX3" fmla="*/ 7048 w 14096"/>
                <a:gd name="connsiteY3" fmla="*/ 0 h 14096"/>
                <a:gd name="connsiteX4" fmla="*/ 14097 w 14096"/>
                <a:gd name="connsiteY4" fmla="*/ 7048 h 1409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14096" h="14096">
                  <a:moveTo>
                    <a:pt x="14097" y="7048"/>
                  </a:moveTo>
                  <a:cubicBezTo>
                    <a:pt x="14097" y="10954"/>
                    <a:pt x="10954" y="14097"/>
                    <a:pt x="7048" y="14097"/>
                  </a:cubicBezTo>
                  <a:cubicBezTo>
                    <a:pt x="3143" y="14097"/>
                    <a:pt x="0" y="10954"/>
                    <a:pt x="0" y="7048"/>
                  </a:cubicBezTo>
                  <a:cubicBezTo>
                    <a:pt x="0" y="3143"/>
                    <a:pt x="3143" y="0"/>
                    <a:pt x="7048" y="0"/>
                  </a:cubicBezTo>
                  <a:cubicBezTo>
                    <a:pt x="10954" y="0"/>
                    <a:pt x="14097" y="3143"/>
                    <a:pt x="14097" y="7048"/>
                  </a:cubicBezTo>
                  <a:close/>
                </a:path>
              </a:pathLst>
            </a:custGeom>
            <a:grpFill/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162" name="Freeform: Shape 161">
              <a:extLst>
                <a:ext uri="{FF2B5EF4-FFF2-40B4-BE49-F238E27FC236}">
                  <a16:creationId xmlns:a16="http://schemas.microsoft.com/office/drawing/2014/main" id="{15EB019C-C95B-4DE3-BD17-DC20F8007A1E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6266872" y="3540626"/>
              <a:ext cx="14096" cy="14096"/>
            </a:xfrm>
            <a:custGeom>
              <a:avLst/>
              <a:gdLst>
                <a:gd name="connsiteX0" fmla="*/ 14097 w 14096"/>
                <a:gd name="connsiteY0" fmla="*/ 7048 h 14096"/>
                <a:gd name="connsiteX1" fmla="*/ 7049 w 14096"/>
                <a:gd name="connsiteY1" fmla="*/ 14097 h 14096"/>
                <a:gd name="connsiteX2" fmla="*/ 0 w 14096"/>
                <a:gd name="connsiteY2" fmla="*/ 7048 h 14096"/>
                <a:gd name="connsiteX3" fmla="*/ 7049 w 14096"/>
                <a:gd name="connsiteY3" fmla="*/ 0 h 14096"/>
                <a:gd name="connsiteX4" fmla="*/ 14097 w 14096"/>
                <a:gd name="connsiteY4" fmla="*/ 7048 h 1409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14096" h="14096">
                  <a:moveTo>
                    <a:pt x="14097" y="7048"/>
                  </a:moveTo>
                  <a:cubicBezTo>
                    <a:pt x="14097" y="10954"/>
                    <a:pt x="10954" y="14097"/>
                    <a:pt x="7049" y="14097"/>
                  </a:cubicBezTo>
                  <a:cubicBezTo>
                    <a:pt x="3143" y="14097"/>
                    <a:pt x="0" y="10954"/>
                    <a:pt x="0" y="7048"/>
                  </a:cubicBezTo>
                  <a:cubicBezTo>
                    <a:pt x="0" y="3143"/>
                    <a:pt x="3143" y="0"/>
                    <a:pt x="7049" y="0"/>
                  </a:cubicBezTo>
                  <a:cubicBezTo>
                    <a:pt x="10859" y="0"/>
                    <a:pt x="14097" y="3143"/>
                    <a:pt x="14097" y="7048"/>
                  </a:cubicBezTo>
                  <a:close/>
                </a:path>
              </a:pathLst>
            </a:custGeom>
            <a:grpFill/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163" name="Freeform: Shape 162">
              <a:extLst>
                <a:ext uri="{FF2B5EF4-FFF2-40B4-BE49-F238E27FC236}">
                  <a16:creationId xmlns:a16="http://schemas.microsoft.com/office/drawing/2014/main" id="{2948B3ED-79C1-47C8-B712-0BFB5536C37B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6326022" y="3540627"/>
              <a:ext cx="14096" cy="14096"/>
            </a:xfrm>
            <a:custGeom>
              <a:avLst/>
              <a:gdLst>
                <a:gd name="connsiteX0" fmla="*/ 14097 w 14096"/>
                <a:gd name="connsiteY0" fmla="*/ 7048 h 14096"/>
                <a:gd name="connsiteX1" fmla="*/ 7048 w 14096"/>
                <a:gd name="connsiteY1" fmla="*/ 14097 h 14096"/>
                <a:gd name="connsiteX2" fmla="*/ 0 w 14096"/>
                <a:gd name="connsiteY2" fmla="*/ 7048 h 14096"/>
                <a:gd name="connsiteX3" fmla="*/ 7048 w 14096"/>
                <a:gd name="connsiteY3" fmla="*/ 0 h 14096"/>
                <a:gd name="connsiteX4" fmla="*/ 14097 w 14096"/>
                <a:gd name="connsiteY4" fmla="*/ 7048 h 1409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14096" h="14096">
                  <a:moveTo>
                    <a:pt x="14097" y="7048"/>
                  </a:moveTo>
                  <a:cubicBezTo>
                    <a:pt x="14097" y="10954"/>
                    <a:pt x="10954" y="14097"/>
                    <a:pt x="7048" y="14097"/>
                  </a:cubicBezTo>
                  <a:cubicBezTo>
                    <a:pt x="3143" y="14097"/>
                    <a:pt x="0" y="10954"/>
                    <a:pt x="0" y="7048"/>
                  </a:cubicBezTo>
                  <a:cubicBezTo>
                    <a:pt x="0" y="3143"/>
                    <a:pt x="3143" y="0"/>
                    <a:pt x="7048" y="0"/>
                  </a:cubicBezTo>
                  <a:cubicBezTo>
                    <a:pt x="10954" y="0"/>
                    <a:pt x="14097" y="3143"/>
                    <a:pt x="14097" y="7048"/>
                  </a:cubicBezTo>
                  <a:close/>
                </a:path>
              </a:pathLst>
            </a:custGeom>
            <a:grpFill/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164" name="Freeform: Shape 163">
              <a:extLst>
                <a:ext uri="{FF2B5EF4-FFF2-40B4-BE49-F238E27FC236}">
                  <a16:creationId xmlns:a16="http://schemas.microsoft.com/office/drawing/2014/main" id="{13387DB9-900B-422D-90F7-C5C7EB5D59BE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6385268" y="3540630"/>
              <a:ext cx="14096" cy="14096"/>
            </a:xfrm>
            <a:custGeom>
              <a:avLst/>
              <a:gdLst>
                <a:gd name="connsiteX0" fmla="*/ 14097 w 14096"/>
                <a:gd name="connsiteY0" fmla="*/ 7048 h 14096"/>
                <a:gd name="connsiteX1" fmla="*/ 7048 w 14096"/>
                <a:gd name="connsiteY1" fmla="*/ 14097 h 14096"/>
                <a:gd name="connsiteX2" fmla="*/ 0 w 14096"/>
                <a:gd name="connsiteY2" fmla="*/ 7048 h 14096"/>
                <a:gd name="connsiteX3" fmla="*/ 7048 w 14096"/>
                <a:gd name="connsiteY3" fmla="*/ 0 h 14096"/>
                <a:gd name="connsiteX4" fmla="*/ 14097 w 14096"/>
                <a:gd name="connsiteY4" fmla="*/ 7048 h 1409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14096" h="14096">
                  <a:moveTo>
                    <a:pt x="14097" y="7048"/>
                  </a:moveTo>
                  <a:cubicBezTo>
                    <a:pt x="14097" y="10954"/>
                    <a:pt x="10954" y="14097"/>
                    <a:pt x="7048" y="14097"/>
                  </a:cubicBezTo>
                  <a:cubicBezTo>
                    <a:pt x="3143" y="14097"/>
                    <a:pt x="0" y="10954"/>
                    <a:pt x="0" y="7048"/>
                  </a:cubicBezTo>
                  <a:cubicBezTo>
                    <a:pt x="0" y="3143"/>
                    <a:pt x="3143" y="0"/>
                    <a:pt x="7048" y="0"/>
                  </a:cubicBezTo>
                  <a:cubicBezTo>
                    <a:pt x="10858" y="0"/>
                    <a:pt x="14097" y="3143"/>
                    <a:pt x="14097" y="7048"/>
                  </a:cubicBezTo>
                  <a:close/>
                </a:path>
              </a:pathLst>
            </a:custGeom>
            <a:grpFill/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165" name="Freeform: Shape 164">
              <a:extLst>
                <a:ext uri="{FF2B5EF4-FFF2-40B4-BE49-F238E27FC236}">
                  <a16:creationId xmlns:a16="http://schemas.microsoft.com/office/drawing/2014/main" id="{48FDCCF3-E6D6-4CD0-9D47-02FE785C7A05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6444417" y="3540631"/>
              <a:ext cx="14096" cy="14097"/>
            </a:xfrm>
            <a:custGeom>
              <a:avLst/>
              <a:gdLst>
                <a:gd name="connsiteX0" fmla="*/ 14097 w 14096"/>
                <a:gd name="connsiteY0" fmla="*/ 7048 h 14097"/>
                <a:gd name="connsiteX1" fmla="*/ 7048 w 14096"/>
                <a:gd name="connsiteY1" fmla="*/ 14097 h 14097"/>
                <a:gd name="connsiteX2" fmla="*/ 0 w 14096"/>
                <a:gd name="connsiteY2" fmla="*/ 7048 h 14097"/>
                <a:gd name="connsiteX3" fmla="*/ 7048 w 14096"/>
                <a:gd name="connsiteY3" fmla="*/ 0 h 14097"/>
                <a:gd name="connsiteX4" fmla="*/ 14097 w 14096"/>
                <a:gd name="connsiteY4" fmla="*/ 7048 h 14097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14096" h="14097">
                  <a:moveTo>
                    <a:pt x="14097" y="7048"/>
                  </a:moveTo>
                  <a:cubicBezTo>
                    <a:pt x="14097" y="10941"/>
                    <a:pt x="10941" y="14097"/>
                    <a:pt x="7048" y="14097"/>
                  </a:cubicBezTo>
                  <a:cubicBezTo>
                    <a:pt x="3156" y="14097"/>
                    <a:pt x="0" y="10941"/>
                    <a:pt x="0" y="7048"/>
                  </a:cubicBezTo>
                  <a:cubicBezTo>
                    <a:pt x="0" y="3156"/>
                    <a:pt x="3156" y="0"/>
                    <a:pt x="7048" y="0"/>
                  </a:cubicBezTo>
                  <a:cubicBezTo>
                    <a:pt x="10941" y="0"/>
                    <a:pt x="14097" y="3156"/>
                    <a:pt x="14097" y="7048"/>
                  </a:cubicBezTo>
                  <a:close/>
                </a:path>
              </a:pathLst>
            </a:custGeom>
            <a:grpFill/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166" name="Freeform: Shape 165">
              <a:extLst>
                <a:ext uri="{FF2B5EF4-FFF2-40B4-BE49-F238E27FC236}">
                  <a16:creationId xmlns:a16="http://schemas.microsoft.com/office/drawing/2014/main" id="{BC14E8F6-33F6-47CE-9A24-EA71D7149695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6148476" y="3599781"/>
              <a:ext cx="14097" cy="14096"/>
            </a:xfrm>
            <a:custGeom>
              <a:avLst/>
              <a:gdLst>
                <a:gd name="connsiteX0" fmla="*/ 14097 w 14097"/>
                <a:gd name="connsiteY0" fmla="*/ 7048 h 14096"/>
                <a:gd name="connsiteX1" fmla="*/ 7049 w 14097"/>
                <a:gd name="connsiteY1" fmla="*/ 14097 h 14096"/>
                <a:gd name="connsiteX2" fmla="*/ 0 w 14097"/>
                <a:gd name="connsiteY2" fmla="*/ 7048 h 14096"/>
                <a:gd name="connsiteX3" fmla="*/ 7049 w 14097"/>
                <a:gd name="connsiteY3" fmla="*/ 0 h 14096"/>
                <a:gd name="connsiteX4" fmla="*/ 14097 w 14097"/>
                <a:gd name="connsiteY4" fmla="*/ 7048 h 1409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14097" h="14096">
                  <a:moveTo>
                    <a:pt x="14097" y="7048"/>
                  </a:moveTo>
                  <a:cubicBezTo>
                    <a:pt x="14097" y="10954"/>
                    <a:pt x="10954" y="14097"/>
                    <a:pt x="7049" y="14097"/>
                  </a:cubicBezTo>
                  <a:cubicBezTo>
                    <a:pt x="3143" y="14097"/>
                    <a:pt x="0" y="10954"/>
                    <a:pt x="0" y="7048"/>
                  </a:cubicBezTo>
                  <a:cubicBezTo>
                    <a:pt x="0" y="3143"/>
                    <a:pt x="3143" y="0"/>
                    <a:pt x="7049" y="0"/>
                  </a:cubicBezTo>
                  <a:cubicBezTo>
                    <a:pt x="10954" y="0"/>
                    <a:pt x="14097" y="3143"/>
                    <a:pt x="14097" y="7048"/>
                  </a:cubicBezTo>
                  <a:close/>
                </a:path>
              </a:pathLst>
            </a:custGeom>
            <a:grpFill/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167" name="Freeform: Shape 166">
              <a:extLst>
                <a:ext uri="{FF2B5EF4-FFF2-40B4-BE49-F238E27FC236}">
                  <a16:creationId xmlns:a16="http://schemas.microsoft.com/office/drawing/2014/main" id="{F78CC38F-63FC-4552-B17B-8D79D3C8F8FF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6207627" y="3599781"/>
              <a:ext cx="14096" cy="14096"/>
            </a:xfrm>
            <a:custGeom>
              <a:avLst/>
              <a:gdLst>
                <a:gd name="connsiteX0" fmla="*/ 14097 w 14096"/>
                <a:gd name="connsiteY0" fmla="*/ 7048 h 14096"/>
                <a:gd name="connsiteX1" fmla="*/ 7048 w 14096"/>
                <a:gd name="connsiteY1" fmla="*/ 14097 h 14096"/>
                <a:gd name="connsiteX2" fmla="*/ 0 w 14096"/>
                <a:gd name="connsiteY2" fmla="*/ 7048 h 14096"/>
                <a:gd name="connsiteX3" fmla="*/ 7048 w 14096"/>
                <a:gd name="connsiteY3" fmla="*/ 0 h 14096"/>
                <a:gd name="connsiteX4" fmla="*/ 14097 w 14096"/>
                <a:gd name="connsiteY4" fmla="*/ 7048 h 1409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14096" h="14096">
                  <a:moveTo>
                    <a:pt x="14097" y="7048"/>
                  </a:moveTo>
                  <a:cubicBezTo>
                    <a:pt x="14097" y="10954"/>
                    <a:pt x="10954" y="14097"/>
                    <a:pt x="7048" y="14097"/>
                  </a:cubicBezTo>
                  <a:cubicBezTo>
                    <a:pt x="3143" y="14097"/>
                    <a:pt x="0" y="10954"/>
                    <a:pt x="0" y="7048"/>
                  </a:cubicBezTo>
                  <a:cubicBezTo>
                    <a:pt x="0" y="3143"/>
                    <a:pt x="3143" y="0"/>
                    <a:pt x="7048" y="0"/>
                  </a:cubicBezTo>
                  <a:cubicBezTo>
                    <a:pt x="10954" y="0"/>
                    <a:pt x="14097" y="3143"/>
                    <a:pt x="14097" y="7048"/>
                  </a:cubicBezTo>
                  <a:close/>
                </a:path>
              </a:pathLst>
            </a:custGeom>
            <a:grpFill/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168" name="Freeform: Shape 167">
              <a:extLst>
                <a:ext uri="{FF2B5EF4-FFF2-40B4-BE49-F238E27FC236}">
                  <a16:creationId xmlns:a16="http://schemas.microsoft.com/office/drawing/2014/main" id="{89042823-A002-49CE-B03D-ED1291DC13CF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6266872" y="3599781"/>
              <a:ext cx="14096" cy="14096"/>
            </a:xfrm>
            <a:custGeom>
              <a:avLst/>
              <a:gdLst>
                <a:gd name="connsiteX0" fmla="*/ 14097 w 14096"/>
                <a:gd name="connsiteY0" fmla="*/ 7048 h 14096"/>
                <a:gd name="connsiteX1" fmla="*/ 7049 w 14096"/>
                <a:gd name="connsiteY1" fmla="*/ 14097 h 14096"/>
                <a:gd name="connsiteX2" fmla="*/ 0 w 14096"/>
                <a:gd name="connsiteY2" fmla="*/ 7048 h 14096"/>
                <a:gd name="connsiteX3" fmla="*/ 7049 w 14096"/>
                <a:gd name="connsiteY3" fmla="*/ 0 h 14096"/>
                <a:gd name="connsiteX4" fmla="*/ 14097 w 14096"/>
                <a:gd name="connsiteY4" fmla="*/ 7048 h 1409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14096" h="14096">
                  <a:moveTo>
                    <a:pt x="14097" y="7048"/>
                  </a:moveTo>
                  <a:cubicBezTo>
                    <a:pt x="14097" y="10954"/>
                    <a:pt x="10954" y="14097"/>
                    <a:pt x="7049" y="14097"/>
                  </a:cubicBezTo>
                  <a:cubicBezTo>
                    <a:pt x="3143" y="14097"/>
                    <a:pt x="0" y="10954"/>
                    <a:pt x="0" y="7048"/>
                  </a:cubicBezTo>
                  <a:cubicBezTo>
                    <a:pt x="0" y="3143"/>
                    <a:pt x="3143" y="0"/>
                    <a:pt x="7049" y="0"/>
                  </a:cubicBezTo>
                  <a:cubicBezTo>
                    <a:pt x="10859" y="0"/>
                    <a:pt x="14097" y="3143"/>
                    <a:pt x="14097" y="7048"/>
                  </a:cubicBezTo>
                  <a:close/>
                </a:path>
              </a:pathLst>
            </a:custGeom>
            <a:grpFill/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169" name="Freeform: Shape 168">
              <a:extLst>
                <a:ext uri="{FF2B5EF4-FFF2-40B4-BE49-F238E27FC236}">
                  <a16:creationId xmlns:a16="http://schemas.microsoft.com/office/drawing/2014/main" id="{96EFC6CE-198B-489B-B1EE-72CE842628B7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6326022" y="3599781"/>
              <a:ext cx="14096" cy="14096"/>
            </a:xfrm>
            <a:custGeom>
              <a:avLst/>
              <a:gdLst>
                <a:gd name="connsiteX0" fmla="*/ 14097 w 14096"/>
                <a:gd name="connsiteY0" fmla="*/ 7048 h 14096"/>
                <a:gd name="connsiteX1" fmla="*/ 7048 w 14096"/>
                <a:gd name="connsiteY1" fmla="*/ 14097 h 14096"/>
                <a:gd name="connsiteX2" fmla="*/ 0 w 14096"/>
                <a:gd name="connsiteY2" fmla="*/ 7048 h 14096"/>
                <a:gd name="connsiteX3" fmla="*/ 7048 w 14096"/>
                <a:gd name="connsiteY3" fmla="*/ 0 h 14096"/>
                <a:gd name="connsiteX4" fmla="*/ 14097 w 14096"/>
                <a:gd name="connsiteY4" fmla="*/ 7048 h 1409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14096" h="14096">
                  <a:moveTo>
                    <a:pt x="14097" y="7048"/>
                  </a:moveTo>
                  <a:cubicBezTo>
                    <a:pt x="14097" y="10954"/>
                    <a:pt x="10954" y="14097"/>
                    <a:pt x="7048" y="14097"/>
                  </a:cubicBezTo>
                  <a:cubicBezTo>
                    <a:pt x="3143" y="14097"/>
                    <a:pt x="0" y="10954"/>
                    <a:pt x="0" y="7048"/>
                  </a:cubicBezTo>
                  <a:cubicBezTo>
                    <a:pt x="0" y="3143"/>
                    <a:pt x="3143" y="0"/>
                    <a:pt x="7048" y="0"/>
                  </a:cubicBezTo>
                  <a:cubicBezTo>
                    <a:pt x="10954" y="0"/>
                    <a:pt x="14097" y="3143"/>
                    <a:pt x="14097" y="7048"/>
                  </a:cubicBezTo>
                  <a:close/>
                </a:path>
              </a:pathLst>
            </a:custGeom>
            <a:grpFill/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170" name="Freeform: Shape 169">
              <a:extLst>
                <a:ext uri="{FF2B5EF4-FFF2-40B4-BE49-F238E27FC236}">
                  <a16:creationId xmlns:a16="http://schemas.microsoft.com/office/drawing/2014/main" id="{49FEA23D-54D9-45D7-9325-1E2F638C9C14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6385268" y="3599780"/>
              <a:ext cx="14096" cy="14096"/>
            </a:xfrm>
            <a:custGeom>
              <a:avLst/>
              <a:gdLst>
                <a:gd name="connsiteX0" fmla="*/ 14097 w 14096"/>
                <a:gd name="connsiteY0" fmla="*/ 7048 h 14096"/>
                <a:gd name="connsiteX1" fmla="*/ 7048 w 14096"/>
                <a:gd name="connsiteY1" fmla="*/ 14097 h 14096"/>
                <a:gd name="connsiteX2" fmla="*/ 0 w 14096"/>
                <a:gd name="connsiteY2" fmla="*/ 7048 h 14096"/>
                <a:gd name="connsiteX3" fmla="*/ 7048 w 14096"/>
                <a:gd name="connsiteY3" fmla="*/ 0 h 14096"/>
                <a:gd name="connsiteX4" fmla="*/ 14097 w 14096"/>
                <a:gd name="connsiteY4" fmla="*/ 7048 h 1409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14096" h="14096">
                  <a:moveTo>
                    <a:pt x="14097" y="7048"/>
                  </a:moveTo>
                  <a:cubicBezTo>
                    <a:pt x="14097" y="10954"/>
                    <a:pt x="10954" y="14097"/>
                    <a:pt x="7048" y="14097"/>
                  </a:cubicBezTo>
                  <a:cubicBezTo>
                    <a:pt x="3143" y="14097"/>
                    <a:pt x="0" y="10954"/>
                    <a:pt x="0" y="7048"/>
                  </a:cubicBezTo>
                  <a:cubicBezTo>
                    <a:pt x="0" y="3143"/>
                    <a:pt x="3143" y="0"/>
                    <a:pt x="7048" y="0"/>
                  </a:cubicBezTo>
                  <a:cubicBezTo>
                    <a:pt x="10858" y="0"/>
                    <a:pt x="14097" y="3143"/>
                    <a:pt x="14097" y="7048"/>
                  </a:cubicBezTo>
                  <a:close/>
                </a:path>
              </a:pathLst>
            </a:custGeom>
            <a:grpFill/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171" name="Freeform: Shape 170">
              <a:extLst>
                <a:ext uri="{FF2B5EF4-FFF2-40B4-BE49-F238E27FC236}">
                  <a16:creationId xmlns:a16="http://schemas.microsoft.com/office/drawing/2014/main" id="{2DB04EE3-370F-49CE-BCFE-C2999C3CF28C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6444417" y="3599782"/>
              <a:ext cx="14096" cy="14096"/>
            </a:xfrm>
            <a:custGeom>
              <a:avLst/>
              <a:gdLst>
                <a:gd name="connsiteX0" fmla="*/ 14097 w 14096"/>
                <a:gd name="connsiteY0" fmla="*/ 7048 h 14096"/>
                <a:gd name="connsiteX1" fmla="*/ 7048 w 14096"/>
                <a:gd name="connsiteY1" fmla="*/ 14097 h 14096"/>
                <a:gd name="connsiteX2" fmla="*/ 0 w 14096"/>
                <a:gd name="connsiteY2" fmla="*/ 7048 h 14096"/>
                <a:gd name="connsiteX3" fmla="*/ 7048 w 14096"/>
                <a:gd name="connsiteY3" fmla="*/ 0 h 14096"/>
                <a:gd name="connsiteX4" fmla="*/ 14097 w 14096"/>
                <a:gd name="connsiteY4" fmla="*/ 7048 h 1409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14096" h="14096">
                  <a:moveTo>
                    <a:pt x="14097" y="7048"/>
                  </a:moveTo>
                  <a:cubicBezTo>
                    <a:pt x="14097" y="10954"/>
                    <a:pt x="10954" y="14097"/>
                    <a:pt x="7048" y="14097"/>
                  </a:cubicBezTo>
                  <a:cubicBezTo>
                    <a:pt x="3143" y="14097"/>
                    <a:pt x="0" y="10954"/>
                    <a:pt x="0" y="7048"/>
                  </a:cubicBezTo>
                  <a:cubicBezTo>
                    <a:pt x="0" y="3143"/>
                    <a:pt x="3143" y="0"/>
                    <a:pt x="7048" y="0"/>
                  </a:cubicBezTo>
                  <a:cubicBezTo>
                    <a:pt x="10954" y="0"/>
                    <a:pt x="14097" y="3143"/>
                    <a:pt x="14097" y="7048"/>
                  </a:cubicBezTo>
                  <a:close/>
                </a:path>
              </a:pathLst>
            </a:custGeom>
            <a:grpFill/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172" name="Freeform: Shape 171">
              <a:extLst>
                <a:ext uri="{FF2B5EF4-FFF2-40B4-BE49-F238E27FC236}">
                  <a16:creationId xmlns:a16="http://schemas.microsoft.com/office/drawing/2014/main" id="{8BCBCC34-797D-41A8-8AD1-7E03E1BBFFA0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6148476" y="3659026"/>
              <a:ext cx="14097" cy="14096"/>
            </a:xfrm>
            <a:custGeom>
              <a:avLst/>
              <a:gdLst>
                <a:gd name="connsiteX0" fmla="*/ 14097 w 14097"/>
                <a:gd name="connsiteY0" fmla="*/ 7048 h 14096"/>
                <a:gd name="connsiteX1" fmla="*/ 7049 w 14097"/>
                <a:gd name="connsiteY1" fmla="*/ 14097 h 14096"/>
                <a:gd name="connsiteX2" fmla="*/ 0 w 14097"/>
                <a:gd name="connsiteY2" fmla="*/ 7048 h 14096"/>
                <a:gd name="connsiteX3" fmla="*/ 7049 w 14097"/>
                <a:gd name="connsiteY3" fmla="*/ 0 h 14096"/>
                <a:gd name="connsiteX4" fmla="*/ 14097 w 14097"/>
                <a:gd name="connsiteY4" fmla="*/ 7048 h 1409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14097" h="14096">
                  <a:moveTo>
                    <a:pt x="14097" y="7048"/>
                  </a:moveTo>
                  <a:cubicBezTo>
                    <a:pt x="14097" y="10954"/>
                    <a:pt x="10954" y="14097"/>
                    <a:pt x="7049" y="14097"/>
                  </a:cubicBezTo>
                  <a:cubicBezTo>
                    <a:pt x="3143" y="14097"/>
                    <a:pt x="0" y="10954"/>
                    <a:pt x="0" y="7048"/>
                  </a:cubicBezTo>
                  <a:cubicBezTo>
                    <a:pt x="0" y="3143"/>
                    <a:pt x="3143" y="0"/>
                    <a:pt x="7049" y="0"/>
                  </a:cubicBezTo>
                  <a:cubicBezTo>
                    <a:pt x="10954" y="0"/>
                    <a:pt x="14097" y="3143"/>
                    <a:pt x="14097" y="7048"/>
                  </a:cubicBezTo>
                  <a:close/>
                </a:path>
              </a:pathLst>
            </a:custGeom>
            <a:grpFill/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173" name="Freeform: Shape 172">
              <a:extLst>
                <a:ext uri="{FF2B5EF4-FFF2-40B4-BE49-F238E27FC236}">
                  <a16:creationId xmlns:a16="http://schemas.microsoft.com/office/drawing/2014/main" id="{AFF5C1F8-0EDE-4835-89E6-1FCB2EA395F8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6207627" y="3659026"/>
              <a:ext cx="14096" cy="14096"/>
            </a:xfrm>
            <a:custGeom>
              <a:avLst/>
              <a:gdLst>
                <a:gd name="connsiteX0" fmla="*/ 14097 w 14096"/>
                <a:gd name="connsiteY0" fmla="*/ 7048 h 14096"/>
                <a:gd name="connsiteX1" fmla="*/ 7048 w 14096"/>
                <a:gd name="connsiteY1" fmla="*/ 14097 h 14096"/>
                <a:gd name="connsiteX2" fmla="*/ 0 w 14096"/>
                <a:gd name="connsiteY2" fmla="*/ 7048 h 14096"/>
                <a:gd name="connsiteX3" fmla="*/ 7048 w 14096"/>
                <a:gd name="connsiteY3" fmla="*/ 0 h 14096"/>
                <a:gd name="connsiteX4" fmla="*/ 14097 w 14096"/>
                <a:gd name="connsiteY4" fmla="*/ 7048 h 1409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14096" h="14096">
                  <a:moveTo>
                    <a:pt x="14097" y="7048"/>
                  </a:moveTo>
                  <a:cubicBezTo>
                    <a:pt x="14097" y="10954"/>
                    <a:pt x="10954" y="14097"/>
                    <a:pt x="7048" y="14097"/>
                  </a:cubicBezTo>
                  <a:cubicBezTo>
                    <a:pt x="3143" y="14097"/>
                    <a:pt x="0" y="10954"/>
                    <a:pt x="0" y="7048"/>
                  </a:cubicBezTo>
                  <a:cubicBezTo>
                    <a:pt x="0" y="3143"/>
                    <a:pt x="3143" y="0"/>
                    <a:pt x="7048" y="0"/>
                  </a:cubicBezTo>
                  <a:cubicBezTo>
                    <a:pt x="10954" y="0"/>
                    <a:pt x="14097" y="3143"/>
                    <a:pt x="14097" y="7048"/>
                  </a:cubicBezTo>
                  <a:close/>
                </a:path>
              </a:pathLst>
            </a:custGeom>
            <a:grpFill/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174" name="Freeform: Shape 173">
              <a:extLst>
                <a:ext uri="{FF2B5EF4-FFF2-40B4-BE49-F238E27FC236}">
                  <a16:creationId xmlns:a16="http://schemas.microsoft.com/office/drawing/2014/main" id="{6171D504-6300-457C-AFCC-064DBB3FCCA8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6266872" y="3659026"/>
              <a:ext cx="14096" cy="14096"/>
            </a:xfrm>
            <a:custGeom>
              <a:avLst/>
              <a:gdLst>
                <a:gd name="connsiteX0" fmla="*/ 14097 w 14096"/>
                <a:gd name="connsiteY0" fmla="*/ 7048 h 14096"/>
                <a:gd name="connsiteX1" fmla="*/ 7049 w 14096"/>
                <a:gd name="connsiteY1" fmla="*/ 14097 h 14096"/>
                <a:gd name="connsiteX2" fmla="*/ 0 w 14096"/>
                <a:gd name="connsiteY2" fmla="*/ 7048 h 14096"/>
                <a:gd name="connsiteX3" fmla="*/ 7049 w 14096"/>
                <a:gd name="connsiteY3" fmla="*/ 0 h 14096"/>
                <a:gd name="connsiteX4" fmla="*/ 14097 w 14096"/>
                <a:gd name="connsiteY4" fmla="*/ 7048 h 1409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14096" h="14096">
                  <a:moveTo>
                    <a:pt x="14097" y="7048"/>
                  </a:moveTo>
                  <a:cubicBezTo>
                    <a:pt x="14097" y="10954"/>
                    <a:pt x="10954" y="14097"/>
                    <a:pt x="7049" y="14097"/>
                  </a:cubicBezTo>
                  <a:cubicBezTo>
                    <a:pt x="3143" y="14097"/>
                    <a:pt x="0" y="10954"/>
                    <a:pt x="0" y="7048"/>
                  </a:cubicBezTo>
                  <a:cubicBezTo>
                    <a:pt x="0" y="3143"/>
                    <a:pt x="3143" y="0"/>
                    <a:pt x="7049" y="0"/>
                  </a:cubicBezTo>
                  <a:cubicBezTo>
                    <a:pt x="10859" y="0"/>
                    <a:pt x="14097" y="3143"/>
                    <a:pt x="14097" y="7048"/>
                  </a:cubicBezTo>
                  <a:close/>
                </a:path>
              </a:pathLst>
            </a:custGeom>
            <a:grpFill/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175" name="Freeform: Shape 174">
              <a:extLst>
                <a:ext uri="{FF2B5EF4-FFF2-40B4-BE49-F238E27FC236}">
                  <a16:creationId xmlns:a16="http://schemas.microsoft.com/office/drawing/2014/main" id="{62ACE739-C8C4-4495-B04C-C3AFC44811CB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6326022" y="3659026"/>
              <a:ext cx="14096" cy="14096"/>
            </a:xfrm>
            <a:custGeom>
              <a:avLst/>
              <a:gdLst>
                <a:gd name="connsiteX0" fmla="*/ 14097 w 14096"/>
                <a:gd name="connsiteY0" fmla="*/ 7048 h 14096"/>
                <a:gd name="connsiteX1" fmla="*/ 7048 w 14096"/>
                <a:gd name="connsiteY1" fmla="*/ 14097 h 14096"/>
                <a:gd name="connsiteX2" fmla="*/ 0 w 14096"/>
                <a:gd name="connsiteY2" fmla="*/ 7048 h 14096"/>
                <a:gd name="connsiteX3" fmla="*/ 7048 w 14096"/>
                <a:gd name="connsiteY3" fmla="*/ 0 h 14096"/>
                <a:gd name="connsiteX4" fmla="*/ 14097 w 14096"/>
                <a:gd name="connsiteY4" fmla="*/ 7048 h 1409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14096" h="14096">
                  <a:moveTo>
                    <a:pt x="14097" y="7048"/>
                  </a:moveTo>
                  <a:cubicBezTo>
                    <a:pt x="14097" y="10954"/>
                    <a:pt x="10954" y="14097"/>
                    <a:pt x="7048" y="14097"/>
                  </a:cubicBezTo>
                  <a:cubicBezTo>
                    <a:pt x="3143" y="14097"/>
                    <a:pt x="0" y="10954"/>
                    <a:pt x="0" y="7048"/>
                  </a:cubicBezTo>
                  <a:cubicBezTo>
                    <a:pt x="0" y="3143"/>
                    <a:pt x="3143" y="0"/>
                    <a:pt x="7048" y="0"/>
                  </a:cubicBezTo>
                  <a:cubicBezTo>
                    <a:pt x="10954" y="0"/>
                    <a:pt x="14097" y="3143"/>
                    <a:pt x="14097" y="7048"/>
                  </a:cubicBezTo>
                  <a:close/>
                </a:path>
              </a:pathLst>
            </a:custGeom>
            <a:grpFill/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176" name="Freeform: Shape 175">
              <a:extLst>
                <a:ext uri="{FF2B5EF4-FFF2-40B4-BE49-F238E27FC236}">
                  <a16:creationId xmlns:a16="http://schemas.microsoft.com/office/drawing/2014/main" id="{3F4771CD-CDCA-4FFE-8EF5-E42D1781E7E1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6385268" y="3659026"/>
              <a:ext cx="14096" cy="14096"/>
            </a:xfrm>
            <a:custGeom>
              <a:avLst/>
              <a:gdLst>
                <a:gd name="connsiteX0" fmla="*/ 14097 w 14096"/>
                <a:gd name="connsiteY0" fmla="*/ 7048 h 14096"/>
                <a:gd name="connsiteX1" fmla="*/ 7048 w 14096"/>
                <a:gd name="connsiteY1" fmla="*/ 14097 h 14096"/>
                <a:gd name="connsiteX2" fmla="*/ 0 w 14096"/>
                <a:gd name="connsiteY2" fmla="*/ 7048 h 14096"/>
                <a:gd name="connsiteX3" fmla="*/ 7048 w 14096"/>
                <a:gd name="connsiteY3" fmla="*/ 0 h 14096"/>
                <a:gd name="connsiteX4" fmla="*/ 14097 w 14096"/>
                <a:gd name="connsiteY4" fmla="*/ 7048 h 1409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14096" h="14096">
                  <a:moveTo>
                    <a:pt x="14097" y="7048"/>
                  </a:moveTo>
                  <a:cubicBezTo>
                    <a:pt x="14097" y="10954"/>
                    <a:pt x="10954" y="14097"/>
                    <a:pt x="7048" y="14097"/>
                  </a:cubicBezTo>
                  <a:cubicBezTo>
                    <a:pt x="3143" y="14097"/>
                    <a:pt x="0" y="10954"/>
                    <a:pt x="0" y="7048"/>
                  </a:cubicBezTo>
                  <a:cubicBezTo>
                    <a:pt x="0" y="3143"/>
                    <a:pt x="3143" y="0"/>
                    <a:pt x="7048" y="0"/>
                  </a:cubicBezTo>
                  <a:cubicBezTo>
                    <a:pt x="10858" y="0"/>
                    <a:pt x="14097" y="3143"/>
                    <a:pt x="14097" y="7048"/>
                  </a:cubicBezTo>
                  <a:close/>
                </a:path>
              </a:pathLst>
            </a:custGeom>
            <a:grpFill/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177" name="Freeform: Shape 176">
              <a:extLst>
                <a:ext uri="{FF2B5EF4-FFF2-40B4-BE49-F238E27FC236}">
                  <a16:creationId xmlns:a16="http://schemas.microsoft.com/office/drawing/2014/main" id="{A10C0BFE-A8F9-4E21-9DFD-37A4D26C62C2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6444417" y="3659026"/>
              <a:ext cx="14096" cy="14096"/>
            </a:xfrm>
            <a:custGeom>
              <a:avLst/>
              <a:gdLst>
                <a:gd name="connsiteX0" fmla="*/ 14097 w 14096"/>
                <a:gd name="connsiteY0" fmla="*/ 7048 h 14096"/>
                <a:gd name="connsiteX1" fmla="*/ 7048 w 14096"/>
                <a:gd name="connsiteY1" fmla="*/ 14097 h 14096"/>
                <a:gd name="connsiteX2" fmla="*/ 0 w 14096"/>
                <a:gd name="connsiteY2" fmla="*/ 7048 h 14096"/>
                <a:gd name="connsiteX3" fmla="*/ 7048 w 14096"/>
                <a:gd name="connsiteY3" fmla="*/ 0 h 14096"/>
                <a:gd name="connsiteX4" fmla="*/ 14097 w 14096"/>
                <a:gd name="connsiteY4" fmla="*/ 7048 h 1409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14096" h="14096">
                  <a:moveTo>
                    <a:pt x="14097" y="7048"/>
                  </a:moveTo>
                  <a:cubicBezTo>
                    <a:pt x="14097" y="10954"/>
                    <a:pt x="10954" y="14097"/>
                    <a:pt x="7048" y="14097"/>
                  </a:cubicBezTo>
                  <a:cubicBezTo>
                    <a:pt x="3143" y="14097"/>
                    <a:pt x="0" y="10954"/>
                    <a:pt x="0" y="7048"/>
                  </a:cubicBezTo>
                  <a:cubicBezTo>
                    <a:pt x="0" y="3143"/>
                    <a:pt x="3143" y="0"/>
                    <a:pt x="7048" y="0"/>
                  </a:cubicBezTo>
                  <a:cubicBezTo>
                    <a:pt x="10954" y="0"/>
                    <a:pt x="14097" y="3143"/>
                    <a:pt x="14097" y="7048"/>
                  </a:cubicBezTo>
                  <a:close/>
                </a:path>
              </a:pathLst>
            </a:custGeom>
            <a:grpFill/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178" name="Freeform: Shape 177">
              <a:extLst>
                <a:ext uri="{FF2B5EF4-FFF2-40B4-BE49-F238E27FC236}">
                  <a16:creationId xmlns:a16="http://schemas.microsoft.com/office/drawing/2014/main" id="{4D8D4EF9-4EF7-4538-A4AE-439F9335EA9E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6148476" y="3718177"/>
              <a:ext cx="14097" cy="14096"/>
            </a:xfrm>
            <a:custGeom>
              <a:avLst/>
              <a:gdLst>
                <a:gd name="connsiteX0" fmla="*/ 14097 w 14097"/>
                <a:gd name="connsiteY0" fmla="*/ 7048 h 14096"/>
                <a:gd name="connsiteX1" fmla="*/ 7049 w 14097"/>
                <a:gd name="connsiteY1" fmla="*/ 14097 h 14096"/>
                <a:gd name="connsiteX2" fmla="*/ 0 w 14097"/>
                <a:gd name="connsiteY2" fmla="*/ 7048 h 14096"/>
                <a:gd name="connsiteX3" fmla="*/ 7049 w 14097"/>
                <a:gd name="connsiteY3" fmla="*/ 0 h 14096"/>
                <a:gd name="connsiteX4" fmla="*/ 14097 w 14097"/>
                <a:gd name="connsiteY4" fmla="*/ 7048 h 1409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14097" h="14096">
                  <a:moveTo>
                    <a:pt x="14097" y="7048"/>
                  </a:moveTo>
                  <a:cubicBezTo>
                    <a:pt x="14097" y="10954"/>
                    <a:pt x="10954" y="14097"/>
                    <a:pt x="7049" y="14097"/>
                  </a:cubicBezTo>
                  <a:cubicBezTo>
                    <a:pt x="3143" y="14097"/>
                    <a:pt x="0" y="10954"/>
                    <a:pt x="0" y="7048"/>
                  </a:cubicBezTo>
                  <a:cubicBezTo>
                    <a:pt x="0" y="3143"/>
                    <a:pt x="3143" y="0"/>
                    <a:pt x="7049" y="0"/>
                  </a:cubicBezTo>
                  <a:cubicBezTo>
                    <a:pt x="10954" y="0"/>
                    <a:pt x="14097" y="3143"/>
                    <a:pt x="14097" y="7048"/>
                  </a:cubicBezTo>
                  <a:close/>
                </a:path>
              </a:pathLst>
            </a:custGeom>
            <a:grpFill/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179" name="Freeform: Shape 178">
              <a:extLst>
                <a:ext uri="{FF2B5EF4-FFF2-40B4-BE49-F238E27FC236}">
                  <a16:creationId xmlns:a16="http://schemas.microsoft.com/office/drawing/2014/main" id="{7E0500AB-5662-43B9-95C2-2EC80CC54FF9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6207627" y="3718177"/>
              <a:ext cx="14096" cy="14096"/>
            </a:xfrm>
            <a:custGeom>
              <a:avLst/>
              <a:gdLst>
                <a:gd name="connsiteX0" fmla="*/ 14097 w 14096"/>
                <a:gd name="connsiteY0" fmla="*/ 7048 h 14096"/>
                <a:gd name="connsiteX1" fmla="*/ 7048 w 14096"/>
                <a:gd name="connsiteY1" fmla="*/ 14097 h 14096"/>
                <a:gd name="connsiteX2" fmla="*/ 0 w 14096"/>
                <a:gd name="connsiteY2" fmla="*/ 7048 h 14096"/>
                <a:gd name="connsiteX3" fmla="*/ 7048 w 14096"/>
                <a:gd name="connsiteY3" fmla="*/ 0 h 14096"/>
                <a:gd name="connsiteX4" fmla="*/ 14097 w 14096"/>
                <a:gd name="connsiteY4" fmla="*/ 7048 h 1409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14096" h="14096">
                  <a:moveTo>
                    <a:pt x="14097" y="7048"/>
                  </a:moveTo>
                  <a:cubicBezTo>
                    <a:pt x="14097" y="10954"/>
                    <a:pt x="10954" y="14097"/>
                    <a:pt x="7048" y="14097"/>
                  </a:cubicBezTo>
                  <a:cubicBezTo>
                    <a:pt x="3143" y="14097"/>
                    <a:pt x="0" y="10954"/>
                    <a:pt x="0" y="7048"/>
                  </a:cubicBezTo>
                  <a:cubicBezTo>
                    <a:pt x="0" y="3143"/>
                    <a:pt x="3143" y="0"/>
                    <a:pt x="7048" y="0"/>
                  </a:cubicBezTo>
                  <a:cubicBezTo>
                    <a:pt x="10954" y="0"/>
                    <a:pt x="14097" y="3143"/>
                    <a:pt x="14097" y="7048"/>
                  </a:cubicBezTo>
                  <a:close/>
                </a:path>
              </a:pathLst>
            </a:custGeom>
            <a:grpFill/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180" name="Freeform: Shape 179">
              <a:extLst>
                <a:ext uri="{FF2B5EF4-FFF2-40B4-BE49-F238E27FC236}">
                  <a16:creationId xmlns:a16="http://schemas.microsoft.com/office/drawing/2014/main" id="{984021AD-A6A2-4CDA-A953-72FBA7598B98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6266872" y="3718177"/>
              <a:ext cx="14096" cy="14096"/>
            </a:xfrm>
            <a:custGeom>
              <a:avLst/>
              <a:gdLst>
                <a:gd name="connsiteX0" fmla="*/ 14097 w 14096"/>
                <a:gd name="connsiteY0" fmla="*/ 7048 h 14096"/>
                <a:gd name="connsiteX1" fmla="*/ 7049 w 14096"/>
                <a:gd name="connsiteY1" fmla="*/ 14097 h 14096"/>
                <a:gd name="connsiteX2" fmla="*/ 0 w 14096"/>
                <a:gd name="connsiteY2" fmla="*/ 7048 h 14096"/>
                <a:gd name="connsiteX3" fmla="*/ 7049 w 14096"/>
                <a:gd name="connsiteY3" fmla="*/ 0 h 14096"/>
                <a:gd name="connsiteX4" fmla="*/ 14097 w 14096"/>
                <a:gd name="connsiteY4" fmla="*/ 7048 h 1409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14096" h="14096">
                  <a:moveTo>
                    <a:pt x="14097" y="7048"/>
                  </a:moveTo>
                  <a:cubicBezTo>
                    <a:pt x="14097" y="10954"/>
                    <a:pt x="10954" y="14097"/>
                    <a:pt x="7049" y="14097"/>
                  </a:cubicBezTo>
                  <a:cubicBezTo>
                    <a:pt x="3143" y="14097"/>
                    <a:pt x="0" y="10954"/>
                    <a:pt x="0" y="7048"/>
                  </a:cubicBezTo>
                  <a:cubicBezTo>
                    <a:pt x="0" y="3143"/>
                    <a:pt x="3143" y="0"/>
                    <a:pt x="7049" y="0"/>
                  </a:cubicBezTo>
                  <a:cubicBezTo>
                    <a:pt x="10859" y="0"/>
                    <a:pt x="14097" y="3143"/>
                    <a:pt x="14097" y="7048"/>
                  </a:cubicBezTo>
                  <a:close/>
                </a:path>
              </a:pathLst>
            </a:custGeom>
            <a:grpFill/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181" name="Freeform: Shape 180">
              <a:extLst>
                <a:ext uri="{FF2B5EF4-FFF2-40B4-BE49-F238E27FC236}">
                  <a16:creationId xmlns:a16="http://schemas.microsoft.com/office/drawing/2014/main" id="{FD1FBF47-CAC8-4385-9DC7-C9BB6167EA63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6326022" y="3718177"/>
              <a:ext cx="14096" cy="14096"/>
            </a:xfrm>
            <a:custGeom>
              <a:avLst/>
              <a:gdLst>
                <a:gd name="connsiteX0" fmla="*/ 14097 w 14096"/>
                <a:gd name="connsiteY0" fmla="*/ 7048 h 14096"/>
                <a:gd name="connsiteX1" fmla="*/ 7048 w 14096"/>
                <a:gd name="connsiteY1" fmla="*/ 14097 h 14096"/>
                <a:gd name="connsiteX2" fmla="*/ 0 w 14096"/>
                <a:gd name="connsiteY2" fmla="*/ 7048 h 14096"/>
                <a:gd name="connsiteX3" fmla="*/ 7048 w 14096"/>
                <a:gd name="connsiteY3" fmla="*/ 0 h 14096"/>
                <a:gd name="connsiteX4" fmla="*/ 14097 w 14096"/>
                <a:gd name="connsiteY4" fmla="*/ 7048 h 1409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14096" h="14096">
                  <a:moveTo>
                    <a:pt x="14097" y="7048"/>
                  </a:moveTo>
                  <a:cubicBezTo>
                    <a:pt x="14097" y="10954"/>
                    <a:pt x="10954" y="14097"/>
                    <a:pt x="7048" y="14097"/>
                  </a:cubicBezTo>
                  <a:cubicBezTo>
                    <a:pt x="3143" y="14097"/>
                    <a:pt x="0" y="10954"/>
                    <a:pt x="0" y="7048"/>
                  </a:cubicBezTo>
                  <a:cubicBezTo>
                    <a:pt x="0" y="3143"/>
                    <a:pt x="3143" y="0"/>
                    <a:pt x="7048" y="0"/>
                  </a:cubicBezTo>
                  <a:cubicBezTo>
                    <a:pt x="10954" y="0"/>
                    <a:pt x="14097" y="3143"/>
                    <a:pt x="14097" y="7048"/>
                  </a:cubicBezTo>
                  <a:close/>
                </a:path>
              </a:pathLst>
            </a:custGeom>
            <a:grpFill/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182" name="Freeform: Shape 181">
              <a:extLst>
                <a:ext uri="{FF2B5EF4-FFF2-40B4-BE49-F238E27FC236}">
                  <a16:creationId xmlns:a16="http://schemas.microsoft.com/office/drawing/2014/main" id="{FBAEE482-005F-4288-8D66-09EA246C45ED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6385268" y="3718172"/>
              <a:ext cx="14096" cy="14096"/>
            </a:xfrm>
            <a:custGeom>
              <a:avLst/>
              <a:gdLst>
                <a:gd name="connsiteX0" fmla="*/ 14097 w 14096"/>
                <a:gd name="connsiteY0" fmla="*/ 7048 h 14096"/>
                <a:gd name="connsiteX1" fmla="*/ 7048 w 14096"/>
                <a:gd name="connsiteY1" fmla="*/ 14097 h 14096"/>
                <a:gd name="connsiteX2" fmla="*/ 0 w 14096"/>
                <a:gd name="connsiteY2" fmla="*/ 7048 h 14096"/>
                <a:gd name="connsiteX3" fmla="*/ 7048 w 14096"/>
                <a:gd name="connsiteY3" fmla="*/ 0 h 14096"/>
                <a:gd name="connsiteX4" fmla="*/ 14097 w 14096"/>
                <a:gd name="connsiteY4" fmla="*/ 7048 h 1409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14096" h="14096">
                  <a:moveTo>
                    <a:pt x="14097" y="7048"/>
                  </a:moveTo>
                  <a:cubicBezTo>
                    <a:pt x="14097" y="10954"/>
                    <a:pt x="10954" y="14097"/>
                    <a:pt x="7048" y="14097"/>
                  </a:cubicBezTo>
                  <a:cubicBezTo>
                    <a:pt x="3143" y="14097"/>
                    <a:pt x="0" y="10954"/>
                    <a:pt x="0" y="7048"/>
                  </a:cubicBezTo>
                  <a:cubicBezTo>
                    <a:pt x="0" y="3143"/>
                    <a:pt x="3143" y="0"/>
                    <a:pt x="7048" y="0"/>
                  </a:cubicBezTo>
                  <a:cubicBezTo>
                    <a:pt x="10858" y="0"/>
                    <a:pt x="14097" y="3143"/>
                    <a:pt x="14097" y="7048"/>
                  </a:cubicBezTo>
                  <a:close/>
                </a:path>
              </a:pathLst>
            </a:custGeom>
            <a:grpFill/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183" name="Freeform: Shape 182">
              <a:extLst>
                <a:ext uri="{FF2B5EF4-FFF2-40B4-BE49-F238E27FC236}">
                  <a16:creationId xmlns:a16="http://schemas.microsoft.com/office/drawing/2014/main" id="{2C5DCF49-33DE-4AFF-818E-42F59F280402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6444417" y="3718176"/>
              <a:ext cx="14096" cy="14096"/>
            </a:xfrm>
            <a:custGeom>
              <a:avLst/>
              <a:gdLst>
                <a:gd name="connsiteX0" fmla="*/ 14097 w 14096"/>
                <a:gd name="connsiteY0" fmla="*/ 7048 h 14096"/>
                <a:gd name="connsiteX1" fmla="*/ 7048 w 14096"/>
                <a:gd name="connsiteY1" fmla="*/ 14097 h 14096"/>
                <a:gd name="connsiteX2" fmla="*/ 0 w 14096"/>
                <a:gd name="connsiteY2" fmla="*/ 7048 h 14096"/>
                <a:gd name="connsiteX3" fmla="*/ 7048 w 14096"/>
                <a:gd name="connsiteY3" fmla="*/ 0 h 14096"/>
                <a:gd name="connsiteX4" fmla="*/ 14097 w 14096"/>
                <a:gd name="connsiteY4" fmla="*/ 7048 h 1409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14096" h="14096">
                  <a:moveTo>
                    <a:pt x="14097" y="7048"/>
                  </a:moveTo>
                  <a:cubicBezTo>
                    <a:pt x="14097" y="10954"/>
                    <a:pt x="10954" y="14097"/>
                    <a:pt x="7048" y="14097"/>
                  </a:cubicBezTo>
                  <a:cubicBezTo>
                    <a:pt x="3143" y="14097"/>
                    <a:pt x="0" y="10954"/>
                    <a:pt x="0" y="7048"/>
                  </a:cubicBezTo>
                  <a:cubicBezTo>
                    <a:pt x="0" y="3143"/>
                    <a:pt x="3143" y="0"/>
                    <a:pt x="7048" y="0"/>
                  </a:cubicBezTo>
                  <a:cubicBezTo>
                    <a:pt x="10954" y="0"/>
                    <a:pt x="14097" y="3143"/>
                    <a:pt x="14097" y="7048"/>
                  </a:cubicBezTo>
                  <a:close/>
                </a:path>
              </a:pathLst>
            </a:custGeom>
            <a:grpFill/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184" name="Freeform: Shape 183">
              <a:extLst>
                <a:ext uri="{FF2B5EF4-FFF2-40B4-BE49-F238E27FC236}">
                  <a16:creationId xmlns:a16="http://schemas.microsoft.com/office/drawing/2014/main" id="{866903F3-208B-46D5-925B-254DC742914D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6148472" y="3777419"/>
              <a:ext cx="14097" cy="14099"/>
            </a:xfrm>
            <a:custGeom>
              <a:avLst/>
              <a:gdLst>
                <a:gd name="connsiteX0" fmla="*/ 14097 w 14097"/>
                <a:gd name="connsiteY0" fmla="*/ 7051 h 14099"/>
                <a:gd name="connsiteX1" fmla="*/ 7049 w 14097"/>
                <a:gd name="connsiteY1" fmla="*/ 14099 h 14099"/>
                <a:gd name="connsiteX2" fmla="*/ 0 w 14097"/>
                <a:gd name="connsiteY2" fmla="*/ 7051 h 14099"/>
                <a:gd name="connsiteX3" fmla="*/ 7049 w 14097"/>
                <a:gd name="connsiteY3" fmla="*/ 2 h 14099"/>
                <a:gd name="connsiteX4" fmla="*/ 14097 w 14097"/>
                <a:gd name="connsiteY4" fmla="*/ 7051 h 14099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14097" h="14099">
                  <a:moveTo>
                    <a:pt x="14097" y="7051"/>
                  </a:moveTo>
                  <a:cubicBezTo>
                    <a:pt x="14097" y="10956"/>
                    <a:pt x="10954" y="14099"/>
                    <a:pt x="7049" y="14099"/>
                  </a:cubicBezTo>
                  <a:cubicBezTo>
                    <a:pt x="3143" y="14099"/>
                    <a:pt x="0" y="10956"/>
                    <a:pt x="0" y="7051"/>
                  </a:cubicBezTo>
                  <a:cubicBezTo>
                    <a:pt x="0" y="3145"/>
                    <a:pt x="3143" y="2"/>
                    <a:pt x="7049" y="2"/>
                  </a:cubicBezTo>
                  <a:cubicBezTo>
                    <a:pt x="10954" y="-93"/>
                    <a:pt x="14097" y="3145"/>
                    <a:pt x="14097" y="7051"/>
                  </a:cubicBezTo>
                  <a:close/>
                </a:path>
              </a:pathLst>
            </a:custGeom>
            <a:grpFill/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185" name="Freeform: Shape 184">
              <a:extLst>
                <a:ext uri="{FF2B5EF4-FFF2-40B4-BE49-F238E27FC236}">
                  <a16:creationId xmlns:a16="http://schemas.microsoft.com/office/drawing/2014/main" id="{2550D219-E342-4A38-BB89-575C1EE7AAC7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6207622" y="3777419"/>
              <a:ext cx="14096" cy="14099"/>
            </a:xfrm>
            <a:custGeom>
              <a:avLst/>
              <a:gdLst>
                <a:gd name="connsiteX0" fmla="*/ 14097 w 14096"/>
                <a:gd name="connsiteY0" fmla="*/ 7051 h 14099"/>
                <a:gd name="connsiteX1" fmla="*/ 7048 w 14096"/>
                <a:gd name="connsiteY1" fmla="*/ 14099 h 14099"/>
                <a:gd name="connsiteX2" fmla="*/ 0 w 14096"/>
                <a:gd name="connsiteY2" fmla="*/ 7051 h 14099"/>
                <a:gd name="connsiteX3" fmla="*/ 7048 w 14096"/>
                <a:gd name="connsiteY3" fmla="*/ 2 h 14099"/>
                <a:gd name="connsiteX4" fmla="*/ 14097 w 14096"/>
                <a:gd name="connsiteY4" fmla="*/ 7051 h 14099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14096" h="14099">
                  <a:moveTo>
                    <a:pt x="14097" y="7051"/>
                  </a:moveTo>
                  <a:cubicBezTo>
                    <a:pt x="14097" y="10956"/>
                    <a:pt x="10954" y="14099"/>
                    <a:pt x="7048" y="14099"/>
                  </a:cubicBezTo>
                  <a:cubicBezTo>
                    <a:pt x="3143" y="14099"/>
                    <a:pt x="0" y="10956"/>
                    <a:pt x="0" y="7051"/>
                  </a:cubicBezTo>
                  <a:cubicBezTo>
                    <a:pt x="0" y="3145"/>
                    <a:pt x="3143" y="2"/>
                    <a:pt x="7048" y="2"/>
                  </a:cubicBezTo>
                  <a:cubicBezTo>
                    <a:pt x="10954" y="-93"/>
                    <a:pt x="14097" y="3145"/>
                    <a:pt x="14097" y="7051"/>
                  </a:cubicBezTo>
                  <a:close/>
                </a:path>
              </a:pathLst>
            </a:custGeom>
            <a:grpFill/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186" name="Freeform: Shape 185">
              <a:extLst>
                <a:ext uri="{FF2B5EF4-FFF2-40B4-BE49-F238E27FC236}">
                  <a16:creationId xmlns:a16="http://schemas.microsoft.com/office/drawing/2014/main" id="{5B5485FC-95D0-4660-9594-2C9BD3B776F2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6266868" y="3777419"/>
              <a:ext cx="14096" cy="14099"/>
            </a:xfrm>
            <a:custGeom>
              <a:avLst/>
              <a:gdLst>
                <a:gd name="connsiteX0" fmla="*/ 14097 w 14096"/>
                <a:gd name="connsiteY0" fmla="*/ 7051 h 14099"/>
                <a:gd name="connsiteX1" fmla="*/ 7049 w 14096"/>
                <a:gd name="connsiteY1" fmla="*/ 14099 h 14099"/>
                <a:gd name="connsiteX2" fmla="*/ 0 w 14096"/>
                <a:gd name="connsiteY2" fmla="*/ 7051 h 14099"/>
                <a:gd name="connsiteX3" fmla="*/ 7049 w 14096"/>
                <a:gd name="connsiteY3" fmla="*/ 2 h 14099"/>
                <a:gd name="connsiteX4" fmla="*/ 14097 w 14096"/>
                <a:gd name="connsiteY4" fmla="*/ 7051 h 14099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14096" h="14099">
                  <a:moveTo>
                    <a:pt x="14097" y="7051"/>
                  </a:moveTo>
                  <a:cubicBezTo>
                    <a:pt x="14097" y="10956"/>
                    <a:pt x="10954" y="14099"/>
                    <a:pt x="7049" y="14099"/>
                  </a:cubicBezTo>
                  <a:cubicBezTo>
                    <a:pt x="3143" y="14099"/>
                    <a:pt x="0" y="10956"/>
                    <a:pt x="0" y="7051"/>
                  </a:cubicBezTo>
                  <a:cubicBezTo>
                    <a:pt x="0" y="3145"/>
                    <a:pt x="3143" y="2"/>
                    <a:pt x="7049" y="2"/>
                  </a:cubicBezTo>
                  <a:cubicBezTo>
                    <a:pt x="10859" y="-93"/>
                    <a:pt x="14097" y="3145"/>
                    <a:pt x="14097" y="7051"/>
                  </a:cubicBezTo>
                  <a:close/>
                </a:path>
              </a:pathLst>
            </a:custGeom>
            <a:grpFill/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187" name="Freeform: Shape 186">
              <a:extLst>
                <a:ext uri="{FF2B5EF4-FFF2-40B4-BE49-F238E27FC236}">
                  <a16:creationId xmlns:a16="http://schemas.microsoft.com/office/drawing/2014/main" id="{2EA358DA-C7E8-4DF8-B7D6-CC5829565548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6326024" y="3777383"/>
              <a:ext cx="14096" cy="14099"/>
            </a:xfrm>
            <a:custGeom>
              <a:avLst/>
              <a:gdLst>
                <a:gd name="connsiteX0" fmla="*/ 14097 w 14096"/>
                <a:gd name="connsiteY0" fmla="*/ 7051 h 14099"/>
                <a:gd name="connsiteX1" fmla="*/ 7048 w 14096"/>
                <a:gd name="connsiteY1" fmla="*/ 14099 h 14099"/>
                <a:gd name="connsiteX2" fmla="*/ 0 w 14096"/>
                <a:gd name="connsiteY2" fmla="*/ 7051 h 14099"/>
                <a:gd name="connsiteX3" fmla="*/ 7048 w 14096"/>
                <a:gd name="connsiteY3" fmla="*/ 2 h 14099"/>
                <a:gd name="connsiteX4" fmla="*/ 14097 w 14096"/>
                <a:gd name="connsiteY4" fmla="*/ 7051 h 14099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14096" h="14099">
                  <a:moveTo>
                    <a:pt x="14097" y="7051"/>
                  </a:moveTo>
                  <a:cubicBezTo>
                    <a:pt x="14097" y="10956"/>
                    <a:pt x="10954" y="14099"/>
                    <a:pt x="7048" y="14099"/>
                  </a:cubicBezTo>
                  <a:cubicBezTo>
                    <a:pt x="3143" y="14099"/>
                    <a:pt x="0" y="10956"/>
                    <a:pt x="0" y="7051"/>
                  </a:cubicBezTo>
                  <a:cubicBezTo>
                    <a:pt x="0" y="3145"/>
                    <a:pt x="3143" y="2"/>
                    <a:pt x="7048" y="2"/>
                  </a:cubicBezTo>
                  <a:cubicBezTo>
                    <a:pt x="10954" y="-93"/>
                    <a:pt x="14097" y="3145"/>
                    <a:pt x="14097" y="7051"/>
                  </a:cubicBezTo>
                  <a:close/>
                </a:path>
              </a:pathLst>
            </a:custGeom>
            <a:grpFill/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188" name="Freeform: Shape 187">
              <a:extLst>
                <a:ext uri="{FF2B5EF4-FFF2-40B4-BE49-F238E27FC236}">
                  <a16:creationId xmlns:a16="http://schemas.microsoft.com/office/drawing/2014/main" id="{7990E8BB-4369-4845-8436-A6F3FE1D11A8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6385287" y="3777429"/>
              <a:ext cx="14096" cy="14099"/>
            </a:xfrm>
            <a:custGeom>
              <a:avLst/>
              <a:gdLst>
                <a:gd name="connsiteX0" fmla="*/ 14097 w 14096"/>
                <a:gd name="connsiteY0" fmla="*/ 7051 h 14099"/>
                <a:gd name="connsiteX1" fmla="*/ 7048 w 14096"/>
                <a:gd name="connsiteY1" fmla="*/ 14099 h 14099"/>
                <a:gd name="connsiteX2" fmla="*/ 0 w 14096"/>
                <a:gd name="connsiteY2" fmla="*/ 7051 h 14099"/>
                <a:gd name="connsiteX3" fmla="*/ 7048 w 14096"/>
                <a:gd name="connsiteY3" fmla="*/ 2 h 14099"/>
                <a:gd name="connsiteX4" fmla="*/ 14097 w 14096"/>
                <a:gd name="connsiteY4" fmla="*/ 7051 h 14099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14096" h="14099">
                  <a:moveTo>
                    <a:pt x="14097" y="7051"/>
                  </a:moveTo>
                  <a:cubicBezTo>
                    <a:pt x="14097" y="10956"/>
                    <a:pt x="10954" y="14099"/>
                    <a:pt x="7048" y="14099"/>
                  </a:cubicBezTo>
                  <a:cubicBezTo>
                    <a:pt x="3143" y="14099"/>
                    <a:pt x="0" y="10956"/>
                    <a:pt x="0" y="7051"/>
                  </a:cubicBezTo>
                  <a:cubicBezTo>
                    <a:pt x="0" y="3145"/>
                    <a:pt x="3143" y="2"/>
                    <a:pt x="7048" y="2"/>
                  </a:cubicBezTo>
                  <a:cubicBezTo>
                    <a:pt x="10858" y="-93"/>
                    <a:pt x="14097" y="3145"/>
                    <a:pt x="14097" y="7051"/>
                  </a:cubicBezTo>
                  <a:close/>
                </a:path>
              </a:pathLst>
            </a:custGeom>
            <a:grpFill/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189" name="Freeform: Shape 188">
              <a:extLst>
                <a:ext uri="{FF2B5EF4-FFF2-40B4-BE49-F238E27FC236}">
                  <a16:creationId xmlns:a16="http://schemas.microsoft.com/office/drawing/2014/main" id="{D6C050C5-1951-434B-A7FE-D271E73F82A8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6444424" y="3777424"/>
              <a:ext cx="14096" cy="14096"/>
            </a:xfrm>
            <a:custGeom>
              <a:avLst/>
              <a:gdLst>
                <a:gd name="connsiteX0" fmla="*/ 14097 w 14096"/>
                <a:gd name="connsiteY0" fmla="*/ 7048 h 14096"/>
                <a:gd name="connsiteX1" fmla="*/ 7048 w 14096"/>
                <a:gd name="connsiteY1" fmla="*/ 14097 h 14096"/>
                <a:gd name="connsiteX2" fmla="*/ 0 w 14096"/>
                <a:gd name="connsiteY2" fmla="*/ 7048 h 14096"/>
                <a:gd name="connsiteX3" fmla="*/ 7048 w 14096"/>
                <a:gd name="connsiteY3" fmla="*/ 0 h 14096"/>
                <a:gd name="connsiteX4" fmla="*/ 14097 w 14096"/>
                <a:gd name="connsiteY4" fmla="*/ 7048 h 1409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14096" h="14096">
                  <a:moveTo>
                    <a:pt x="14097" y="7048"/>
                  </a:moveTo>
                  <a:cubicBezTo>
                    <a:pt x="14097" y="10941"/>
                    <a:pt x="10941" y="14097"/>
                    <a:pt x="7048" y="14097"/>
                  </a:cubicBezTo>
                  <a:cubicBezTo>
                    <a:pt x="3156" y="14097"/>
                    <a:pt x="0" y="10941"/>
                    <a:pt x="0" y="7048"/>
                  </a:cubicBezTo>
                  <a:cubicBezTo>
                    <a:pt x="0" y="3156"/>
                    <a:pt x="3156" y="0"/>
                    <a:pt x="7048" y="0"/>
                  </a:cubicBezTo>
                  <a:cubicBezTo>
                    <a:pt x="10941" y="0"/>
                    <a:pt x="14097" y="3156"/>
                    <a:pt x="14097" y="7048"/>
                  </a:cubicBezTo>
                  <a:close/>
                </a:path>
              </a:pathLst>
            </a:custGeom>
            <a:grpFill/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</p:grpSp>
      <p:grpSp>
        <p:nvGrpSpPr>
          <p:cNvPr id="191" name="Graphic 4">
            <a:extLst>
              <a:ext uri="{FF2B5EF4-FFF2-40B4-BE49-F238E27FC236}">
                <a16:creationId xmlns:a16="http://schemas.microsoft.com/office/drawing/2014/main" id="{773717CC-ECEE-4ABF-BA61-C59F46801775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GrpSpPr>
            <a:grpSpLocks noGrp="1" noUngrp="1" noRot="1" noChangeAspect="1" noMove="1" noResize="1"/>
          </p:cNvGrp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GrpSpPr>
        <p:grpSpPr>
          <a:xfrm>
            <a:off x="4680915" y="4748271"/>
            <a:ext cx="1330536" cy="1330521"/>
            <a:chOff x="5734037" y="3067039"/>
            <a:chExt cx="724483" cy="724489"/>
          </a:xfrm>
          <a:solidFill>
            <a:schemeClr val="bg1">
              <a:alpha val="60000"/>
            </a:schemeClr>
          </a:solidFill>
        </p:grpSpPr>
        <p:sp>
          <p:nvSpPr>
            <p:cNvPr id="192" name="Freeform: Shape 191">
              <a:extLst>
                <a:ext uri="{FF2B5EF4-FFF2-40B4-BE49-F238E27FC236}">
                  <a16:creationId xmlns:a16="http://schemas.microsoft.com/office/drawing/2014/main" id="{9A4FAE41-62DF-4B8E-BD66-8EC206E0E341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5734038" y="3067039"/>
              <a:ext cx="14192" cy="14097"/>
            </a:xfrm>
            <a:custGeom>
              <a:avLst/>
              <a:gdLst>
                <a:gd name="connsiteX0" fmla="*/ 14192 w 14192"/>
                <a:gd name="connsiteY0" fmla="*/ 7049 h 14097"/>
                <a:gd name="connsiteX1" fmla="*/ 7144 w 14192"/>
                <a:gd name="connsiteY1" fmla="*/ 14097 h 14097"/>
                <a:gd name="connsiteX2" fmla="*/ 0 w 14192"/>
                <a:gd name="connsiteY2" fmla="*/ 7049 h 14097"/>
                <a:gd name="connsiteX3" fmla="*/ 7049 w 14192"/>
                <a:gd name="connsiteY3" fmla="*/ 0 h 14097"/>
                <a:gd name="connsiteX4" fmla="*/ 14192 w 14192"/>
                <a:gd name="connsiteY4" fmla="*/ 7049 h 14097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14192" h="14097">
                  <a:moveTo>
                    <a:pt x="14192" y="7049"/>
                  </a:moveTo>
                  <a:cubicBezTo>
                    <a:pt x="14192" y="10954"/>
                    <a:pt x="11049" y="14097"/>
                    <a:pt x="7144" y="14097"/>
                  </a:cubicBezTo>
                  <a:cubicBezTo>
                    <a:pt x="3239" y="14097"/>
                    <a:pt x="0" y="10954"/>
                    <a:pt x="0" y="7049"/>
                  </a:cubicBezTo>
                  <a:cubicBezTo>
                    <a:pt x="0" y="3143"/>
                    <a:pt x="3143" y="0"/>
                    <a:pt x="7049" y="0"/>
                  </a:cubicBezTo>
                  <a:cubicBezTo>
                    <a:pt x="10954" y="0"/>
                    <a:pt x="14192" y="3143"/>
                    <a:pt x="14192" y="7049"/>
                  </a:cubicBezTo>
                  <a:close/>
                </a:path>
              </a:pathLst>
            </a:custGeom>
            <a:grpFill/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193" name="Freeform: Shape 192">
              <a:extLst>
                <a:ext uri="{FF2B5EF4-FFF2-40B4-BE49-F238E27FC236}">
                  <a16:creationId xmlns:a16="http://schemas.microsoft.com/office/drawing/2014/main" id="{564C7F1F-5546-40DC-A16B-C9A3E4577710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5793283" y="3067039"/>
              <a:ext cx="14097" cy="14097"/>
            </a:xfrm>
            <a:custGeom>
              <a:avLst/>
              <a:gdLst>
                <a:gd name="connsiteX0" fmla="*/ 14097 w 14097"/>
                <a:gd name="connsiteY0" fmla="*/ 7049 h 14097"/>
                <a:gd name="connsiteX1" fmla="*/ 7049 w 14097"/>
                <a:gd name="connsiteY1" fmla="*/ 14097 h 14097"/>
                <a:gd name="connsiteX2" fmla="*/ 0 w 14097"/>
                <a:gd name="connsiteY2" fmla="*/ 7049 h 14097"/>
                <a:gd name="connsiteX3" fmla="*/ 7049 w 14097"/>
                <a:gd name="connsiteY3" fmla="*/ 0 h 14097"/>
                <a:gd name="connsiteX4" fmla="*/ 14097 w 14097"/>
                <a:gd name="connsiteY4" fmla="*/ 7049 h 14097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14097" h="14097">
                  <a:moveTo>
                    <a:pt x="14097" y="7049"/>
                  </a:moveTo>
                  <a:cubicBezTo>
                    <a:pt x="14097" y="10941"/>
                    <a:pt x="10941" y="14097"/>
                    <a:pt x="7049" y="14097"/>
                  </a:cubicBezTo>
                  <a:cubicBezTo>
                    <a:pt x="3156" y="14097"/>
                    <a:pt x="0" y="10941"/>
                    <a:pt x="0" y="7049"/>
                  </a:cubicBezTo>
                  <a:cubicBezTo>
                    <a:pt x="0" y="3156"/>
                    <a:pt x="3156" y="0"/>
                    <a:pt x="7049" y="0"/>
                  </a:cubicBezTo>
                  <a:cubicBezTo>
                    <a:pt x="10941" y="0"/>
                    <a:pt x="14097" y="3156"/>
                    <a:pt x="14097" y="7049"/>
                  </a:cubicBezTo>
                  <a:close/>
                </a:path>
              </a:pathLst>
            </a:custGeom>
            <a:grpFill/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194" name="Freeform: Shape 193">
              <a:extLst>
                <a:ext uri="{FF2B5EF4-FFF2-40B4-BE49-F238E27FC236}">
                  <a16:creationId xmlns:a16="http://schemas.microsoft.com/office/drawing/2014/main" id="{45583216-FC24-4B75-9703-DBEC401FF893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5852433" y="3067039"/>
              <a:ext cx="14096" cy="14097"/>
            </a:xfrm>
            <a:custGeom>
              <a:avLst/>
              <a:gdLst>
                <a:gd name="connsiteX0" fmla="*/ 14097 w 14096"/>
                <a:gd name="connsiteY0" fmla="*/ 7049 h 14097"/>
                <a:gd name="connsiteX1" fmla="*/ 7048 w 14096"/>
                <a:gd name="connsiteY1" fmla="*/ 14097 h 14097"/>
                <a:gd name="connsiteX2" fmla="*/ 0 w 14096"/>
                <a:gd name="connsiteY2" fmla="*/ 7049 h 14097"/>
                <a:gd name="connsiteX3" fmla="*/ 7048 w 14096"/>
                <a:gd name="connsiteY3" fmla="*/ 0 h 14097"/>
                <a:gd name="connsiteX4" fmla="*/ 14097 w 14096"/>
                <a:gd name="connsiteY4" fmla="*/ 7049 h 14097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14096" h="14097">
                  <a:moveTo>
                    <a:pt x="14097" y="7049"/>
                  </a:moveTo>
                  <a:cubicBezTo>
                    <a:pt x="14097" y="10954"/>
                    <a:pt x="10954" y="14097"/>
                    <a:pt x="7048" y="14097"/>
                  </a:cubicBezTo>
                  <a:cubicBezTo>
                    <a:pt x="3143" y="14097"/>
                    <a:pt x="0" y="10954"/>
                    <a:pt x="0" y="7049"/>
                  </a:cubicBezTo>
                  <a:cubicBezTo>
                    <a:pt x="0" y="3143"/>
                    <a:pt x="3143" y="0"/>
                    <a:pt x="7048" y="0"/>
                  </a:cubicBezTo>
                  <a:cubicBezTo>
                    <a:pt x="10954" y="0"/>
                    <a:pt x="14097" y="3143"/>
                    <a:pt x="14097" y="7049"/>
                  </a:cubicBezTo>
                  <a:close/>
                </a:path>
              </a:pathLst>
            </a:custGeom>
            <a:grpFill/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195" name="Freeform: Shape 194">
              <a:extLst>
                <a:ext uri="{FF2B5EF4-FFF2-40B4-BE49-F238E27FC236}">
                  <a16:creationId xmlns:a16="http://schemas.microsoft.com/office/drawing/2014/main" id="{2FD0A70D-2E7E-4048-8145-0F45EDBBCE01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5911678" y="3067039"/>
              <a:ext cx="14096" cy="14097"/>
            </a:xfrm>
            <a:custGeom>
              <a:avLst/>
              <a:gdLst>
                <a:gd name="connsiteX0" fmla="*/ 14097 w 14096"/>
                <a:gd name="connsiteY0" fmla="*/ 7049 h 14097"/>
                <a:gd name="connsiteX1" fmla="*/ 7048 w 14096"/>
                <a:gd name="connsiteY1" fmla="*/ 14097 h 14097"/>
                <a:gd name="connsiteX2" fmla="*/ 0 w 14096"/>
                <a:gd name="connsiteY2" fmla="*/ 7049 h 14097"/>
                <a:gd name="connsiteX3" fmla="*/ 7048 w 14096"/>
                <a:gd name="connsiteY3" fmla="*/ 0 h 14097"/>
                <a:gd name="connsiteX4" fmla="*/ 14097 w 14096"/>
                <a:gd name="connsiteY4" fmla="*/ 7049 h 14097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14096" h="14097">
                  <a:moveTo>
                    <a:pt x="14097" y="7049"/>
                  </a:moveTo>
                  <a:cubicBezTo>
                    <a:pt x="14097" y="10954"/>
                    <a:pt x="10954" y="14097"/>
                    <a:pt x="7048" y="14097"/>
                  </a:cubicBezTo>
                  <a:cubicBezTo>
                    <a:pt x="3143" y="14097"/>
                    <a:pt x="0" y="10954"/>
                    <a:pt x="0" y="7049"/>
                  </a:cubicBezTo>
                  <a:cubicBezTo>
                    <a:pt x="0" y="3143"/>
                    <a:pt x="3143" y="0"/>
                    <a:pt x="7048" y="0"/>
                  </a:cubicBezTo>
                  <a:cubicBezTo>
                    <a:pt x="10954" y="0"/>
                    <a:pt x="14097" y="3143"/>
                    <a:pt x="14097" y="7049"/>
                  </a:cubicBezTo>
                  <a:close/>
                </a:path>
              </a:pathLst>
            </a:custGeom>
            <a:grpFill/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196" name="Freeform: Shape 195">
              <a:extLst>
                <a:ext uri="{FF2B5EF4-FFF2-40B4-BE49-F238E27FC236}">
                  <a16:creationId xmlns:a16="http://schemas.microsoft.com/office/drawing/2014/main" id="{B703C78E-D176-4455-B7B5-2DB4F418DB92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5970828" y="3067039"/>
              <a:ext cx="14096" cy="14097"/>
            </a:xfrm>
            <a:custGeom>
              <a:avLst/>
              <a:gdLst>
                <a:gd name="connsiteX0" fmla="*/ 14097 w 14096"/>
                <a:gd name="connsiteY0" fmla="*/ 7049 h 14097"/>
                <a:gd name="connsiteX1" fmla="*/ 7048 w 14096"/>
                <a:gd name="connsiteY1" fmla="*/ 14097 h 14097"/>
                <a:gd name="connsiteX2" fmla="*/ 0 w 14096"/>
                <a:gd name="connsiteY2" fmla="*/ 7049 h 14097"/>
                <a:gd name="connsiteX3" fmla="*/ 7048 w 14096"/>
                <a:gd name="connsiteY3" fmla="*/ 0 h 14097"/>
                <a:gd name="connsiteX4" fmla="*/ 14097 w 14096"/>
                <a:gd name="connsiteY4" fmla="*/ 7049 h 14097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14096" h="14097">
                  <a:moveTo>
                    <a:pt x="14097" y="7049"/>
                  </a:moveTo>
                  <a:cubicBezTo>
                    <a:pt x="14097" y="10954"/>
                    <a:pt x="10954" y="14097"/>
                    <a:pt x="7048" y="14097"/>
                  </a:cubicBezTo>
                  <a:cubicBezTo>
                    <a:pt x="3143" y="14097"/>
                    <a:pt x="0" y="10954"/>
                    <a:pt x="0" y="7049"/>
                  </a:cubicBezTo>
                  <a:cubicBezTo>
                    <a:pt x="0" y="3143"/>
                    <a:pt x="3143" y="0"/>
                    <a:pt x="7048" y="0"/>
                  </a:cubicBezTo>
                  <a:cubicBezTo>
                    <a:pt x="10954" y="0"/>
                    <a:pt x="14097" y="3143"/>
                    <a:pt x="14097" y="7049"/>
                  </a:cubicBezTo>
                  <a:close/>
                </a:path>
              </a:pathLst>
            </a:custGeom>
            <a:grpFill/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197" name="Freeform: Shape 196">
              <a:extLst>
                <a:ext uri="{FF2B5EF4-FFF2-40B4-BE49-F238E27FC236}">
                  <a16:creationId xmlns:a16="http://schemas.microsoft.com/office/drawing/2014/main" id="{AD23B98E-D1FB-4BD9-BA4A-060BC8266E27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6030074" y="3067039"/>
              <a:ext cx="14097" cy="14097"/>
            </a:xfrm>
            <a:custGeom>
              <a:avLst/>
              <a:gdLst>
                <a:gd name="connsiteX0" fmla="*/ 14097 w 14097"/>
                <a:gd name="connsiteY0" fmla="*/ 7049 h 14097"/>
                <a:gd name="connsiteX1" fmla="*/ 7049 w 14097"/>
                <a:gd name="connsiteY1" fmla="*/ 14097 h 14097"/>
                <a:gd name="connsiteX2" fmla="*/ 0 w 14097"/>
                <a:gd name="connsiteY2" fmla="*/ 7049 h 14097"/>
                <a:gd name="connsiteX3" fmla="*/ 7049 w 14097"/>
                <a:gd name="connsiteY3" fmla="*/ 0 h 14097"/>
                <a:gd name="connsiteX4" fmla="*/ 14097 w 14097"/>
                <a:gd name="connsiteY4" fmla="*/ 7049 h 14097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14097" h="14097">
                  <a:moveTo>
                    <a:pt x="14097" y="7049"/>
                  </a:moveTo>
                  <a:cubicBezTo>
                    <a:pt x="14097" y="10941"/>
                    <a:pt x="10941" y="14097"/>
                    <a:pt x="7049" y="14097"/>
                  </a:cubicBezTo>
                  <a:cubicBezTo>
                    <a:pt x="3156" y="14097"/>
                    <a:pt x="0" y="10941"/>
                    <a:pt x="0" y="7049"/>
                  </a:cubicBezTo>
                  <a:cubicBezTo>
                    <a:pt x="0" y="3156"/>
                    <a:pt x="3156" y="0"/>
                    <a:pt x="7049" y="0"/>
                  </a:cubicBezTo>
                  <a:cubicBezTo>
                    <a:pt x="10941" y="0"/>
                    <a:pt x="14097" y="3156"/>
                    <a:pt x="14097" y="7049"/>
                  </a:cubicBezTo>
                  <a:close/>
                </a:path>
              </a:pathLst>
            </a:custGeom>
            <a:grpFill/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198" name="Freeform: Shape 197">
              <a:extLst>
                <a:ext uri="{FF2B5EF4-FFF2-40B4-BE49-F238E27FC236}">
                  <a16:creationId xmlns:a16="http://schemas.microsoft.com/office/drawing/2014/main" id="{C1541992-EEDB-4D6B-BDA9-B66E58A17031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6089224" y="3067039"/>
              <a:ext cx="14096" cy="14097"/>
            </a:xfrm>
            <a:custGeom>
              <a:avLst/>
              <a:gdLst>
                <a:gd name="connsiteX0" fmla="*/ 14097 w 14096"/>
                <a:gd name="connsiteY0" fmla="*/ 7049 h 14097"/>
                <a:gd name="connsiteX1" fmla="*/ 7048 w 14096"/>
                <a:gd name="connsiteY1" fmla="*/ 14097 h 14097"/>
                <a:gd name="connsiteX2" fmla="*/ 0 w 14096"/>
                <a:gd name="connsiteY2" fmla="*/ 7049 h 14097"/>
                <a:gd name="connsiteX3" fmla="*/ 7048 w 14096"/>
                <a:gd name="connsiteY3" fmla="*/ 0 h 14097"/>
                <a:gd name="connsiteX4" fmla="*/ 14097 w 14096"/>
                <a:gd name="connsiteY4" fmla="*/ 7049 h 14097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14096" h="14097">
                  <a:moveTo>
                    <a:pt x="14097" y="7049"/>
                  </a:moveTo>
                  <a:cubicBezTo>
                    <a:pt x="14097" y="10954"/>
                    <a:pt x="10954" y="14097"/>
                    <a:pt x="7048" y="14097"/>
                  </a:cubicBezTo>
                  <a:cubicBezTo>
                    <a:pt x="3143" y="14097"/>
                    <a:pt x="0" y="10954"/>
                    <a:pt x="0" y="7049"/>
                  </a:cubicBezTo>
                  <a:cubicBezTo>
                    <a:pt x="0" y="3143"/>
                    <a:pt x="3143" y="0"/>
                    <a:pt x="7048" y="0"/>
                  </a:cubicBezTo>
                  <a:cubicBezTo>
                    <a:pt x="10954" y="0"/>
                    <a:pt x="14097" y="3143"/>
                    <a:pt x="14097" y="7049"/>
                  </a:cubicBezTo>
                  <a:close/>
                </a:path>
              </a:pathLst>
            </a:custGeom>
            <a:grpFill/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199" name="Freeform: Shape 198">
              <a:extLst>
                <a:ext uri="{FF2B5EF4-FFF2-40B4-BE49-F238E27FC236}">
                  <a16:creationId xmlns:a16="http://schemas.microsoft.com/office/drawing/2014/main" id="{08072B3B-B852-4186-ACFE-F614251324DF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5734038" y="3126284"/>
              <a:ext cx="14192" cy="14097"/>
            </a:xfrm>
            <a:custGeom>
              <a:avLst/>
              <a:gdLst>
                <a:gd name="connsiteX0" fmla="*/ 14192 w 14192"/>
                <a:gd name="connsiteY0" fmla="*/ 7049 h 14097"/>
                <a:gd name="connsiteX1" fmla="*/ 7144 w 14192"/>
                <a:gd name="connsiteY1" fmla="*/ 14097 h 14097"/>
                <a:gd name="connsiteX2" fmla="*/ 0 w 14192"/>
                <a:gd name="connsiteY2" fmla="*/ 7049 h 14097"/>
                <a:gd name="connsiteX3" fmla="*/ 7049 w 14192"/>
                <a:gd name="connsiteY3" fmla="*/ 0 h 14097"/>
                <a:gd name="connsiteX4" fmla="*/ 14192 w 14192"/>
                <a:gd name="connsiteY4" fmla="*/ 7049 h 14097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14192" h="14097">
                  <a:moveTo>
                    <a:pt x="14192" y="7049"/>
                  </a:moveTo>
                  <a:cubicBezTo>
                    <a:pt x="14192" y="10954"/>
                    <a:pt x="11049" y="14097"/>
                    <a:pt x="7144" y="14097"/>
                  </a:cubicBezTo>
                  <a:cubicBezTo>
                    <a:pt x="3239" y="14097"/>
                    <a:pt x="0" y="10954"/>
                    <a:pt x="0" y="7049"/>
                  </a:cubicBezTo>
                  <a:cubicBezTo>
                    <a:pt x="0" y="3143"/>
                    <a:pt x="3143" y="0"/>
                    <a:pt x="7049" y="0"/>
                  </a:cubicBezTo>
                  <a:cubicBezTo>
                    <a:pt x="10954" y="0"/>
                    <a:pt x="14192" y="3143"/>
                    <a:pt x="14192" y="7049"/>
                  </a:cubicBezTo>
                  <a:close/>
                </a:path>
              </a:pathLst>
            </a:custGeom>
            <a:grpFill/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200" name="Freeform: Shape 199">
              <a:extLst>
                <a:ext uri="{FF2B5EF4-FFF2-40B4-BE49-F238E27FC236}">
                  <a16:creationId xmlns:a16="http://schemas.microsoft.com/office/drawing/2014/main" id="{7B5DD2CA-BCBA-4F3E-B472-840067686AC7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5793283" y="3126282"/>
              <a:ext cx="14097" cy="14099"/>
            </a:xfrm>
            <a:custGeom>
              <a:avLst/>
              <a:gdLst>
                <a:gd name="connsiteX0" fmla="*/ 14097 w 14097"/>
                <a:gd name="connsiteY0" fmla="*/ 7051 h 14099"/>
                <a:gd name="connsiteX1" fmla="*/ 7049 w 14097"/>
                <a:gd name="connsiteY1" fmla="*/ 14099 h 14099"/>
                <a:gd name="connsiteX2" fmla="*/ 0 w 14097"/>
                <a:gd name="connsiteY2" fmla="*/ 7051 h 14099"/>
                <a:gd name="connsiteX3" fmla="*/ 7049 w 14097"/>
                <a:gd name="connsiteY3" fmla="*/ 2 h 14099"/>
                <a:gd name="connsiteX4" fmla="*/ 14097 w 14097"/>
                <a:gd name="connsiteY4" fmla="*/ 7051 h 14099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14097" h="14099">
                  <a:moveTo>
                    <a:pt x="14097" y="7051"/>
                  </a:moveTo>
                  <a:cubicBezTo>
                    <a:pt x="14097" y="10956"/>
                    <a:pt x="10954" y="14099"/>
                    <a:pt x="7049" y="14099"/>
                  </a:cubicBezTo>
                  <a:cubicBezTo>
                    <a:pt x="3143" y="14099"/>
                    <a:pt x="0" y="10956"/>
                    <a:pt x="0" y="7051"/>
                  </a:cubicBezTo>
                  <a:cubicBezTo>
                    <a:pt x="0" y="3145"/>
                    <a:pt x="3143" y="2"/>
                    <a:pt x="7049" y="2"/>
                  </a:cubicBezTo>
                  <a:cubicBezTo>
                    <a:pt x="10954" y="-93"/>
                    <a:pt x="14097" y="3145"/>
                    <a:pt x="14097" y="7051"/>
                  </a:cubicBezTo>
                  <a:close/>
                </a:path>
              </a:pathLst>
            </a:custGeom>
            <a:grpFill/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201" name="Freeform: Shape 200">
              <a:extLst>
                <a:ext uri="{FF2B5EF4-FFF2-40B4-BE49-F238E27FC236}">
                  <a16:creationId xmlns:a16="http://schemas.microsoft.com/office/drawing/2014/main" id="{C7335DFE-05E4-4D45-B035-1D85E7648EF8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5852433" y="3126282"/>
              <a:ext cx="14096" cy="14099"/>
            </a:xfrm>
            <a:custGeom>
              <a:avLst/>
              <a:gdLst>
                <a:gd name="connsiteX0" fmla="*/ 14097 w 14096"/>
                <a:gd name="connsiteY0" fmla="*/ 7051 h 14099"/>
                <a:gd name="connsiteX1" fmla="*/ 7048 w 14096"/>
                <a:gd name="connsiteY1" fmla="*/ 14099 h 14099"/>
                <a:gd name="connsiteX2" fmla="*/ 0 w 14096"/>
                <a:gd name="connsiteY2" fmla="*/ 7051 h 14099"/>
                <a:gd name="connsiteX3" fmla="*/ 7048 w 14096"/>
                <a:gd name="connsiteY3" fmla="*/ 2 h 14099"/>
                <a:gd name="connsiteX4" fmla="*/ 14097 w 14096"/>
                <a:gd name="connsiteY4" fmla="*/ 7051 h 14099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14096" h="14099">
                  <a:moveTo>
                    <a:pt x="14097" y="7051"/>
                  </a:moveTo>
                  <a:cubicBezTo>
                    <a:pt x="14097" y="10956"/>
                    <a:pt x="10954" y="14099"/>
                    <a:pt x="7048" y="14099"/>
                  </a:cubicBezTo>
                  <a:cubicBezTo>
                    <a:pt x="3143" y="14099"/>
                    <a:pt x="0" y="10956"/>
                    <a:pt x="0" y="7051"/>
                  </a:cubicBezTo>
                  <a:cubicBezTo>
                    <a:pt x="0" y="3145"/>
                    <a:pt x="3143" y="2"/>
                    <a:pt x="7048" y="2"/>
                  </a:cubicBezTo>
                  <a:cubicBezTo>
                    <a:pt x="10954" y="-93"/>
                    <a:pt x="14097" y="3145"/>
                    <a:pt x="14097" y="7051"/>
                  </a:cubicBezTo>
                  <a:close/>
                </a:path>
              </a:pathLst>
            </a:custGeom>
            <a:grpFill/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202" name="Freeform: Shape 201">
              <a:extLst>
                <a:ext uri="{FF2B5EF4-FFF2-40B4-BE49-F238E27FC236}">
                  <a16:creationId xmlns:a16="http://schemas.microsoft.com/office/drawing/2014/main" id="{ADCF9375-A092-491A-960D-A4DBB376C36C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5911678" y="3126282"/>
              <a:ext cx="14096" cy="14099"/>
            </a:xfrm>
            <a:custGeom>
              <a:avLst/>
              <a:gdLst>
                <a:gd name="connsiteX0" fmla="*/ 14097 w 14096"/>
                <a:gd name="connsiteY0" fmla="*/ 7051 h 14099"/>
                <a:gd name="connsiteX1" fmla="*/ 7048 w 14096"/>
                <a:gd name="connsiteY1" fmla="*/ 14099 h 14099"/>
                <a:gd name="connsiteX2" fmla="*/ 0 w 14096"/>
                <a:gd name="connsiteY2" fmla="*/ 7051 h 14099"/>
                <a:gd name="connsiteX3" fmla="*/ 7048 w 14096"/>
                <a:gd name="connsiteY3" fmla="*/ 2 h 14099"/>
                <a:gd name="connsiteX4" fmla="*/ 14097 w 14096"/>
                <a:gd name="connsiteY4" fmla="*/ 7051 h 14099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14096" h="14099">
                  <a:moveTo>
                    <a:pt x="14097" y="7051"/>
                  </a:moveTo>
                  <a:cubicBezTo>
                    <a:pt x="14097" y="10956"/>
                    <a:pt x="10954" y="14099"/>
                    <a:pt x="7048" y="14099"/>
                  </a:cubicBezTo>
                  <a:cubicBezTo>
                    <a:pt x="3143" y="14099"/>
                    <a:pt x="0" y="10956"/>
                    <a:pt x="0" y="7051"/>
                  </a:cubicBezTo>
                  <a:cubicBezTo>
                    <a:pt x="0" y="3145"/>
                    <a:pt x="3143" y="2"/>
                    <a:pt x="7048" y="2"/>
                  </a:cubicBezTo>
                  <a:cubicBezTo>
                    <a:pt x="10954" y="-93"/>
                    <a:pt x="14097" y="3145"/>
                    <a:pt x="14097" y="7051"/>
                  </a:cubicBezTo>
                  <a:close/>
                </a:path>
              </a:pathLst>
            </a:custGeom>
            <a:grpFill/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203" name="Freeform: Shape 202">
              <a:extLst>
                <a:ext uri="{FF2B5EF4-FFF2-40B4-BE49-F238E27FC236}">
                  <a16:creationId xmlns:a16="http://schemas.microsoft.com/office/drawing/2014/main" id="{95341599-7E99-490F-9AF8-07EAE5C8DB5F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5970828" y="3126282"/>
              <a:ext cx="14096" cy="14099"/>
            </a:xfrm>
            <a:custGeom>
              <a:avLst/>
              <a:gdLst>
                <a:gd name="connsiteX0" fmla="*/ 14097 w 14096"/>
                <a:gd name="connsiteY0" fmla="*/ 7051 h 14099"/>
                <a:gd name="connsiteX1" fmla="*/ 7048 w 14096"/>
                <a:gd name="connsiteY1" fmla="*/ 14099 h 14099"/>
                <a:gd name="connsiteX2" fmla="*/ 0 w 14096"/>
                <a:gd name="connsiteY2" fmla="*/ 7051 h 14099"/>
                <a:gd name="connsiteX3" fmla="*/ 7048 w 14096"/>
                <a:gd name="connsiteY3" fmla="*/ 2 h 14099"/>
                <a:gd name="connsiteX4" fmla="*/ 14097 w 14096"/>
                <a:gd name="connsiteY4" fmla="*/ 7051 h 14099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14096" h="14099">
                  <a:moveTo>
                    <a:pt x="14097" y="7051"/>
                  </a:moveTo>
                  <a:cubicBezTo>
                    <a:pt x="14097" y="10956"/>
                    <a:pt x="10954" y="14099"/>
                    <a:pt x="7048" y="14099"/>
                  </a:cubicBezTo>
                  <a:cubicBezTo>
                    <a:pt x="3143" y="14099"/>
                    <a:pt x="0" y="10956"/>
                    <a:pt x="0" y="7051"/>
                  </a:cubicBezTo>
                  <a:cubicBezTo>
                    <a:pt x="0" y="3145"/>
                    <a:pt x="3143" y="2"/>
                    <a:pt x="7048" y="2"/>
                  </a:cubicBezTo>
                  <a:cubicBezTo>
                    <a:pt x="10954" y="-93"/>
                    <a:pt x="14097" y="3145"/>
                    <a:pt x="14097" y="7051"/>
                  </a:cubicBezTo>
                  <a:close/>
                </a:path>
              </a:pathLst>
            </a:custGeom>
            <a:grpFill/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204" name="Freeform: Shape 203">
              <a:extLst>
                <a:ext uri="{FF2B5EF4-FFF2-40B4-BE49-F238E27FC236}">
                  <a16:creationId xmlns:a16="http://schemas.microsoft.com/office/drawing/2014/main" id="{E1C55EB0-818A-46E6-8D53-550310029072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6030073" y="3126284"/>
              <a:ext cx="14097" cy="14097"/>
            </a:xfrm>
            <a:custGeom>
              <a:avLst/>
              <a:gdLst>
                <a:gd name="connsiteX0" fmla="*/ 14097 w 14097"/>
                <a:gd name="connsiteY0" fmla="*/ 7049 h 14097"/>
                <a:gd name="connsiteX1" fmla="*/ 7048 w 14097"/>
                <a:gd name="connsiteY1" fmla="*/ 14097 h 14097"/>
                <a:gd name="connsiteX2" fmla="*/ 0 w 14097"/>
                <a:gd name="connsiteY2" fmla="*/ 7049 h 14097"/>
                <a:gd name="connsiteX3" fmla="*/ 7048 w 14097"/>
                <a:gd name="connsiteY3" fmla="*/ 0 h 14097"/>
                <a:gd name="connsiteX4" fmla="*/ 14097 w 14097"/>
                <a:gd name="connsiteY4" fmla="*/ 7049 h 14097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14097" h="14097">
                  <a:moveTo>
                    <a:pt x="14097" y="7049"/>
                  </a:moveTo>
                  <a:cubicBezTo>
                    <a:pt x="14097" y="10954"/>
                    <a:pt x="10954" y="14097"/>
                    <a:pt x="7048" y="14097"/>
                  </a:cubicBezTo>
                  <a:cubicBezTo>
                    <a:pt x="3143" y="14097"/>
                    <a:pt x="0" y="10954"/>
                    <a:pt x="0" y="7049"/>
                  </a:cubicBezTo>
                  <a:cubicBezTo>
                    <a:pt x="0" y="3143"/>
                    <a:pt x="3143" y="0"/>
                    <a:pt x="7048" y="0"/>
                  </a:cubicBezTo>
                  <a:cubicBezTo>
                    <a:pt x="10954" y="0"/>
                    <a:pt x="14097" y="3143"/>
                    <a:pt x="14097" y="7049"/>
                  </a:cubicBezTo>
                  <a:close/>
                </a:path>
              </a:pathLst>
            </a:custGeom>
            <a:grpFill/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205" name="Freeform: Shape 204">
              <a:extLst>
                <a:ext uri="{FF2B5EF4-FFF2-40B4-BE49-F238E27FC236}">
                  <a16:creationId xmlns:a16="http://schemas.microsoft.com/office/drawing/2014/main" id="{319B036C-5BD8-4F3B-8935-96D50F410D9D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6089224" y="3126282"/>
              <a:ext cx="14096" cy="14099"/>
            </a:xfrm>
            <a:custGeom>
              <a:avLst/>
              <a:gdLst>
                <a:gd name="connsiteX0" fmla="*/ 14097 w 14096"/>
                <a:gd name="connsiteY0" fmla="*/ 7051 h 14099"/>
                <a:gd name="connsiteX1" fmla="*/ 7048 w 14096"/>
                <a:gd name="connsiteY1" fmla="*/ 14099 h 14099"/>
                <a:gd name="connsiteX2" fmla="*/ 0 w 14096"/>
                <a:gd name="connsiteY2" fmla="*/ 7051 h 14099"/>
                <a:gd name="connsiteX3" fmla="*/ 7048 w 14096"/>
                <a:gd name="connsiteY3" fmla="*/ 2 h 14099"/>
                <a:gd name="connsiteX4" fmla="*/ 14097 w 14096"/>
                <a:gd name="connsiteY4" fmla="*/ 7051 h 14099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14096" h="14099">
                  <a:moveTo>
                    <a:pt x="14097" y="7051"/>
                  </a:moveTo>
                  <a:cubicBezTo>
                    <a:pt x="14097" y="10956"/>
                    <a:pt x="10954" y="14099"/>
                    <a:pt x="7048" y="14099"/>
                  </a:cubicBezTo>
                  <a:cubicBezTo>
                    <a:pt x="3143" y="14099"/>
                    <a:pt x="0" y="10956"/>
                    <a:pt x="0" y="7051"/>
                  </a:cubicBezTo>
                  <a:cubicBezTo>
                    <a:pt x="0" y="3145"/>
                    <a:pt x="3143" y="2"/>
                    <a:pt x="7048" y="2"/>
                  </a:cubicBezTo>
                  <a:cubicBezTo>
                    <a:pt x="10954" y="-93"/>
                    <a:pt x="14097" y="3145"/>
                    <a:pt x="14097" y="7051"/>
                  </a:cubicBezTo>
                  <a:close/>
                </a:path>
              </a:pathLst>
            </a:custGeom>
            <a:grpFill/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206" name="Freeform: Shape 205">
              <a:extLst>
                <a:ext uri="{FF2B5EF4-FFF2-40B4-BE49-F238E27FC236}">
                  <a16:creationId xmlns:a16="http://schemas.microsoft.com/office/drawing/2014/main" id="{A8445880-106C-4DC8-A250-D132F0D6F347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5734038" y="3185434"/>
              <a:ext cx="14192" cy="14096"/>
            </a:xfrm>
            <a:custGeom>
              <a:avLst/>
              <a:gdLst>
                <a:gd name="connsiteX0" fmla="*/ 14192 w 14192"/>
                <a:gd name="connsiteY0" fmla="*/ 7048 h 14096"/>
                <a:gd name="connsiteX1" fmla="*/ 7144 w 14192"/>
                <a:gd name="connsiteY1" fmla="*/ 14097 h 14096"/>
                <a:gd name="connsiteX2" fmla="*/ 0 w 14192"/>
                <a:gd name="connsiteY2" fmla="*/ 7048 h 14096"/>
                <a:gd name="connsiteX3" fmla="*/ 7049 w 14192"/>
                <a:gd name="connsiteY3" fmla="*/ 0 h 14096"/>
                <a:gd name="connsiteX4" fmla="*/ 14192 w 14192"/>
                <a:gd name="connsiteY4" fmla="*/ 7048 h 1409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14192" h="14096">
                  <a:moveTo>
                    <a:pt x="14192" y="7048"/>
                  </a:moveTo>
                  <a:cubicBezTo>
                    <a:pt x="14192" y="10954"/>
                    <a:pt x="11049" y="14097"/>
                    <a:pt x="7144" y="14097"/>
                  </a:cubicBezTo>
                  <a:cubicBezTo>
                    <a:pt x="3239" y="14097"/>
                    <a:pt x="0" y="10954"/>
                    <a:pt x="0" y="7048"/>
                  </a:cubicBezTo>
                  <a:cubicBezTo>
                    <a:pt x="0" y="3143"/>
                    <a:pt x="3143" y="0"/>
                    <a:pt x="7049" y="0"/>
                  </a:cubicBezTo>
                  <a:cubicBezTo>
                    <a:pt x="10954" y="0"/>
                    <a:pt x="14192" y="3143"/>
                    <a:pt x="14192" y="7048"/>
                  </a:cubicBezTo>
                  <a:close/>
                </a:path>
              </a:pathLst>
            </a:custGeom>
            <a:grpFill/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207" name="Freeform: Shape 206">
              <a:extLst>
                <a:ext uri="{FF2B5EF4-FFF2-40B4-BE49-F238E27FC236}">
                  <a16:creationId xmlns:a16="http://schemas.microsoft.com/office/drawing/2014/main" id="{952AA1DD-5DBE-43CD-9B85-63C76269297D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5793283" y="3185434"/>
              <a:ext cx="14097" cy="14097"/>
            </a:xfrm>
            <a:custGeom>
              <a:avLst/>
              <a:gdLst>
                <a:gd name="connsiteX0" fmla="*/ 14097 w 14097"/>
                <a:gd name="connsiteY0" fmla="*/ 7049 h 14097"/>
                <a:gd name="connsiteX1" fmla="*/ 7049 w 14097"/>
                <a:gd name="connsiteY1" fmla="*/ 14097 h 14097"/>
                <a:gd name="connsiteX2" fmla="*/ 0 w 14097"/>
                <a:gd name="connsiteY2" fmla="*/ 7049 h 14097"/>
                <a:gd name="connsiteX3" fmla="*/ 7049 w 14097"/>
                <a:gd name="connsiteY3" fmla="*/ 0 h 14097"/>
                <a:gd name="connsiteX4" fmla="*/ 14097 w 14097"/>
                <a:gd name="connsiteY4" fmla="*/ 7049 h 14097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14097" h="14097">
                  <a:moveTo>
                    <a:pt x="14097" y="7049"/>
                  </a:moveTo>
                  <a:cubicBezTo>
                    <a:pt x="14097" y="10941"/>
                    <a:pt x="10941" y="14097"/>
                    <a:pt x="7049" y="14097"/>
                  </a:cubicBezTo>
                  <a:cubicBezTo>
                    <a:pt x="3156" y="14097"/>
                    <a:pt x="0" y="10941"/>
                    <a:pt x="0" y="7049"/>
                  </a:cubicBezTo>
                  <a:cubicBezTo>
                    <a:pt x="0" y="3156"/>
                    <a:pt x="3156" y="0"/>
                    <a:pt x="7049" y="0"/>
                  </a:cubicBezTo>
                  <a:cubicBezTo>
                    <a:pt x="10941" y="0"/>
                    <a:pt x="14097" y="3156"/>
                    <a:pt x="14097" y="7049"/>
                  </a:cubicBezTo>
                  <a:close/>
                </a:path>
              </a:pathLst>
            </a:custGeom>
            <a:grpFill/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208" name="Freeform: Shape 207">
              <a:extLst>
                <a:ext uri="{FF2B5EF4-FFF2-40B4-BE49-F238E27FC236}">
                  <a16:creationId xmlns:a16="http://schemas.microsoft.com/office/drawing/2014/main" id="{2A412466-ED73-4944-83CE-224B1769C23F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5852433" y="3185434"/>
              <a:ext cx="14096" cy="14096"/>
            </a:xfrm>
            <a:custGeom>
              <a:avLst/>
              <a:gdLst>
                <a:gd name="connsiteX0" fmla="*/ 14097 w 14096"/>
                <a:gd name="connsiteY0" fmla="*/ 7048 h 14096"/>
                <a:gd name="connsiteX1" fmla="*/ 7048 w 14096"/>
                <a:gd name="connsiteY1" fmla="*/ 14097 h 14096"/>
                <a:gd name="connsiteX2" fmla="*/ 0 w 14096"/>
                <a:gd name="connsiteY2" fmla="*/ 7048 h 14096"/>
                <a:gd name="connsiteX3" fmla="*/ 7048 w 14096"/>
                <a:gd name="connsiteY3" fmla="*/ 0 h 14096"/>
                <a:gd name="connsiteX4" fmla="*/ 14097 w 14096"/>
                <a:gd name="connsiteY4" fmla="*/ 7048 h 1409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14096" h="14096">
                  <a:moveTo>
                    <a:pt x="14097" y="7048"/>
                  </a:moveTo>
                  <a:cubicBezTo>
                    <a:pt x="14097" y="10954"/>
                    <a:pt x="10954" y="14097"/>
                    <a:pt x="7048" y="14097"/>
                  </a:cubicBezTo>
                  <a:cubicBezTo>
                    <a:pt x="3143" y="14097"/>
                    <a:pt x="0" y="10954"/>
                    <a:pt x="0" y="7048"/>
                  </a:cubicBezTo>
                  <a:cubicBezTo>
                    <a:pt x="0" y="3143"/>
                    <a:pt x="3143" y="0"/>
                    <a:pt x="7048" y="0"/>
                  </a:cubicBezTo>
                  <a:cubicBezTo>
                    <a:pt x="10954" y="0"/>
                    <a:pt x="14097" y="3143"/>
                    <a:pt x="14097" y="7048"/>
                  </a:cubicBezTo>
                  <a:close/>
                </a:path>
              </a:pathLst>
            </a:custGeom>
            <a:grpFill/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209" name="Freeform: Shape 208">
              <a:extLst>
                <a:ext uri="{FF2B5EF4-FFF2-40B4-BE49-F238E27FC236}">
                  <a16:creationId xmlns:a16="http://schemas.microsoft.com/office/drawing/2014/main" id="{807E195A-10DB-494C-A547-E1D0C6F61699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5911678" y="3185434"/>
              <a:ext cx="14096" cy="14096"/>
            </a:xfrm>
            <a:custGeom>
              <a:avLst/>
              <a:gdLst>
                <a:gd name="connsiteX0" fmla="*/ 14097 w 14096"/>
                <a:gd name="connsiteY0" fmla="*/ 7048 h 14096"/>
                <a:gd name="connsiteX1" fmla="*/ 7048 w 14096"/>
                <a:gd name="connsiteY1" fmla="*/ 14097 h 14096"/>
                <a:gd name="connsiteX2" fmla="*/ 0 w 14096"/>
                <a:gd name="connsiteY2" fmla="*/ 7048 h 14096"/>
                <a:gd name="connsiteX3" fmla="*/ 7048 w 14096"/>
                <a:gd name="connsiteY3" fmla="*/ 0 h 14096"/>
                <a:gd name="connsiteX4" fmla="*/ 14097 w 14096"/>
                <a:gd name="connsiteY4" fmla="*/ 7048 h 1409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14096" h="14096">
                  <a:moveTo>
                    <a:pt x="14097" y="7048"/>
                  </a:moveTo>
                  <a:cubicBezTo>
                    <a:pt x="14097" y="10954"/>
                    <a:pt x="10954" y="14097"/>
                    <a:pt x="7048" y="14097"/>
                  </a:cubicBezTo>
                  <a:cubicBezTo>
                    <a:pt x="3143" y="14097"/>
                    <a:pt x="0" y="10954"/>
                    <a:pt x="0" y="7048"/>
                  </a:cubicBezTo>
                  <a:cubicBezTo>
                    <a:pt x="0" y="3143"/>
                    <a:pt x="3143" y="0"/>
                    <a:pt x="7048" y="0"/>
                  </a:cubicBezTo>
                  <a:cubicBezTo>
                    <a:pt x="10954" y="0"/>
                    <a:pt x="14097" y="3143"/>
                    <a:pt x="14097" y="7048"/>
                  </a:cubicBezTo>
                  <a:close/>
                </a:path>
              </a:pathLst>
            </a:custGeom>
            <a:grpFill/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210" name="Freeform: Shape 209">
              <a:extLst>
                <a:ext uri="{FF2B5EF4-FFF2-40B4-BE49-F238E27FC236}">
                  <a16:creationId xmlns:a16="http://schemas.microsoft.com/office/drawing/2014/main" id="{4CD4AECE-734D-4B90-984F-B2ABFA2B6FD1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5970828" y="3185434"/>
              <a:ext cx="14096" cy="14096"/>
            </a:xfrm>
            <a:custGeom>
              <a:avLst/>
              <a:gdLst>
                <a:gd name="connsiteX0" fmla="*/ 14097 w 14096"/>
                <a:gd name="connsiteY0" fmla="*/ 7048 h 14096"/>
                <a:gd name="connsiteX1" fmla="*/ 7048 w 14096"/>
                <a:gd name="connsiteY1" fmla="*/ 14097 h 14096"/>
                <a:gd name="connsiteX2" fmla="*/ 0 w 14096"/>
                <a:gd name="connsiteY2" fmla="*/ 7048 h 14096"/>
                <a:gd name="connsiteX3" fmla="*/ 7048 w 14096"/>
                <a:gd name="connsiteY3" fmla="*/ 0 h 14096"/>
                <a:gd name="connsiteX4" fmla="*/ 14097 w 14096"/>
                <a:gd name="connsiteY4" fmla="*/ 7048 h 1409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14096" h="14096">
                  <a:moveTo>
                    <a:pt x="14097" y="7048"/>
                  </a:moveTo>
                  <a:cubicBezTo>
                    <a:pt x="14097" y="10954"/>
                    <a:pt x="10954" y="14097"/>
                    <a:pt x="7048" y="14097"/>
                  </a:cubicBezTo>
                  <a:cubicBezTo>
                    <a:pt x="3143" y="14097"/>
                    <a:pt x="0" y="10954"/>
                    <a:pt x="0" y="7048"/>
                  </a:cubicBezTo>
                  <a:cubicBezTo>
                    <a:pt x="0" y="3143"/>
                    <a:pt x="3143" y="0"/>
                    <a:pt x="7048" y="0"/>
                  </a:cubicBezTo>
                  <a:cubicBezTo>
                    <a:pt x="10954" y="0"/>
                    <a:pt x="14097" y="3143"/>
                    <a:pt x="14097" y="7048"/>
                  </a:cubicBezTo>
                  <a:close/>
                </a:path>
              </a:pathLst>
            </a:custGeom>
            <a:grpFill/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211" name="Freeform: Shape 210">
              <a:extLst>
                <a:ext uri="{FF2B5EF4-FFF2-40B4-BE49-F238E27FC236}">
                  <a16:creationId xmlns:a16="http://schemas.microsoft.com/office/drawing/2014/main" id="{2927072E-8001-4AD1-A4C4-2EDBA3BF87B6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6030074" y="3185434"/>
              <a:ext cx="14097" cy="14097"/>
            </a:xfrm>
            <a:custGeom>
              <a:avLst/>
              <a:gdLst>
                <a:gd name="connsiteX0" fmla="*/ 14097 w 14097"/>
                <a:gd name="connsiteY0" fmla="*/ 7049 h 14097"/>
                <a:gd name="connsiteX1" fmla="*/ 7049 w 14097"/>
                <a:gd name="connsiteY1" fmla="*/ 14097 h 14097"/>
                <a:gd name="connsiteX2" fmla="*/ 0 w 14097"/>
                <a:gd name="connsiteY2" fmla="*/ 7049 h 14097"/>
                <a:gd name="connsiteX3" fmla="*/ 7049 w 14097"/>
                <a:gd name="connsiteY3" fmla="*/ 0 h 14097"/>
                <a:gd name="connsiteX4" fmla="*/ 14097 w 14097"/>
                <a:gd name="connsiteY4" fmla="*/ 7049 h 14097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14097" h="14097">
                  <a:moveTo>
                    <a:pt x="14097" y="7049"/>
                  </a:moveTo>
                  <a:cubicBezTo>
                    <a:pt x="14097" y="10941"/>
                    <a:pt x="10941" y="14097"/>
                    <a:pt x="7049" y="14097"/>
                  </a:cubicBezTo>
                  <a:cubicBezTo>
                    <a:pt x="3156" y="14097"/>
                    <a:pt x="0" y="10941"/>
                    <a:pt x="0" y="7049"/>
                  </a:cubicBezTo>
                  <a:cubicBezTo>
                    <a:pt x="0" y="3156"/>
                    <a:pt x="3156" y="0"/>
                    <a:pt x="7049" y="0"/>
                  </a:cubicBezTo>
                  <a:cubicBezTo>
                    <a:pt x="10941" y="0"/>
                    <a:pt x="14097" y="3156"/>
                    <a:pt x="14097" y="7049"/>
                  </a:cubicBezTo>
                  <a:close/>
                </a:path>
              </a:pathLst>
            </a:custGeom>
            <a:grpFill/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212" name="Freeform: Shape 211">
              <a:extLst>
                <a:ext uri="{FF2B5EF4-FFF2-40B4-BE49-F238E27FC236}">
                  <a16:creationId xmlns:a16="http://schemas.microsoft.com/office/drawing/2014/main" id="{499D6F50-E593-46A3-81D8-73389276B256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6089224" y="3185434"/>
              <a:ext cx="14096" cy="14096"/>
            </a:xfrm>
            <a:custGeom>
              <a:avLst/>
              <a:gdLst>
                <a:gd name="connsiteX0" fmla="*/ 14097 w 14096"/>
                <a:gd name="connsiteY0" fmla="*/ 7048 h 14096"/>
                <a:gd name="connsiteX1" fmla="*/ 7048 w 14096"/>
                <a:gd name="connsiteY1" fmla="*/ 14097 h 14096"/>
                <a:gd name="connsiteX2" fmla="*/ 0 w 14096"/>
                <a:gd name="connsiteY2" fmla="*/ 7048 h 14096"/>
                <a:gd name="connsiteX3" fmla="*/ 7048 w 14096"/>
                <a:gd name="connsiteY3" fmla="*/ 0 h 14096"/>
                <a:gd name="connsiteX4" fmla="*/ 14097 w 14096"/>
                <a:gd name="connsiteY4" fmla="*/ 7048 h 1409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14096" h="14096">
                  <a:moveTo>
                    <a:pt x="14097" y="7048"/>
                  </a:moveTo>
                  <a:cubicBezTo>
                    <a:pt x="14097" y="10954"/>
                    <a:pt x="10954" y="14097"/>
                    <a:pt x="7048" y="14097"/>
                  </a:cubicBezTo>
                  <a:cubicBezTo>
                    <a:pt x="3143" y="14097"/>
                    <a:pt x="0" y="10954"/>
                    <a:pt x="0" y="7048"/>
                  </a:cubicBezTo>
                  <a:cubicBezTo>
                    <a:pt x="0" y="3143"/>
                    <a:pt x="3143" y="0"/>
                    <a:pt x="7048" y="0"/>
                  </a:cubicBezTo>
                  <a:cubicBezTo>
                    <a:pt x="10954" y="0"/>
                    <a:pt x="14097" y="3143"/>
                    <a:pt x="14097" y="7048"/>
                  </a:cubicBezTo>
                  <a:close/>
                </a:path>
              </a:pathLst>
            </a:custGeom>
            <a:grpFill/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213" name="Freeform: Shape 212">
              <a:extLst>
                <a:ext uri="{FF2B5EF4-FFF2-40B4-BE49-F238E27FC236}">
                  <a16:creationId xmlns:a16="http://schemas.microsoft.com/office/drawing/2014/main" id="{7A96E600-84B4-452B-AE40-295FC5807E89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5734038" y="3244679"/>
              <a:ext cx="14192" cy="14096"/>
            </a:xfrm>
            <a:custGeom>
              <a:avLst/>
              <a:gdLst>
                <a:gd name="connsiteX0" fmla="*/ 14192 w 14192"/>
                <a:gd name="connsiteY0" fmla="*/ 7048 h 14096"/>
                <a:gd name="connsiteX1" fmla="*/ 7144 w 14192"/>
                <a:gd name="connsiteY1" fmla="*/ 14097 h 14096"/>
                <a:gd name="connsiteX2" fmla="*/ 0 w 14192"/>
                <a:gd name="connsiteY2" fmla="*/ 7048 h 14096"/>
                <a:gd name="connsiteX3" fmla="*/ 7049 w 14192"/>
                <a:gd name="connsiteY3" fmla="*/ 0 h 14096"/>
                <a:gd name="connsiteX4" fmla="*/ 14192 w 14192"/>
                <a:gd name="connsiteY4" fmla="*/ 7048 h 1409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14192" h="14096">
                  <a:moveTo>
                    <a:pt x="14192" y="7048"/>
                  </a:moveTo>
                  <a:cubicBezTo>
                    <a:pt x="14192" y="10954"/>
                    <a:pt x="11049" y="14097"/>
                    <a:pt x="7144" y="14097"/>
                  </a:cubicBezTo>
                  <a:cubicBezTo>
                    <a:pt x="3239" y="14097"/>
                    <a:pt x="0" y="10954"/>
                    <a:pt x="0" y="7048"/>
                  </a:cubicBezTo>
                  <a:cubicBezTo>
                    <a:pt x="0" y="3143"/>
                    <a:pt x="3143" y="0"/>
                    <a:pt x="7049" y="0"/>
                  </a:cubicBezTo>
                  <a:cubicBezTo>
                    <a:pt x="10954" y="0"/>
                    <a:pt x="14192" y="3143"/>
                    <a:pt x="14192" y="7048"/>
                  </a:cubicBezTo>
                  <a:close/>
                </a:path>
              </a:pathLst>
            </a:custGeom>
            <a:grpFill/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214" name="Freeform: Shape 213">
              <a:extLst>
                <a:ext uri="{FF2B5EF4-FFF2-40B4-BE49-F238E27FC236}">
                  <a16:creationId xmlns:a16="http://schemas.microsoft.com/office/drawing/2014/main" id="{CBBA17AC-C1AB-4BFC-A051-457275D1D6AF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5793283" y="3244677"/>
              <a:ext cx="14097" cy="14099"/>
            </a:xfrm>
            <a:custGeom>
              <a:avLst/>
              <a:gdLst>
                <a:gd name="connsiteX0" fmla="*/ 14097 w 14097"/>
                <a:gd name="connsiteY0" fmla="*/ 7051 h 14099"/>
                <a:gd name="connsiteX1" fmla="*/ 7049 w 14097"/>
                <a:gd name="connsiteY1" fmla="*/ 14099 h 14099"/>
                <a:gd name="connsiteX2" fmla="*/ 0 w 14097"/>
                <a:gd name="connsiteY2" fmla="*/ 7051 h 14099"/>
                <a:gd name="connsiteX3" fmla="*/ 7049 w 14097"/>
                <a:gd name="connsiteY3" fmla="*/ 2 h 14099"/>
                <a:gd name="connsiteX4" fmla="*/ 14097 w 14097"/>
                <a:gd name="connsiteY4" fmla="*/ 7051 h 14099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14097" h="14099">
                  <a:moveTo>
                    <a:pt x="14097" y="7051"/>
                  </a:moveTo>
                  <a:cubicBezTo>
                    <a:pt x="14097" y="10956"/>
                    <a:pt x="10954" y="14099"/>
                    <a:pt x="7049" y="14099"/>
                  </a:cubicBezTo>
                  <a:cubicBezTo>
                    <a:pt x="3143" y="14099"/>
                    <a:pt x="0" y="10956"/>
                    <a:pt x="0" y="7051"/>
                  </a:cubicBezTo>
                  <a:cubicBezTo>
                    <a:pt x="0" y="3145"/>
                    <a:pt x="3143" y="2"/>
                    <a:pt x="7049" y="2"/>
                  </a:cubicBezTo>
                  <a:cubicBezTo>
                    <a:pt x="10954" y="-93"/>
                    <a:pt x="14097" y="3145"/>
                    <a:pt x="14097" y="7051"/>
                  </a:cubicBezTo>
                  <a:close/>
                </a:path>
              </a:pathLst>
            </a:custGeom>
            <a:grpFill/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215" name="Freeform: Shape 214">
              <a:extLst>
                <a:ext uri="{FF2B5EF4-FFF2-40B4-BE49-F238E27FC236}">
                  <a16:creationId xmlns:a16="http://schemas.microsoft.com/office/drawing/2014/main" id="{488E850C-90D5-4D0F-A57D-7809327EF3A0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5852433" y="3244677"/>
              <a:ext cx="14096" cy="14099"/>
            </a:xfrm>
            <a:custGeom>
              <a:avLst/>
              <a:gdLst>
                <a:gd name="connsiteX0" fmla="*/ 14097 w 14096"/>
                <a:gd name="connsiteY0" fmla="*/ 7051 h 14099"/>
                <a:gd name="connsiteX1" fmla="*/ 7048 w 14096"/>
                <a:gd name="connsiteY1" fmla="*/ 14099 h 14099"/>
                <a:gd name="connsiteX2" fmla="*/ 0 w 14096"/>
                <a:gd name="connsiteY2" fmla="*/ 7051 h 14099"/>
                <a:gd name="connsiteX3" fmla="*/ 7048 w 14096"/>
                <a:gd name="connsiteY3" fmla="*/ 2 h 14099"/>
                <a:gd name="connsiteX4" fmla="*/ 14097 w 14096"/>
                <a:gd name="connsiteY4" fmla="*/ 7051 h 14099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14096" h="14099">
                  <a:moveTo>
                    <a:pt x="14097" y="7051"/>
                  </a:moveTo>
                  <a:cubicBezTo>
                    <a:pt x="14097" y="10956"/>
                    <a:pt x="10954" y="14099"/>
                    <a:pt x="7048" y="14099"/>
                  </a:cubicBezTo>
                  <a:cubicBezTo>
                    <a:pt x="3143" y="14099"/>
                    <a:pt x="0" y="10956"/>
                    <a:pt x="0" y="7051"/>
                  </a:cubicBezTo>
                  <a:cubicBezTo>
                    <a:pt x="0" y="3145"/>
                    <a:pt x="3143" y="2"/>
                    <a:pt x="7048" y="2"/>
                  </a:cubicBezTo>
                  <a:cubicBezTo>
                    <a:pt x="10954" y="-93"/>
                    <a:pt x="14097" y="3145"/>
                    <a:pt x="14097" y="7051"/>
                  </a:cubicBezTo>
                  <a:close/>
                </a:path>
              </a:pathLst>
            </a:custGeom>
            <a:grpFill/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216" name="Freeform: Shape 215">
              <a:extLst>
                <a:ext uri="{FF2B5EF4-FFF2-40B4-BE49-F238E27FC236}">
                  <a16:creationId xmlns:a16="http://schemas.microsoft.com/office/drawing/2014/main" id="{9F98D808-AB13-4D8D-B4C5-9D321534626B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5911678" y="3244677"/>
              <a:ext cx="14096" cy="14099"/>
            </a:xfrm>
            <a:custGeom>
              <a:avLst/>
              <a:gdLst>
                <a:gd name="connsiteX0" fmla="*/ 14097 w 14096"/>
                <a:gd name="connsiteY0" fmla="*/ 7051 h 14099"/>
                <a:gd name="connsiteX1" fmla="*/ 7048 w 14096"/>
                <a:gd name="connsiteY1" fmla="*/ 14099 h 14099"/>
                <a:gd name="connsiteX2" fmla="*/ 0 w 14096"/>
                <a:gd name="connsiteY2" fmla="*/ 7051 h 14099"/>
                <a:gd name="connsiteX3" fmla="*/ 7048 w 14096"/>
                <a:gd name="connsiteY3" fmla="*/ 2 h 14099"/>
                <a:gd name="connsiteX4" fmla="*/ 14097 w 14096"/>
                <a:gd name="connsiteY4" fmla="*/ 7051 h 14099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14096" h="14099">
                  <a:moveTo>
                    <a:pt x="14097" y="7051"/>
                  </a:moveTo>
                  <a:cubicBezTo>
                    <a:pt x="14097" y="10956"/>
                    <a:pt x="10954" y="14099"/>
                    <a:pt x="7048" y="14099"/>
                  </a:cubicBezTo>
                  <a:cubicBezTo>
                    <a:pt x="3143" y="14099"/>
                    <a:pt x="0" y="10956"/>
                    <a:pt x="0" y="7051"/>
                  </a:cubicBezTo>
                  <a:cubicBezTo>
                    <a:pt x="0" y="3145"/>
                    <a:pt x="3143" y="2"/>
                    <a:pt x="7048" y="2"/>
                  </a:cubicBezTo>
                  <a:cubicBezTo>
                    <a:pt x="10954" y="-93"/>
                    <a:pt x="14097" y="3145"/>
                    <a:pt x="14097" y="7051"/>
                  </a:cubicBezTo>
                  <a:close/>
                </a:path>
              </a:pathLst>
            </a:custGeom>
            <a:grpFill/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217" name="Freeform: Shape 216">
              <a:extLst>
                <a:ext uri="{FF2B5EF4-FFF2-40B4-BE49-F238E27FC236}">
                  <a16:creationId xmlns:a16="http://schemas.microsoft.com/office/drawing/2014/main" id="{95AFFBC0-FF37-4117-86FA-21ABDA17AB6A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5970828" y="3244677"/>
              <a:ext cx="14096" cy="14099"/>
            </a:xfrm>
            <a:custGeom>
              <a:avLst/>
              <a:gdLst>
                <a:gd name="connsiteX0" fmla="*/ 14097 w 14096"/>
                <a:gd name="connsiteY0" fmla="*/ 7051 h 14099"/>
                <a:gd name="connsiteX1" fmla="*/ 7048 w 14096"/>
                <a:gd name="connsiteY1" fmla="*/ 14099 h 14099"/>
                <a:gd name="connsiteX2" fmla="*/ 0 w 14096"/>
                <a:gd name="connsiteY2" fmla="*/ 7051 h 14099"/>
                <a:gd name="connsiteX3" fmla="*/ 7048 w 14096"/>
                <a:gd name="connsiteY3" fmla="*/ 2 h 14099"/>
                <a:gd name="connsiteX4" fmla="*/ 14097 w 14096"/>
                <a:gd name="connsiteY4" fmla="*/ 7051 h 14099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14096" h="14099">
                  <a:moveTo>
                    <a:pt x="14097" y="7051"/>
                  </a:moveTo>
                  <a:cubicBezTo>
                    <a:pt x="14097" y="10956"/>
                    <a:pt x="10954" y="14099"/>
                    <a:pt x="7048" y="14099"/>
                  </a:cubicBezTo>
                  <a:cubicBezTo>
                    <a:pt x="3143" y="14099"/>
                    <a:pt x="0" y="10956"/>
                    <a:pt x="0" y="7051"/>
                  </a:cubicBezTo>
                  <a:cubicBezTo>
                    <a:pt x="0" y="3145"/>
                    <a:pt x="3143" y="2"/>
                    <a:pt x="7048" y="2"/>
                  </a:cubicBezTo>
                  <a:cubicBezTo>
                    <a:pt x="10954" y="-93"/>
                    <a:pt x="14097" y="3145"/>
                    <a:pt x="14097" y="7051"/>
                  </a:cubicBezTo>
                  <a:close/>
                </a:path>
              </a:pathLst>
            </a:custGeom>
            <a:grpFill/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218" name="Freeform: Shape 217">
              <a:extLst>
                <a:ext uri="{FF2B5EF4-FFF2-40B4-BE49-F238E27FC236}">
                  <a16:creationId xmlns:a16="http://schemas.microsoft.com/office/drawing/2014/main" id="{ED0AC42A-17B0-4154-968C-CAE2A04C28B0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6030073" y="3244679"/>
              <a:ext cx="14097" cy="14096"/>
            </a:xfrm>
            <a:custGeom>
              <a:avLst/>
              <a:gdLst>
                <a:gd name="connsiteX0" fmla="*/ 14097 w 14097"/>
                <a:gd name="connsiteY0" fmla="*/ 7048 h 14096"/>
                <a:gd name="connsiteX1" fmla="*/ 7048 w 14097"/>
                <a:gd name="connsiteY1" fmla="*/ 14097 h 14096"/>
                <a:gd name="connsiteX2" fmla="*/ 0 w 14097"/>
                <a:gd name="connsiteY2" fmla="*/ 7048 h 14096"/>
                <a:gd name="connsiteX3" fmla="*/ 7048 w 14097"/>
                <a:gd name="connsiteY3" fmla="*/ 0 h 14096"/>
                <a:gd name="connsiteX4" fmla="*/ 14097 w 14097"/>
                <a:gd name="connsiteY4" fmla="*/ 7048 h 1409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14097" h="14096">
                  <a:moveTo>
                    <a:pt x="14097" y="7048"/>
                  </a:moveTo>
                  <a:cubicBezTo>
                    <a:pt x="14097" y="10954"/>
                    <a:pt x="10954" y="14097"/>
                    <a:pt x="7048" y="14097"/>
                  </a:cubicBezTo>
                  <a:cubicBezTo>
                    <a:pt x="3143" y="14097"/>
                    <a:pt x="0" y="10954"/>
                    <a:pt x="0" y="7048"/>
                  </a:cubicBezTo>
                  <a:cubicBezTo>
                    <a:pt x="0" y="3143"/>
                    <a:pt x="3143" y="0"/>
                    <a:pt x="7048" y="0"/>
                  </a:cubicBezTo>
                  <a:cubicBezTo>
                    <a:pt x="10954" y="0"/>
                    <a:pt x="14097" y="3143"/>
                    <a:pt x="14097" y="7048"/>
                  </a:cubicBezTo>
                  <a:close/>
                </a:path>
              </a:pathLst>
            </a:custGeom>
            <a:grpFill/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219" name="Freeform: Shape 218">
              <a:extLst>
                <a:ext uri="{FF2B5EF4-FFF2-40B4-BE49-F238E27FC236}">
                  <a16:creationId xmlns:a16="http://schemas.microsoft.com/office/drawing/2014/main" id="{4A7A31A0-8490-4B9D-B9CC-7FF28053EB66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6089224" y="3244677"/>
              <a:ext cx="14096" cy="14099"/>
            </a:xfrm>
            <a:custGeom>
              <a:avLst/>
              <a:gdLst>
                <a:gd name="connsiteX0" fmla="*/ 14097 w 14096"/>
                <a:gd name="connsiteY0" fmla="*/ 7051 h 14099"/>
                <a:gd name="connsiteX1" fmla="*/ 7048 w 14096"/>
                <a:gd name="connsiteY1" fmla="*/ 14099 h 14099"/>
                <a:gd name="connsiteX2" fmla="*/ 0 w 14096"/>
                <a:gd name="connsiteY2" fmla="*/ 7051 h 14099"/>
                <a:gd name="connsiteX3" fmla="*/ 7048 w 14096"/>
                <a:gd name="connsiteY3" fmla="*/ 2 h 14099"/>
                <a:gd name="connsiteX4" fmla="*/ 14097 w 14096"/>
                <a:gd name="connsiteY4" fmla="*/ 7051 h 14099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14096" h="14099">
                  <a:moveTo>
                    <a:pt x="14097" y="7051"/>
                  </a:moveTo>
                  <a:cubicBezTo>
                    <a:pt x="14097" y="10956"/>
                    <a:pt x="10954" y="14099"/>
                    <a:pt x="7048" y="14099"/>
                  </a:cubicBezTo>
                  <a:cubicBezTo>
                    <a:pt x="3143" y="14099"/>
                    <a:pt x="0" y="10956"/>
                    <a:pt x="0" y="7051"/>
                  </a:cubicBezTo>
                  <a:cubicBezTo>
                    <a:pt x="0" y="3145"/>
                    <a:pt x="3143" y="2"/>
                    <a:pt x="7048" y="2"/>
                  </a:cubicBezTo>
                  <a:cubicBezTo>
                    <a:pt x="10954" y="-93"/>
                    <a:pt x="14097" y="3145"/>
                    <a:pt x="14097" y="7051"/>
                  </a:cubicBezTo>
                  <a:close/>
                </a:path>
              </a:pathLst>
            </a:custGeom>
            <a:grpFill/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220" name="Freeform: Shape 219">
              <a:extLst>
                <a:ext uri="{FF2B5EF4-FFF2-40B4-BE49-F238E27FC236}">
                  <a16:creationId xmlns:a16="http://schemas.microsoft.com/office/drawing/2014/main" id="{8188899C-6A74-43D8-B36C-F86B278C89C4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5734038" y="3303829"/>
              <a:ext cx="14192" cy="14096"/>
            </a:xfrm>
            <a:custGeom>
              <a:avLst/>
              <a:gdLst>
                <a:gd name="connsiteX0" fmla="*/ 14192 w 14192"/>
                <a:gd name="connsiteY0" fmla="*/ 7048 h 14096"/>
                <a:gd name="connsiteX1" fmla="*/ 7144 w 14192"/>
                <a:gd name="connsiteY1" fmla="*/ 14097 h 14096"/>
                <a:gd name="connsiteX2" fmla="*/ 0 w 14192"/>
                <a:gd name="connsiteY2" fmla="*/ 7048 h 14096"/>
                <a:gd name="connsiteX3" fmla="*/ 7049 w 14192"/>
                <a:gd name="connsiteY3" fmla="*/ 0 h 14096"/>
                <a:gd name="connsiteX4" fmla="*/ 14192 w 14192"/>
                <a:gd name="connsiteY4" fmla="*/ 7048 h 1409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14192" h="14096">
                  <a:moveTo>
                    <a:pt x="14192" y="7048"/>
                  </a:moveTo>
                  <a:cubicBezTo>
                    <a:pt x="14192" y="10954"/>
                    <a:pt x="11049" y="14097"/>
                    <a:pt x="7144" y="14097"/>
                  </a:cubicBezTo>
                  <a:cubicBezTo>
                    <a:pt x="3239" y="14097"/>
                    <a:pt x="0" y="10954"/>
                    <a:pt x="0" y="7048"/>
                  </a:cubicBezTo>
                  <a:cubicBezTo>
                    <a:pt x="0" y="3143"/>
                    <a:pt x="3143" y="0"/>
                    <a:pt x="7049" y="0"/>
                  </a:cubicBezTo>
                  <a:cubicBezTo>
                    <a:pt x="10954" y="0"/>
                    <a:pt x="14192" y="3143"/>
                    <a:pt x="14192" y="7048"/>
                  </a:cubicBezTo>
                  <a:close/>
                </a:path>
              </a:pathLst>
            </a:custGeom>
            <a:grpFill/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221" name="Freeform: Shape 220">
              <a:extLst>
                <a:ext uri="{FF2B5EF4-FFF2-40B4-BE49-F238E27FC236}">
                  <a16:creationId xmlns:a16="http://schemas.microsoft.com/office/drawing/2014/main" id="{1537EAA6-95B6-4674-A7B9-40F9AB7F593D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5793283" y="3303829"/>
              <a:ext cx="14097" cy="14096"/>
            </a:xfrm>
            <a:custGeom>
              <a:avLst/>
              <a:gdLst>
                <a:gd name="connsiteX0" fmla="*/ 14097 w 14097"/>
                <a:gd name="connsiteY0" fmla="*/ 7048 h 14096"/>
                <a:gd name="connsiteX1" fmla="*/ 7049 w 14097"/>
                <a:gd name="connsiteY1" fmla="*/ 14097 h 14096"/>
                <a:gd name="connsiteX2" fmla="*/ 0 w 14097"/>
                <a:gd name="connsiteY2" fmla="*/ 7048 h 14096"/>
                <a:gd name="connsiteX3" fmla="*/ 7049 w 14097"/>
                <a:gd name="connsiteY3" fmla="*/ 0 h 14096"/>
                <a:gd name="connsiteX4" fmla="*/ 14097 w 14097"/>
                <a:gd name="connsiteY4" fmla="*/ 7048 h 1409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14097" h="14096">
                  <a:moveTo>
                    <a:pt x="14097" y="7048"/>
                  </a:moveTo>
                  <a:cubicBezTo>
                    <a:pt x="14097" y="10954"/>
                    <a:pt x="10954" y="14097"/>
                    <a:pt x="7049" y="14097"/>
                  </a:cubicBezTo>
                  <a:cubicBezTo>
                    <a:pt x="3143" y="14097"/>
                    <a:pt x="0" y="10954"/>
                    <a:pt x="0" y="7048"/>
                  </a:cubicBezTo>
                  <a:cubicBezTo>
                    <a:pt x="0" y="3143"/>
                    <a:pt x="3143" y="0"/>
                    <a:pt x="7049" y="0"/>
                  </a:cubicBezTo>
                  <a:cubicBezTo>
                    <a:pt x="10954" y="0"/>
                    <a:pt x="14097" y="3143"/>
                    <a:pt x="14097" y="7048"/>
                  </a:cubicBezTo>
                  <a:close/>
                </a:path>
              </a:pathLst>
            </a:custGeom>
            <a:grpFill/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222" name="Freeform: Shape 221">
              <a:extLst>
                <a:ext uri="{FF2B5EF4-FFF2-40B4-BE49-F238E27FC236}">
                  <a16:creationId xmlns:a16="http://schemas.microsoft.com/office/drawing/2014/main" id="{F4B29507-C08F-4764-B703-0EB33A0FACBF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5852433" y="3303829"/>
              <a:ext cx="14096" cy="14096"/>
            </a:xfrm>
            <a:custGeom>
              <a:avLst/>
              <a:gdLst>
                <a:gd name="connsiteX0" fmla="*/ 14097 w 14096"/>
                <a:gd name="connsiteY0" fmla="*/ 7048 h 14096"/>
                <a:gd name="connsiteX1" fmla="*/ 7048 w 14096"/>
                <a:gd name="connsiteY1" fmla="*/ 14097 h 14096"/>
                <a:gd name="connsiteX2" fmla="*/ 0 w 14096"/>
                <a:gd name="connsiteY2" fmla="*/ 7048 h 14096"/>
                <a:gd name="connsiteX3" fmla="*/ 7048 w 14096"/>
                <a:gd name="connsiteY3" fmla="*/ 0 h 14096"/>
                <a:gd name="connsiteX4" fmla="*/ 14097 w 14096"/>
                <a:gd name="connsiteY4" fmla="*/ 7048 h 1409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14096" h="14096">
                  <a:moveTo>
                    <a:pt x="14097" y="7048"/>
                  </a:moveTo>
                  <a:cubicBezTo>
                    <a:pt x="14097" y="10954"/>
                    <a:pt x="10954" y="14097"/>
                    <a:pt x="7048" y="14097"/>
                  </a:cubicBezTo>
                  <a:cubicBezTo>
                    <a:pt x="3143" y="14097"/>
                    <a:pt x="0" y="10954"/>
                    <a:pt x="0" y="7048"/>
                  </a:cubicBezTo>
                  <a:cubicBezTo>
                    <a:pt x="0" y="3143"/>
                    <a:pt x="3143" y="0"/>
                    <a:pt x="7048" y="0"/>
                  </a:cubicBezTo>
                  <a:cubicBezTo>
                    <a:pt x="10954" y="0"/>
                    <a:pt x="14097" y="3143"/>
                    <a:pt x="14097" y="7048"/>
                  </a:cubicBezTo>
                  <a:close/>
                </a:path>
              </a:pathLst>
            </a:custGeom>
            <a:grpFill/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223" name="Freeform: Shape 222">
              <a:extLst>
                <a:ext uri="{FF2B5EF4-FFF2-40B4-BE49-F238E27FC236}">
                  <a16:creationId xmlns:a16="http://schemas.microsoft.com/office/drawing/2014/main" id="{4200E500-6A99-47FC-A30F-FA4C85DA8CE3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5911678" y="3303829"/>
              <a:ext cx="14096" cy="14096"/>
            </a:xfrm>
            <a:custGeom>
              <a:avLst/>
              <a:gdLst>
                <a:gd name="connsiteX0" fmla="*/ 14097 w 14096"/>
                <a:gd name="connsiteY0" fmla="*/ 7048 h 14096"/>
                <a:gd name="connsiteX1" fmla="*/ 7048 w 14096"/>
                <a:gd name="connsiteY1" fmla="*/ 14097 h 14096"/>
                <a:gd name="connsiteX2" fmla="*/ 0 w 14096"/>
                <a:gd name="connsiteY2" fmla="*/ 7048 h 14096"/>
                <a:gd name="connsiteX3" fmla="*/ 7048 w 14096"/>
                <a:gd name="connsiteY3" fmla="*/ 0 h 14096"/>
                <a:gd name="connsiteX4" fmla="*/ 14097 w 14096"/>
                <a:gd name="connsiteY4" fmla="*/ 7048 h 1409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14096" h="14096">
                  <a:moveTo>
                    <a:pt x="14097" y="7048"/>
                  </a:moveTo>
                  <a:cubicBezTo>
                    <a:pt x="14097" y="10954"/>
                    <a:pt x="10954" y="14097"/>
                    <a:pt x="7048" y="14097"/>
                  </a:cubicBezTo>
                  <a:cubicBezTo>
                    <a:pt x="3143" y="14097"/>
                    <a:pt x="0" y="10954"/>
                    <a:pt x="0" y="7048"/>
                  </a:cubicBezTo>
                  <a:cubicBezTo>
                    <a:pt x="0" y="3143"/>
                    <a:pt x="3143" y="0"/>
                    <a:pt x="7048" y="0"/>
                  </a:cubicBezTo>
                  <a:cubicBezTo>
                    <a:pt x="10954" y="0"/>
                    <a:pt x="14097" y="3143"/>
                    <a:pt x="14097" y="7048"/>
                  </a:cubicBezTo>
                  <a:close/>
                </a:path>
              </a:pathLst>
            </a:custGeom>
            <a:grpFill/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224" name="Freeform: Shape 223">
              <a:extLst>
                <a:ext uri="{FF2B5EF4-FFF2-40B4-BE49-F238E27FC236}">
                  <a16:creationId xmlns:a16="http://schemas.microsoft.com/office/drawing/2014/main" id="{9558677C-76AD-451F-AEEE-C5FEE4179C8C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5970828" y="3303829"/>
              <a:ext cx="14096" cy="14096"/>
            </a:xfrm>
            <a:custGeom>
              <a:avLst/>
              <a:gdLst>
                <a:gd name="connsiteX0" fmla="*/ 14097 w 14096"/>
                <a:gd name="connsiteY0" fmla="*/ 7048 h 14096"/>
                <a:gd name="connsiteX1" fmla="*/ 7048 w 14096"/>
                <a:gd name="connsiteY1" fmla="*/ 14097 h 14096"/>
                <a:gd name="connsiteX2" fmla="*/ 0 w 14096"/>
                <a:gd name="connsiteY2" fmla="*/ 7048 h 14096"/>
                <a:gd name="connsiteX3" fmla="*/ 7048 w 14096"/>
                <a:gd name="connsiteY3" fmla="*/ 0 h 14096"/>
                <a:gd name="connsiteX4" fmla="*/ 14097 w 14096"/>
                <a:gd name="connsiteY4" fmla="*/ 7048 h 1409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14096" h="14096">
                  <a:moveTo>
                    <a:pt x="14097" y="7048"/>
                  </a:moveTo>
                  <a:cubicBezTo>
                    <a:pt x="14097" y="10954"/>
                    <a:pt x="10954" y="14097"/>
                    <a:pt x="7048" y="14097"/>
                  </a:cubicBezTo>
                  <a:cubicBezTo>
                    <a:pt x="3143" y="14097"/>
                    <a:pt x="0" y="10954"/>
                    <a:pt x="0" y="7048"/>
                  </a:cubicBezTo>
                  <a:cubicBezTo>
                    <a:pt x="0" y="3143"/>
                    <a:pt x="3143" y="0"/>
                    <a:pt x="7048" y="0"/>
                  </a:cubicBezTo>
                  <a:cubicBezTo>
                    <a:pt x="10954" y="0"/>
                    <a:pt x="14097" y="3143"/>
                    <a:pt x="14097" y="7048"/>
                  </a:cubicBezTo>
                  <a:close/>
                </a:path>
              </a:pathLst>
            </a:custGeom>
            <a:grpFill/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225" name="Freeform: Shape 224">
              <a:extLst>
                <a:ext uri="{FF2B5EF4-FFF2-40B4-BE49-F238E27FC236}">
                  <a16:creationId xmlns:a16="http://schemas.microsoft.com/office/drawing/2014/main" id="{79E472E5-A81A-44E7-AEBA-C3A593497BA6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6030073" y="3303829"/>
              <a:ext cx="14097" cy="14096"/>
            </a:xfrm>
            <a:custGeom>
              <a:avLst/>
              <a:gdLst>
                <a:gd name="connsiteX0" fmla="*/ 14097 w 14097"/>
                <a:gd name="connsiteY0" fmla="*/ 7048 h 14096"/>
                <a:gd name="connsiteX1" fmla="*/ 7048 w 14097"/>
                <a:gd name="connsiteY1" fmla="*/ 14097 h 14096"/>
                <a:gd name="connsiteX2" fmla="*/ 0 w 14097"/>
                <a:gd name="connsiteY2" fmla="*/ 7048 h 14096"/>
                <a:gd name="connsiteX3" fmla="*/ 7048 w 14097"/>
                <a:gd name="connsiteY3" fmla="*/ 0 h 14096"/>
                <a:gd name="connsiteX4" fmla="*/ 14097 w 14097"/>
                <a:gd name="connsiteY4" fmla="*/ 7048 h 1409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14097" h="14096">
                  <a:moveTo>
                    <a:pt x="14097" y="7048"/>
                  </a:moveTo>
                  <a:cubicBezTo>
                    <a:pt x="14097" y="10954"/>
                    <a:pt x="10954" y="14097"/>
                    <a:pt x="7048" y="14097"/>
                  </a:cubicBezTo>
                  <a:cubicBezTo>
                    <a:pt x="3143" y="14097"/>
                    <a:pt x="0" y="10954"/>
                    <a:pt x="0" y="7048"/>
                  </a:cubicBezTo>
                  <a:cubicBezTo>
                    <a:pt x="0" y="3143"/>
                    <a:pt x="3143" y="0"/>
                    <a:pt x="7048" y="0"/>
                  </a:cubicBezTo>
                  <a:cubicBezTo>
                    <a:pt x="10954" y="0"/>
                    <a:pt x="14097" y="3143"/>
                    <a:pt x="14097" y="7048"/>
                  </a:cubicBezTo>
                  <a:close/>
                </a:path>
              </a:pathLst>
            </a:custGeom>
            <a:grpFill/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226" name="Freeform: Shape 225">
              <a:extLst>
                <a:ext uri="{FF2B5EF4-FFF2-40B4-BE49-F238E27FC236}">
                  <a16:creationId xmlns:a16="http://schemas.microsoft.com/office/drawing/2014/main" id="{5CD54F54-9E41-4635-A533-6CC6515E13E8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6089224" y="3303829"/>
              <a:ext cx="14096" cy="14096"/>
            </a:xfrm>
            <a:custGeom>
              <a:avLst/>
              <a:gdLst>
                <a:gd name="connsiteX0" fmla="*/ 14097 w 14096"/>
                <a:gd name="connsiteY0" fmla="*/ 7048 h 14096"/>
                <a:gd name="connsiteX1" fmla="*/ 7048 w 14096"/>
                <a:gd name="connsiteY1" fmla="*/ 14097 h 14096"/>
                <a:gd name="connsiteX2" fmla="*/ 0 w 14096"/>
                <a:gd name="connsiteY2" fmla="*/ 7048 h 14096"/>
                <a:gd name="connsiteX3" fmla="*/ 7048 w 14096"/>
                <a:gd name="connsiteY3" fmla="*/ 0 h 14096"/>
                <a:gd name="connsiteX4" fmla="*/ 14097 w 14096"/>
                <a:gd name="connsiteY4" fmla="*/ 7048 h 1409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14096" h="14096">
                  <a:moveTo>
                    <a:pt x="14097" y="7048"/>
                  </a:moveTo>
                  <a:cubicBezTo>
                    <a:pt x="14097" y="10954"/>
                    <a:pt x="10954" y="14097"/>
                    <a:pt x="7048" y="14097"/>
                  </a:cubicBezTo>
                  <a:cubicBezTo>
                    <a:pt x="3143" y="14097"/>
                    <a:pt x="0" y="10954"/>
                    <a:pt x="0" y="7048"/>
                  </a:cubicBezTo>
                  <a:cubicBezTo>
                    <a:pt x="0" y="3143"/>
                    <a:pt x="3143" y="0"/>
                    <a:pt x="7048" y="0"/>
                  </a:cubicBezTo>
                  <a:cubicBezTo>
                    <a:pt x="10954" y="0"/>
                    <a:pt x="14097" y="3143"/>
                    <a:pt x="14097" y="7048"/>
                  </a:cubicBezTo>
                  <a:close/>
                </a:path>
              </a:pathLst>
            </a:custGeom>
            <a:grpFill/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227" name="Freeform: Shape 226">
              <a:extLst>
                <a:ext uri="{FF2B5EF4-FFF2-40B4-BE49-F238E27FC236}">
                  <a16:creationId xmlns:a16="http://schemas.microsoft.com/office/drawing/2014/main" id="{B22D6F46-74C0-49D9-8CD8-BC125E973D2F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5734038" y="3363074"/>
              <a:ext cx="14192" cy="14097"/>
            </a:xfrm>
            <a:custGeom>
              <a:avLst/>
              <a:gdLst>
                <a:gd name="connsiteX0" fmla="*/ 14192 w 14192"/>
                <a:gd name="connsiteY0" fmla="*/ 7048 h 14097"/>
                <a:gd name="connsiteX1" fmla="*/ 7144 w 14192"/>
                <a:gd name="connsiteY1" fmla="*/ 14097 h 14097"/>
                <a:gd name="connsiteX2" fmla="*/ 0 w 14192"/>
                <a:gd name="connsiteY2" fmla="*/ 7048 h 14097"/>
                <a:gd name="connsiteX3" fmla="*/ 7049 w 14192"/>
                <a:gd name="connsiteY3" fmla="*/ 0 h 14097"/>
                <a:gd name="connsiteX4" fmla="*/ 14192 w 14192"/>
                <a:gd name="connsiteY4" fmla="*/ 7048 h 14097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14192" h="14097">
                  <a:moveTo>
                    <a:pt x="14192" y="7048"/>
                  </a:moveTo>
                  <a:cubicBezTo>
                    <a:pt x="14192" y="10954"/>
                    <a:pt x="11049" y="14097"/>
                    <a:pt x="7144" y="14097"/>
                  </a:cubicBezTo>
                  <a:cubicBezTo>
                    <a:pt x="3239" y="14097"/>
                    <a:pt x="0" y="10954"/>
                    <a:pt x="0" y="7048"/>
                  </a:cubicBezTo>
                  <a:cubicBezTo>
                    <a:pt x="0" y="3143"/>
                    <a:pt x="3143" y="0"/>
                    <a:pt x="7049" y="0"/>
                  </a:cubicBezTo>
                  <a:cubicBezTo>
                    <a:pt x="10954" y="0"/>
                    <a:pt x="14192" y="3143"/>
                    <a:pt x="14192" y="7048"/>
                  </a:cubicBezTo>
                  <a:close/>
                </a:path>
              </a:pathLst>
            </a:custGeom>
            <a:grpFill/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228" name="Freeform: Shape 227">
              <a:extLst>
                <a:ext uri="{FF2B5EF4-FFF2-40B4-BE49-F238E27FC236}">
                  <a16:creationId xmlns:a16="http://schemas.microsoft.com/office/drawing/2014/main" id="{C6FAA6EC-EDF6-4522-ACD8-8D4F7FF87265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5793283" y="3363072"/>
              <a:ext cx="14097" cy="14099"/>
            </a:xfrm>
            <a:custGeom>
              <a:avLst/>
              <a:gdLst>
                <a:gd name="connsiteX0" fmla="*/ 14097 w 14097"/>
                <a:gd name="connsiteY0" fmla="*/ 7051 h 14099"/>
                <a:gd name="connsiteX1" fmla="*/ 7049 w 14097"/>
                <a:gd name="connsiteY1" fmla="*/ 14099 h 14099"/>
                <a:gd name="connsiteX2" fmla="*/ 0 w 14097"/>
                <a:gd name="connsiteY2" fmla="*/ 7051 h 14099"/>
                <a:gd name="connsiteX3" fmla="*/ 7049 w 14097"/>
                <a:gd name="connsiteY3" fmla="*/ 2 h 14099"/>
                <a:gd name="connsiteX4" fmla="*/ 14097 w 14097"/>
                <a:gd name="connsiteY4" fmla="*/ 7051 h 14099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14097" h="14099">
                  <a:moveTo>
                    <a:pt x="14097" y="7051"/>
                  </a:moveTo>
                  <a:cubicBezTo>
                    <a:pt x="14097" y="10956"/>
                    <a:pt x="10954" y="14099"/>
                    <a:pt x="7049" y="14099"/>
                  </a:cubicBezTo>
                  <a:cubicBezTo>
                    <a:pt x="3143" y="14099"/>
                    <a:pt x="0" y="10956"/>
                    <a:pt x="0" y="7051"/>
                  </a:cubicBezTo>
                  <a:cubicBezTo>
                    <a:pt x="0" y="3145"/>
                    <a:pt x="3143" y="2"/>
                    <a:pt x="7049" y="2"/>
                  </a:cubicBezTo>
                  <a:cubicBezTo>
                    <a:pt x="10954" y="-93"/>
                    <a:pt x="14097" y="3145"/>
                    <a:pt x="14097" y="7051"/>
                  </a:cubicBezTo>
                  <a:close/>
                </a:path>
              </a:pathLst>
            </a:custGeom>
            <a:grpFill/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229" name="Freeform: Shape 228">
              <a:extLst>
                <a:ext uri="{FF2B5EF4-FFF2-40B4-BE49-F238E27FC236}">
                  <a16:creationId xmlns:a16="http://schemas.microsoft.com/office/drawing/2014/main" id="{5F8364DC-ED1A-482D-A418-7941B199CBC5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5852433" y="3363072"/>
              <a:ext cx="14096" cy="14099"/>
            </a:xfrm>
            <a:custGeom>
              <a:avLst/>
              <a:gdLst>
                <a:gd name="connsiteX0" fmla="*/ 14097 w 14096"/>
                <a:gd name="connsiteY0" fmla="*/ 7051 h 14099"/>
                <a:gd name="connsiteX1" fmla="*/ 7048 w 14096"/>
                <a:gd name="connsiteY1" fmla="*/ 14099 h 14099"/>
                <a:gd name="connsiteX2" fmla="*/ 0 w 14096"/>
                <a:gd name="connsiteY2" fmla="*/ 7051 h 14099"/>
                <a:gd name="connsiteX3" fmla="*/ 7048 w 14096"/>
                <a:gd name="connsiteY3" fmla="*/ 2 h 14099"/>
                <a:gd name="connsiteX4" fmla="*/ 14097 w 14096"/>
                <a:gd name="connsiteY4" fmla="*/ 7051 h 14099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14096" h="14099">
                  <a:moveTo>
                    <a:pt x="14097" y="7051"/>
                  </a:moveTo>
                  <a:cubicBezTo>
                    <a:pt x="14097" y="10956"/>
                    <a:pt x="10954" y="14099"/>
                    <a:pt x="7048" y="14099"/>
                  </a:cubicBezTo>
                  <a:cubicBezTo>
                    <a:pt x="3143" y="14099"/>
                    <a:pt x="0" y="10956"/>
                    <a:pt x="0" y="7051"/>
                  </a:cubicBezTo>
                  <a:cubicBezTo>
                    <a:pt x="0" y="3145"/>
                    <a:pt x="3143" y="2"/>
                    <a:pt x="7048" y="2"/>
                  </a:cubicBezTo>
                  <a:cubicBezTo>
                    <a:pt x="10954" y="-93"/>
                    <a:pt x="14097" y="3145"/>
                    <a:pt x="14097" y="7051"/>
                  </a:cubicBezTo>
                  <a:close/>
                </a:path>
              </a:pathLst>
            </a:custGeom>
            <a:grpFill/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230" name="Freeform: Shape 229">
              <a:extLst>
                <a:ext uri="{FF2B5EF4-FFF2-40B4-BE49-F238E27FC236}">
                  <a16:creationId xmlns:a16="http://schemas.microsoft.com/office/drawing/2014/main" id="{1896D361-70A8-4528-940B-F306550F8830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5911678" y="3363072"/>
              <a:ext cx="14096" cy="14099"/>
            </a:xfrm>
            <a:custGeom>
              <a:avLst/>
              <a:gdLst>
                <a:gd name="connsiteX0" fmla="*/ 14097 w 14096"/>
                <a:gd name="connsiteY0" fmla="*/ 7051 h 14099"/>
                <a:gd name="connsiteX1" fmla="*/ 7048 w 14096"/>
                <a:gd name="connsiteY1" fmla="*/ 14099 h 14099"/>
                <a:gd name="connsiteX2" fmla="*/ 0 w 14096"/>
                <a:gd name="connsiteY2" fmla="*/ 7051 h 14099"/>
                <a:gd name="connsiteX3" fmla="*/ 7048 w 14096"/>
                <a:gd name="connsiteY3" fmla="*/ 2 h 14099"/>
                <a:gd name="connsiteX4" fmla="*/ 14097 w 14096"/>
                <a:gd name="connsiteY4" fmla="*/ 7051 h 14099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14096" h="14099">
                  <a:moveTo>
                    <a:pt x="14097" y="7051"/>
                  </a:moveTo>
                  <a:cubicBezTo>
                    <a:pt x="14097" y="10956"/>
                    <a:pt x="10954" y="14099"/>
                    <a:pt x="7048" y="14099"/>
                  </a:cubicBezTo>
                  <a:cubicBezTo>
                    <a:pt x="3143" y="14099"/>
                    <a:pt x="0" y="10956"/>
                    <a:pt x="0" y="7051"/>
                  </a:cubicBezTo>
                  <a:cubicBezTo>
                    <a:pt x="0" y="3145"/>
                    <a:pt x="3143" y="2"/>
                    <a:pt x="7048" y="2"/>
                  </a:cubicBezTo>
                  <a:cubicBezTo>
                    <a:pt x="10954" y="-93"/>
                    <a:pt x="14097" y="3145"/>
                    <a:pt x="14097" y="7051"/>
                  </a:cubicBezTo>
                  <a:close/>
                </a:path>
              </a:pathLst>
            </a:custGeom>
            <a:grpFill/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231" name="Freeform: Shape 230">
              <a:extLst>
                <a:ext uri="{FF2B5EF4-FFF2-40B4-BE49-F238E27FC236}">
                  <a16:creationId xmlns:a16="http://schemas.microsoft.com/office/drawing/2014/main" id="{4D1CB00A-0CE1-4E25-ADCE-9562845F548F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5970828" y="3363072"/>
              <a:ext cx="14096" cy="14099"/>
            </a:xfrm>
            <a:custGeom>
              <a:avLst/>
              <a:gdLst>
                <a:gd name="connsiteX0" fmla="*/ 14097 w 14096"/>
                <a:gd name="connsiteY0" fmla="*/ 7051 h 14099"/>
                <a:gd name="connsiteX1" fmla="*/ 7048 w 14096"/>
                <a:gd name="connsiteY1" fmla="*/ 14099 h 14099"/>
                <a:gd name="connsiteX2" fmla="*/ 0 w 14096"/>
                <a:gd name="connsiteY2" fmla="*/ 7051 h 14099"/>
                <a:gd name="connsiteX3" fmla="*/ 7048 w 14096"/>
                <a:gd name="connsiteY3" fmla="*/ 2 h 14099"/>
                <a:gd name="connsiteX4" fmla="*/ 14097 w 14096"/>
                <a:gd name="connsiteY4" fmla="*/ 7051 h 14099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14096" h="14099">
                  <a:moveTo>
                    <a:pt x="14097" y="7051"/>
                  </a:moveTo>
                  <a:cubicBezTo>
                    <a:pt x="14097" y="10956"/>
                    <a:pt x="10954" y="14099"/>
                    <a:pt x="7048" y="14099"/>
                  </a:cubicBezTo>
                  <a:cubicBezTo>
                    <a:pt x="3143" y="14099"/>
                    <a:pt x="0" y="10956"/>
                    <a:pt x="0" y="7051"/>
                  </a:cubicBezTo>
                  <a:cubicBezTo>
                    <a:pt x="0" y="3145"/>
                    <a:pt x="3143" y="2"/>
                    <a:pt x="7048" y="2"/>
                  </a:cubicBezTo>
                  <a:cubicBezTo>
                    <a:pt x="10954" y="-93"/>
                    <a:pt x="14097" y="3145"/>
                    <a:pt x="14097" y="7051"/>
                  </a:cubicBezTo>
                  <a:close/>
                </a:path>
              </a:pathLst>
            </a:custGeom>
            <a:grpFill/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232" name="Freeform: Shape 231">
              <a:extLst>
                <a:ext uri="{FF2B5EF4-FFF2-40B4-BE49-F238E27FC236}">
                  <a16:creationId xmlns:a16="http://schemas.microsoft.com/office/drawing/2014/main" id="{E1B6761E-B7C6-4218-B95F-F6DEC0066DBE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6030073" y="3363074"/>
              <a:ext cx="14097" cy="14097"/>
            </a:xfrm>
            <a:custGeom>
              <a:avLst/>
              <a:gdLst>
                <a:gd name="connsiteX0" fmla="*/ 14097 w 14097"/>
                <a:gd name="connsiteY0" fmla="*/ 7048 h 14097"/>
                <a:gd name="connsiteX1" fmla="*/ 7048 w 14097"/>
                <a:gd name="connsiteY1" fmla="*/ 14097 h 14097"/>
                <a:gd name="connsiteX2" fmla="*/ 0 w 14097"/>
                <a:gd name="connsiteY2" fmla="*/ 7048 h 14097"/>
                <a:gd name="connsiteX3" fmla="*/ 7048 w 14097"/>
                <a:gd name="connsiteY3" fmla="*/ 0 h 14097"/>
                <a:gd name="connsiteX4" fmla="*/ 14097 w 14097"/>
                <a:gd name="connsiteY4" fmla="*/ 7048 h 14097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14097" h="14097">
                  <a:moveTo>
                    <a:pt x="14097" y="7048"/>
                  </a:moveTo>
                  <a:cubicBezTo>
                    <a:pt x="14097" y="10954"/>
                    <a:pt x="10954" y="14097"/>
                    <a:pt x="7048" y="14097"/>
                  </a:cubicBezTo>
                  <a:cubicBezTo>
                    <a:pt x="3143" y="14097"/>
                    <a:pt x="0" y="10954"/>
                    <a:pt x="0" y="7048"/>
                  </a:cubicBezTo>
                  <a:cubicBezTo>
                    <a:pt x="0" y="3143"/>
                    <a:pt x="3143" y="0"/>
                    <a:pt x="7048" y="0"/>
                  </a:cubicBezTo>
                  <a:cubicBezTo>
                    <a:pt x="10954" y="0"/>
                    <a:pt x="14097" y="3143"/>
                    <a:pt x="14097" y="7048"/>
                  </a:cubicBezTo>
                  <a:close/>
                </a:path>
              </a:pathLst>
            </a:custGeom>
            <a:grpFill/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233" name="Freeform: Shape 232">
              <a:extLst>
                <a:ext uri="{FF2B5EF4-FFF2-40B4-BE49-F238E27FC236}">
                  <a16:creationId xmlns:a16="http://schemas.microsoft.com/office/drawing/2014/main" id="{CA081177-DAC3-4667-91A1-4CC885D4A165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6089224" y="3363072"/>
              <a:ext cx="14096" cy="14099"/>
            </a:xfrm>
            <a:custGeom>
              <a:avLst/>
              <a:gdLst>
                <a:gd name="connsiteX0" fmla="*/ 14097 w 14096"/>
                <a:gd name="connsiteY0" fmla="*/ 7051 h 14099"/>
                <a:gd name="connsiteX1" fmla="*/ 7048 w 14096"/>
                <a:gd name="connsiteY1" fmla="*/ 14099 h 14099"/>
                <a:gd name="connsiteX2" fmla="*/ 0 w 14096"/>
                <a:gd name="connsiteY2" fmla="*/ 7051 h 14099"/>
                <a:gd name="connsiteX3" fmla="*/ 7048 w 14096"/>
                <a:gd name="connsiteY3" fmla="*/ 2 h 14099"/>
                <a:gd name="connsiteX4" fmla="*/ 14097 w 14096"/>
                <a:gd name="connsiteY4" fmla="*/ 7051 h 14099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14096" h="14099">
                  <a:moveTo>
                    <a:pt x="14097" y="7051"/>
                  </a:moveTo>
                  <a:cubicBezTo>
                    <a:pt x="14097" y="10956"/>
                    <a:pt x="10954" y="14099"/>
                    <a:pt x="7048" y="14099"/>
                  </a:cubicBezTo>
                  <a:cubicBezTo>
                    <a:pt x="3143" y="14099"/>
                    <a:pt x="0" y="10956"/>
                    <a:pt x="0" y="7051"/>
                  </a:cubicBezTo>
                  <a:cubicBezTo>
                    <a:pt x="0" y="3145"/>
                    <a:pt x="3143" y="2"/>
                    <a:pt x="7048" y="2"/>
                  </a:cubicBezTo>
                  <a:cubicBezTo>
                    <a:pt x="10954" y="-93"/>
                    <a:pt x="14097" y="3145"/>
                    <a:pt x="14097" y="7051"/>
                  </a:cubicBezTo>
                  <a:close/>
                </a:path>
              </a:pathLst>
            </a:custGeom>
            <a:grpFill/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234" name="Freeform: Shape 233">
              <a:extLst>
                <a:ext uri="{FF2B5EF4-FFF2-40B4-BE49-F238E27FC236}">
                  <a16:creationId xmlns:a16="http://schemas.microsoft.com/office/drawing/2014/main" id="{435007DC-BB8D-43BA-9598-AE79AA262E18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5734038" y="3422225"/>
              <a:ext cx="14192" cy="14096"/>
            </a:xfrm>
            <a:custGeom>
              <a:avLst/>
              <a:gdLst>
                <a:gd name="connsiteX0" fmla="*/ 14192 w 14192"/>
                <a:gd name="connsiteY0" fmla="*/ 7048 h 14096"/>
                <a:gd name="connsiteX1" fmla="*/ 7144 w 14192"/>
                <a:gd name="connsiteY1" fmla="*/ 14097 h 14096"/>
                <a:gd name="connsiteX2" fmla="*/ 0 w 14192"/>
                <a:gd name="connsiteY2" fmla="*/ 7048 h 14096"/>
                <a:gd name="connsiteX3" fmla="*/ 7049 w 14192"/>
                <a:gd name="connsiteY3" fmla="*/ 0 h 14096"/>
                <a:gd name="connsiteX4" fmla="*/ 14192 w 14192"/>
                <a:gd name="connsiteY4" fmla="*/ 7048 h 1409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14192" h="14096">
                  <a:moveTo>
                    <a:pt x="14192" y="7048"/>
                  </a:moveTo>
                  <a:cubicBezTo>
                    <a:pt x="14192" y="10954"/>
                    <a:pt x="11049" y="14097"/>
                    <a:pt x="7144" y="14097"/>
                  </a:cubicBezTo>
                  <a:cubicBezTo>
                    <a:pt x="3239" y="14097"/>
                    <a:pt x="0" y="10954"/>
                    <a:pt x="0" y="7048"/>
                  </a:cubicBezTo>
                  <a:cubicBezTo>
                    <a:pt x="0" y="3143"/>
                    <a:pt x="3143" y="0"/>
                    <a:pt x="7049" y="0"/>
                  </a:cubicBezTo>
                  <a:cubicBezTo>
                    <a:pt x="10954" y="0"/>
                    <a:pt x="14192" y="3143"/>
                    <a:pt x="14192" y="7048"/>
                  </a:cubicBezTo>
                  <a:close/>
                </a:path>
              </a:pathLst>
            </a:custGeom>
            <a:grpFill/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235" name="Freeform: Shape 234">
              <a:extLst>
                <a:ext uri="{FF2B5EF4-FFF2-40B4-BE49-F238E27FC236}">
                  <a16:creationId xmlns:a16="http://schemas.microsoft.com/office/drawing/2014/main" id="{46628B8A-02EC-44EF-B52C-5EBAFBCF9CF9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5793283" y="3422225"/>
              <a:ext cx="14097" cy="14096"/>
            </a:xfrm>
            <a:custGeom>
              <a:avLst/>
              <a:gdLst>
                <a:gd name="connsiteX0" fmla="*/ 14097 w 14097"/>
                <a:gd name="connsiteY0" fmla="*/ 7048 h 14096"/>
                <a:gd name="connsiteX1" fmla="*/ 7049 w 14097"/>
                <a:gd name="connsiteY1" fmla="*/ 14097 h 14096"/>
                <a:gd name="connsiteX2" fmla="*/ 0 w 14097"/>
                <a:gd name="connsiteY2" fmla="*/ 7048 h 14096"/>
                <a:gd name="connsiteX3" fmla="*/ 7049 w 14097"/>
                <a:gd name="connsiteY3" fmla="*/ 0 h 14096"/>
                <a:gd name="connsiteX4" fmla="*/ 14097 w 14097"/>
                <a:gd name="connsiteY4" fmla="*/ 7048 h 1409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14097" h="14096">
                  <a:moveTo>
                    <a:pt x="14097" y="7048"/>
                  </a:moveTo>
                  <a:cubicBezTo>
                    <a:pt x="14097" y="10954"/>
                    <a:pt x="10954" y="14097"/>
                    <a:pt x="7049" y="14097"/>
                  </a:cubicBezTo>
                  <a:cubicBezTo>
                    <a:pt x="3143" y="14097"/>
                    <a:pt x="0" y="10954"/>
                    <a:pt x="0" y="7048"/>
                  </a:cubicBezTo>
                  <a:cubicBezTo>
                    <a:pt x="0" y="3143"/>
                    <a:pt x="3143" y="0"/>
                    <a:pt x="7049" y="0"/>
                  </a:cubicBezTo>
                  <a:cubicBezTo>
                    <a:pt x="10954" y="0"/>
                    <a:pt x="14097" y="3143"/>
                    <a:pt x="14097" y="7048"/>
                  </a:cubicBezTo>
                  <a:close/>
                </a:path>
              </a:pathLst>
            </a:custGeom>
            <a:grpFill/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236" name="Freeform: Shape 235">
              <a:extLst>
                <a:ext uri="{FF2B5EF4-FFF2-40B4-BE49-F238E27FC236}">
                  <a16:creationId xmlns:a16="http://schemas.microsoft.com/office/drawing/2014/main" id="{2DACEC99-8F4C-495C-8EAA-670A3A02ED79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5852433" y="3422225"/>
              <a:ext cx="14096" cy="14096"/>
            </a:xfrm>
            <a:custGeom>
              <a:avLst/>
              <a:gdLst>
                <a:gd name="connsiteX0" fmla="*/ 14097 w 14096"/>
                <a:gd name="connsiteY0" fmla="*/ 7048 h 14096"/>
                <a:gd name="connsiteX1" fmla="*/ 7048 w 14096"/>
                <a:gd name="connsiteY1" fmla="*/ 14097 h 14096"/>
                <a:gd name="connsiteX2" fmla="*/ 0 w 14096"/>
                <a:gd name="connsiteY2" fmla="*/ 7048 h 14096"/>
                <a:gd name="connsiteX3" fmla="*/ 7048 w 14096"/>
                <a:gd name="connsiteY3" fmla="*/ 0 h 14096"/>
                <a:gd name="connsiteX4" fmla="*/ 14097 w 14096"/>
                <a:gd name="connsiteY4" fmla="*/ 7048 h 1409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14096" h="14096">
                  <a:moveTo>
                    <a:pt x="14097" y="7048"/>
                  </a:moveTo>
                  <a:cubicBezTo>
                    <a:pt x="14097" y="10954"/>
                    <a:pt x="10954" y="14097"/>
                    <a:pt x="7048" y="14097"/>
                  </a:cubicBezTo>
                  <a:cubicBezTo>
                    <a:pt x="3143" y="14097"/>
                    <a:pt x="0" y="10954"/>
                    <a:pt x="0" y="7048"/>
                  </a:cubicBezTo>
                  <a:cubicBezTo>
                    <a:pt x="0" y="3143"/>
                    <a:pt x="3143" y="0"/>
                    <a:pt x="7048" y="0"/>
                  </a:cubicBezTo>
                  <a:cubicBezTo>
                    <a:pt x="10954" y="0"/>
                    <a:pt x="14097" y="3143"/>
                    <a:pt x="14097" y="7048"/>
                  </a:cubicBezTo>
                  <a:close/>
                </a:path>
              </a:pathLst>
            </a:custGeom>
            <a:grpFill/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237" name="Freeform: Shape 236">
              <a:extLst>
                <a:ext uri="{FF2B5EF4-FFF2-40B4-BE49-F238E27FC236}">
                  <a16:creationId xmlns:a16="http://schemas.microsoft.com/office/drawing/2014/main" id="{C8EFEAD4-1425-4357-9D8A-F326DABC6EC0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5911678" y="3422225"/>
              <a:ext cx="14096" cy="14096"/>
            </a:xfrm>
            <a:custGeom>
              <a:avLst/>
              <a:gdLst>
                <a:gd name="connsiteX0" fmla="*/ 14097 w 14096"/>
                <a:gd name="connsiteY0" fmla="*/ 7048 h 14096"/>
                <a:gd name="connsiteX1" fmla="*/ 7048 w 14096"/>
                <a:gd name="connsiteY1" fmla="*/ 14097 h 14096"/>
                <a:gd name="connsiteX2" fmla="*/ 0 w 14096"/>
                <a:gd name="connsiteY2" fmla="*/ 7048 h 14096"/>
                <a:gd name="connsiteX3" fmla="*/ 7048 w 14096"/>
                <a:gd name="connsiteY3" fmla="*/ 0 h 14096"/>
                <a:gd name="connsiteX4" fmla="*/ 14097 w 14096"/>
                <a:gd name="connsiteY4" fmla="*/ 7048 h 1409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14096" h="14096">
                  <a:moveTo>
                    <a:pt x="14097" y="7048"/>
                  </a:moveTo>
                  <a:cubicBezTo>
                    <a:pt x="14097" y="10954"/>
                    <a:pt x="10954" y="14097"/>
                    <a:pt x="7048" y="14097"/>
                  </a:cubicBezTo>
                  <a:cubicBezTo>
                    <a:pt x="3143" y="14097"/>
                    <a:pt x="0" y="10954"/>
                    <a:pt x="0" y="7048"/>
                  </a:cubicBezTo>
                  <a:cubicBezTo>
                    <a:pt x="0" y="3143"/>
                    <a:pt x="3143" y="0"/>
                    <a:pt x="7048" y="0"/>
                  </a:cubicBezTo>
                  <a:cubicBezTo>
                    <a:pt x="10954" y="0"/>
                    <a:pt x="14097" y="3143"/>
                    <a:pt x="14097" y="7048"/>
                  </a:cubicBezTo>
                  <a:close/>
                </a:path>
              </a:pathLst>
            </a:custGeom>
            <a:grpFill/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238" name="Freeform: Shape 237">
              <a:extLst>
                <a:ext uri="{FF2B5EF4-FFF2-40B4-BE49-F238E27FC236}">
                  <a16:creationId xmlns:a16="http://schemas.microsoft.com/office/drawing/2014/main" id="{FDA70E94-A082-47D4-B4F8-142AEF1DC3CD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5970828" y="3422225"/>
              <a:ext cx="14096" cy="14096"/>
            </a:xfrm>
            <a:custGeom>
              <a:avLst/>
              <a:gdLst>
                <a:gd name="connsiteX0" fmla="*/ 14097 w 14096"/>
                <a:gd name="connsiteY0" fmla="*/ 7048 h 14096"/>
                <a:gd name="connsiteX1" fmla="*/ 7048 w 14096"/>
                <a:gd name="connsiteY1" fmla="*/ 14097 h 14096"/>
                <a:gd name="connsiteX2" fmla="*/ 0 w 14096"/>
                <a:gd name="connsiteY2" fmla="*/ 7048 h 14096"/>
                <a:gd name="connsiteX3" fmla="*/ 7048 w 14096"/>
                <a:gd name="connsiteY3" fmla="*/ 0 h 14096"/>
                <a:gd name="connsiteX4" fmla="*/ 14097 w 14096"/>
                <a:gd name="connsiteY4" fmla="*/ 7048 h 1409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14096" h="14096">
                  <a:moveTo>
                    <a:pt x="14097" y="7048"/>
                  </a:moveTo>
                  <a:cubicBezTo>
                    <a:pt x="14097" y="10954"/>
                    <a:pt x="10954" y="14097"/>
                    <a:pt x="7048" y="14097"/>
                  </a:cubicBezTo>
                  <a:cubicBezTo>
                    <a:pt x="3143" y="14097"/>
                    <a:pt x="0" y="10954"/>
                    <a:pt x="0" y="7048"/>
                  </a:cubicBezTo>
                  <a:cubicBezTo>
                    <a:pt x="0" y="3143"/>
                    <a:pt x="3143" y="0"/>
                    <a:pt x="7048" y="0"/>
                  </a:cubicBezTo>
                  <a:cubicBezTo>
                    <a:pt x="10954" y="0"/>
                    <a:pt x="14097" y="3143"/>
                    <a:pt x="14097" y="7048"/>
                  </a:cubicBezTo>
                  <a:close/>
                </a:path>
              </a:pathLst>
            </a:custGeom>
            <a:grpFill/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239" name="Freeform: Shape 238">
              <a:extLst>
                <a:ext uri="{FF2B5EF4-FFF2-40B4-BE49-F238E27FC236}">
                  <a16:creationId xmlns:a16="http://schemas.microsoft.com/office/drawing/2014/main" id="{10E96E8A-1EEA-4F1D-8CFE-12DC9B9E7AF0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6030073" y="3422225"/>
              <a:ext cx="14097" cy="14096"/>
            </a:xfrm>
            <a:custGeom>
              <a:avLst/>
              <a:gdLst>
                <a:gd name="connsiteX0" fmla="*/ 14097 w 14097"/>
                <a:gd name="connsiteY0" fmla="*/ 7048 h 14096"/>
                <a:gd name="connsiteX1" fmla="*/ 7048 w 14097"/>
                <a:gd name="connsiteY1" fmla="*/ 14097 h 14096"/>
                <a:gd name="connsiteX2" fmla="*/ 0 w 14097"/>
                <a:gd name="connsiteY2" fmla="*/ 7048 h 14096"/>
                <a:gd name="connsiteX3" fmla="*/ 7048 w 14097"/>
                <a:gd name="connsiteY3" fmla="*/ 0 h 14096"/>
                <a:gd name="connsiteX4" fmla="*/ 14097 w 14097"/>
                <a:gd name="connsiteY4" fmla="*/ 7048 h 1409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14097" h="14096">
                  <a:moveTo>
                    <a:pt x="14097" y="7048"/>
                  </a:moveTo>
                  <a:cubicBezTo>
                    <a:pt x="14097" y="10954"/>
                    <a:pt x="10954" y="14097"/>
                    <a:pt x="7048" y="14097"/>
                  </a:cubicBezTo>
                  <a:cubicBezTo>
                    <a:pt x="3143" y="14097"/>
                    <a:pt x="0" y="10954"/>
                    <a:pt x="0" y="7048"/>
                  </a:cubicBezTo>
                  <a:cubicBezTo>
                    <a:pt x="0" y="3143"/>
                    <a:pt x="3143" y="0"/>
                    <a:pt x="7048" y="0"/>
                  </a:cubicBezTo>
                  <a:cubicBezTo>
                    <a:pt x="10954" y="0"/>
                    <a:pt x="14097" y="3143"/>
                    <a:pt x="14097" y="7048"/>
                  </a:cubicBezTo>
                  <a:close/>
                </a:path>
              </a:pathLst>
            </a:custGeom>
            <a:grpFill/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240" name="Freeform: Shape 239">
              <a:extLst>
                <a:ext uri="{FF2B5EF4-FFF2-40B4-BE49-F238E27FC236}">
                  <a16:creationId xmlns:a16="http://schemas.microsoft.com/office/drawing/2014/main" id="{B12D7CC4-A548-4FF7-A6B2-9151CFA9E3D3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6089224" y="3422225"/>
              <a:ext cx="14096" cy="14096"/>
            </a:xfrm>
            <a:custGeom>
              <a:avLst/>
              <a:gdLst>
                <a:gd name="connsiteX0" fmla="*/ 14097 w 14096"/>
                <a:gd name="connsiteY0" fmla="*/ 7048 h 14096"/>
                <a:gd name="connsiteX1" fmla="*/ 7048 w 14096"/>
                <a:gd name="connsiteY1" fmla="*/ 14097 h 14096"/>
                <a:gd name="connsiteX2" fmla="*/ 0 w 14096"/>
                <a:gd name="connsiteY2" fmla="*/ 7048 h 14096"/>
                <a:gd name="connsiteX3" fmla="*/ 7048 w 14096"/>
                <a:gd name="connsiteY3" fmla="*/ 0 h 14096"/>
                <a:gd name="connsiteX4" fmla="*/ 14097 w 14096"/>
                <a:gd name="connsiteY4" fmla="*/ 7048 h 1409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14096" h="14096">
                  <a:moveTo>
                    <a:pt x="14097" y="7048"/>
                  </a:moveTo>
                  <a:cubicBezTo>
                    <a:pt x="14097" y="10954"/>
                    <a:pt x="10954" y="14097"/>
                    <a:pt x="7048" y="14097"/>
                  </a:cubicBezTo>
                  <a:cubicBezTo>
                    <a:pt x="3143" y="14097"/>
                    <a:pt x="0" y="10954"/>
                    <a:pt x="0" y="7048"/>
                  </a:cubicBezTo>
                  <a:cubicBezTo>
                    <a:pt x="0" y="3143"/>
                    <a:pt x="3143" y="0"/>
                    <a:pt x="7048" y="0"/>
                  </a:cubicBezTo>
                  <a:cubicBezTo>
                    <a:pt x="10954" y="0"/>
                    <a:pt x="14097" y="3143"/>
                    <a:pt x="14097" y="7048"/>
                  </a:cubicBezTo>
                  <a:close/>
                </a:path>
              </a:pathLst>
            </a:custGeom>
            <a:grpFill/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241" name="Freeform: Shape 240">
              <a:extLst>
                <a:ext uri="{FF2B5EF4-FFF2-40B4-BE49-F238E27FC236}">
                  <a16:creationId xmlns:a16="http://schemas.microsoft.com/office/drawing/2014/main" id="{CB3F1C68-B597-4669-87F8-C80124ABE02D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6148469" y="3067039"/>
              <a:ext cx="14097" cy="14097"/>
            </a:xfrm>
            <a:custGeom>
              <a:avLst/>
              <a:gdLst>
                <a:gd name="connsiteX0" fmla="*/ 14097 w 14097"/>
                <a:gd name="connsiteY0" fmla="*/ 7049 h 14097"/>
                <a:gd name="connsiteX1" fmla="*/ 7049 w 14097"/>
                <a:gd name="connsiteY1" fmla="*/ 14097 h 14097"/>
                <a:gd name="connsiteX2" fmla="*/ 0 w 14097"/>
                <a:gd name="connsiteY2" fmla="*/ 7049 h 14097"/>
                <a:gd name="connsiteX3" fmla="*/ 6953 w 14097"/>
                <a:gd name="connsiteY3" fmla="*/ 0 h 14097"/>
                <a:gd name="connsiteX4" fmla="*/ 14097 w 14097"/>
                <a:gd name="connsiteY4" fmla="*/ 7049 h 14097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14097" h="14097">
                  <a:moveTo>
                    <a:pt x="14097" y="7049"/>
                  </a:moveTo>
                  <a:cubicBezTo>
                    <a:pt x="14097" y="10954"/>
                    <a:pt x="10954" y="14097"/>
                    <a:pt x="7049" y="14097"/>
                  </a:cubicBezTo>
                  <a:cubicBezTo>
                    <a:pt x="3143" y="14097"/>
                    <a:pt x="0" y="10954"/>
                    <a:pt x="0" y="7049"/>
                  </a:cubicBezTo>
                  <a:cubicBezTo>
                    <a:pt x="0" y="3143"/>
                    <a:pt x="3048" y="0"/>
                    <a:pt x="6953" y="0"/>
                  </a:cubicBezTo>
                  <a:cubicBezTo>
                    <a:pt x="10954" y="0"/>
                    <a:pt x="14097" y="3143"/>
                    <a:pt x="14097" y="7049"/>
                  </a:cubicBezTo>
                  <a:close/>
                </a:path>
              </a:pathLst>
            </a:custGeom>
            <a:grpFill/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242" name="Freeform: Shape 241">
              <a:extLst>
                <a:ext uri="{FF2B5EF4-FFF2-40B4-BE49-F238E27FC236}">
                  <a16:creationId xmlns:a16="http://schemas.microsoft.com/office/drawing/2014/main" id="{A57037D2-0958-4F34-815F-C8CA7F86AEE1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6207620" y="3067039"/>
              <a:ext cx="14096" cy="14097"/>
            </a:xfrm>
            <a:custGeom>
              <a:avLst/>
              <a:gdLst>
                <a:gd name="connsiteX0" fmla="*/ 14097 w 14096"/>
                <a:gd name="connsiteY0" fmla="*/ 7049 h 14097"/>
                <a:gd name="connsiteX1" fmla="*/ 7048 w 14096"/>
                <a:gd name="connsiteY1" fmla="*/ 14097 h 14097"/>
                <a:gd name="connsiteX2" fmla="*/ 0 w 14096"/>
                <a:gd name="connsiteY2" fmla="*/ 7049 h 14097"/>
                <a:gd name="connsiteX3" fmla="*/ 7048 w 14096"/>
                <a:gd name="connsiteY3" fmla="*/ 0 h 14097"/>
                <a:gd name="connsiteX4" fmla="*/ 14097 w 14096"/>
                <a:gd name="connsiteY4" fmla="*/ 7049 h 14097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14096" h="14097">
                  <a:moveTo>
                    <a:pt x="14097" y="7049"/>
                  </a:moveTo>
                  <a:cubicBezTo>
                    <a:pt x="14097" y="10954"/>
                    <a:pt x="10954" y="14097"/>
                    <a:pt x="7048" y="14097"/>
                  </a:cubicBezTo>
                  <a:cubicBezTo>
                    <a:pt x="3143" y="14097"/>
                    <a:pt x="0" y="10954"/>
                    <a:pt x="0" y="7049"/>
                  </a:cubicBezTo>
                  <a:cubicBezTo>
                    <a:pt x="0" y="3143"/>
                    <a:pt x="3143" y="0"/>
                    <a:pt x="7048" y="0"/>
                  </a:cubicBezTo>
                  <a:cubicBezTo>
                    <a:pt x="10954" y="0"/>
                    <a:pt x="14097" y="3143"/>
                    <a:pt x="14097" y="7049"/>
                  </a:cubicBezTo>
                  <a:close/>
                </a:path>
              </a:pathLst>
            </a:custGeom>
            <a:grpFill/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243" name="Freeform: Shape 242">
              <a:extLst>
                <a:ext uri="{FF2B5EF4-FFF2-40B4-BE49-F238E27FC236}">
                  <a16:creationId xmlns:a16="http://schemas.microsoft.com/office/drawing/2014/main" id="{30AF3969-3F11-4157-B4B9-33B1314623EE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6266865" y="3067039"/>
              <a:ext cx="14096" cy="14097"/>
            </a:xfrm>
            <a:custGeom>
              <a:avLst/>
              <a:gdLst>
                <a:gd name="connsiteX0" fmla="*/ 14097 w 14096"/>
                <a:gd name="connsiteY0" fmla="*/ 7049 h 14097"/>
                <a:gd name="connsiteX1" fmla="*/ 7049 w 14096"/>
                <a:gd name="connsiteY1" fmla="*/ 14097 h 14097"/>
                <a:gd name="connsiteX2" fmla="*/ 0 w 14096"/>
                <a:gd name="connsiteY2" fmla="*/ 7049 h 14097"/>
                <a:gd name="connsiteX3" fmla="*/ 6953 w 14096"/>
                <a:gd name="connsiteY3" fmla="*/ 0 h 14097"/>
                <a:gd name="connsiteX4" fmla="*/ 14097 w 14096"/>
                <a:gd name="connsiteY4" fmla="*/ 7049 h 14097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14096" h="14097">
                  <a:moveTo>
                    <a:pt x="14097" y="7049"/>
                  </a:moveTo>
                  <a:cubicBezTo>
                    <a:pt x="14097" y="10954"/>
                    <a:pt x="10954" y="14097"/>
                    <a:pt x="7049" y="14097"/>
                  </a:cubicBezTo>
                  <a:cubicBezTo>
                    <a:pt x="3143" y="14097"/>
                    <a:pt x="0" y="10954"/>
                    <a:pt x="0" y="7049"/>
                  </a:cubicBezTo>
                  <a:cubicBezTo>
                    <a:pt x="0" y="3143"/>
                    <a:pt x="3048" y="0"/>
                    <a:pt x="6953" y="0"/>
                  </a:cubicBezTo>
                  <a:cubicBezTo>
                    <a:pt x="10859" y="0"/>
                    <a:pt x="14097" y="3143"/>
                    <a:pt x="14097" y="7049"/>
                  </a:cubicBezTo>
                  <a:close/>
                </a:path>
              </a:pathLst>
            </a:custGeom>
            <a:grpFill/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244" name="Freeform: Shape 243">
              <a:extLst>
                <a:ext uri="{FF2B5EF4-FFF2-40B4-BE49-F238E27FC236}">
                  <a16:creationId xmlns:a16="http://schemas.microsoft.com/office/drawing/2014/main" id="{51D613E3-18F5-4426-ADEB-DEC123E16B63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6326014" y="3067039"/>
              <a:ext cx="14096" cy="14097"/>
            </a:xfrm>
            <a:custGeom>
              <a:avLst/>
              <a:gdLst>
                <a:gd name="connsiteX0" fmla="*/ 14097 w 14096"/>
                <a:gd name="connsiteY0" fmla="*/ 7049 h 14097"/>
                <a:gd name="connsiteX1" fmla="*/ 7048 w 14096"/>
                <a:gd name="connsiteY1" fmla="*/ 14097 h 14097"/>
                <a:gd name="connsiteX2" fmla="*/ 0 w 14096"/>
                <a:gd name="connsiteY2" fmla="*/ 7049 h 14097"/>
                <a:gd name="connsiteX3" fmla="*/ 7048 w 14096"/>
                <a:gd name="connsiteY3" fmla="*/ 0 h 14097"/>
                <a:gd name="connsiteX4" fmla="*/ 14097 w 14096"/>
                <a:gd name="connsiteY4" fmla="*/ 7049 h 14097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14096" h="14097">
                  <a:moveTo>
                    <a:pt x="14097" y="7049"/>
                  </a:moveTo>
                  <a:cubicBezTo>
                    <a:pt x="14097" y="10954"/>
                    <a:pt x="10954" y="14097"/>
                    <a:pt x="7048" y="14097"/>
                  </a:cubicBezTo>
                  <a:cubicBezTo>
                    <a:pt x="3143" y="14097"/>
                    <a:pt x="0" y="10954"/>
                    <a:pt x="0" y="7049"/>
                  </a:cubicBezTo>
                  <a:cubicBezTo>
                    <a:pt x="0" y="3143"/>
                    <a:pt x="3143" y="0"/>
                    <a:pt x="7048" y="0"/>
                  </a:cubicBezTo>
                  <a:cubicBezTo>
                    <a:pt x="10954" y="0"/>
                    <a:pt x="14097" y="3143"/>
                    <a:pt x="14097" y="7049"/>
                  </a:cubicBezTo>
                  <a:close/>
                </a:path>
              </a:pathLst>
            </a:custGeom>
            <a:grpFill/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245" name="Freeform: Shape 244">
              <a:extLst>
                <a:ext uri="{FF2B5EF4-FFF2-40B4-BE49-F238E27FC236}">
                  <a16:creationId xmlns:a16="http://schemas.microsoft.com/office/drawing/2014/main" id="{1DC25548-A3A9-4018-A29B-6972D353F9B2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6385260" y="3067039"/>
              <a:ext cx="14096" cy="14097"/>
            </a:xfrm>
            <a:custGeom>
              <a:avLst/>
              <a:gdLst>
                <a:gd name="connsiteX0" fmla="*/ 14097 w 14096"/>
                <a:gd name="connsiteY0" fmla="*/ 7049 h 14097"/>
                <a:gd name="connsiteX1" fmla="*/ 7048 w 14096"/>
                <a:gd name="connsiteY1" fmla="*/ 14097 h 14097"/>
                <a:gd name="connsiteX2" fmla="*/ 0 w 14096"/>
                <a:gd name="connsiteY2" fmla="*/ 7049 h 14097"/>
                <a:gd name="connsiteX3" fmla="*/ 6953 w 14096"/>
                <a:gd name="connsiteY3" fmla="*/ 0 h 14097"/>
                <a:gd name="connsiteX4" fmla="*/ 14097 w 14096"/>
                <a:gd name="connsiteY4" fmla="*/ 7049 h 14097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14096" h="14097">
                  <a:moveTo>
                    <a:pt x="14097" y="7049"/>
                  </a:moveTo>
                  <a:cubicBezTo>
                    <a:pt x="14097" y="10954"/>
                    <a:pt x="10954" y="14097"/>
                    <a:pt x="7048" y="14097"/>
                  </a:cubicBezTo>
                  <a:cubicBezTo>
                    <a:pt x="3143" y="14097"/>
                    <a:pt x="0" y="10954"/>
                    <a:pt x="0" y="7049"/>
                  </a:cubicBezTo>
                  <a:cubicBezTo>
                    <a:pt x="0" y="3143"/>
                    <a:pt x="3048" y="0"/>
                    <a:pt x="6953" y="0"/>
                  </a:cubicBezTo>
                  <a:cubicBezTo>
                    <a:pt x="10858" y="0"/>
                    <a:pt x="14097" y="3143"/>
                    <a:pt x="14097" y="7049"/>
                  </a:cubicBezTo>
                  <a:close/>
                </a:path>
              </a:pathLst>
            </a:custGeom>
            <a:grpFill/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246" name="Freeform: Shape 245">
              <a:extLst>
                <a:ext uri="{FF2B5EF4-FFF2-40B4-BE49-F238E27FC236}">
                  <a16:creationId xmlns:a16="http://schemas.microsoft.com/office/drawing/2014/main" id="{7EDE6372-94D2-435D-BD43-A20072D8074F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6444410" y="3067039"/>
              <a:ext cx="14096" cy="14097"/>
            </a:xfrm>
            <a:custGeom>
              <a:avLst/>
              <a:gdLst>
                <a:gd name="connsiteX0" fmla="*/ 14097 w 14096"/>
                <a:gd name="connsiteY0" fmla="*/ 7049 h 14097"/>
                <a:gd name="connsiteX1" fmla="*/ 7048 w 14096"/>
                <a:gd name="connsiteY1" fmla="*/ 14097 h 14097"/>
                <a:gd name="connsiteX2" fmla="*/ 0 w 14096"/>
                <a:gd name="connsiteY2" fmla="*/ 7049 h 14097"/>
                <a:gd name="connsiteX3" fmla="*/ 7048 w 14096"/>
                <a:gd name="connsiteY3" fmla="*/ 0 h 14097"/>
                <a:gd name="connsiteX4" fmla="*/ 14097 w 14096"/>
                <a:gd name="connsiteY4" fmla="*/ 7049 h 14097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14096" h="14097">
                  <a:moveTo>
                    <a:pt x="14097" y="7049"/>
                  </a:moveTo>
                  <a:cubicBezTo>
                    <a:pt x="14097" y="10941"/>
                    <a:pt x="10941" y="14097"/>
                    <a:pt x="7048" y="14097"/>
                  </a:cubicBezTo>
                  <a:cubicBezTo>
                    <a:pt x="3156" y="14097"/>
                    <a:pt x="0" y="10941"/>
                    <a:pt x="0" y="7049"/>
                  </a:cubicBezTo>
                  <a:cubicBezTo>
                    <a:pt x="0" y="3156"/>
                    <a:pt x="3156" y="0"/>
                    <a:pt x="7048" y="0"/>
                  </a:cubicBezTo>
                  <a:cubicBezTo>
                    <a:pt x="10941" y="0"/>
                    <a:pt x="14097" y="3156"/>
                    <a:pt x="14097" y="7049"/>
                  </a:cubicBezTo>
                  <a:close/>
                </a:path>
              </a:pathLst>
            </a:custGeom>
            <a:grpFill/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247" name="Freeform: Shape 246">
              <a:extLst>
                <a:ext uri="{FF2B5EF4-FFF2-40B4-BE49-F238E27FC236}">
                  <a16:creationId xmlns:a16="http://schemas.microsoft.com/office/drawing/2014/main" id="{729575A6-77E2-4199-8F0A-27C89330A0C7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6148469" y="3126281"/>
              <a:ext cx="14097" cy="14099"/>
            </a:xfrm>
            <a:custGeom>
              <a:avLst/>
              <a:gdLst>
                <a:gd name="connsiteX0" fmla="*/ 14097 w 14097"/>
                <a:gd name="connsiteY0" fmla="*/ 7051 h 14099"/>
                <a:gd name="connsiteX1" fmla="*/ 7049 w 14097"/>
                <a:gd name="connsiteY1" fmla="*/ 14099 h 14099"/>
                <a:gd name="connsiteX2" fmla="*/ 0 w 14097"/>
                <a:gd name="connsiteY2" fmla="*/ 7051 h 14099"/>
                <a:gd name="connsiteX3" fmla="*/ 7049 w 14097"/>
                <a:gd name="connsiteY3" fmla="*/ 2 h 14099"/>
                <a:gd name="connsiteX4" fmla="*/ 14097 w 14097"/>
                <a:gd name="connsiteY4" fmla="*/ 7051 h 14099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14097" h="14099">
                  <a:moveTo>
                    <a:pt x="14097" y="7051"/>
                  </a:moveTo>
                  <a:cubicBezTo>
                    <a:pt x="14097" y="10956"/>
                    <a:pt x="10954" y="14099"/>
                    <a:pt x="7049" y="14099"/>
                  </a:cubicBezTo>
                  <a:cubicBezTo>
                    <a:pt x="3143" y="14099"/>
                    <a:pt x="0" y="10956"/>
                    <a:pt x="0" y="7051"/>
                  </a:cubicBezTo>
                  <a:cubicBezTo>
                    <a:pt x="0" y="3145"/>
                    <a:pt x="3143" y="2"/>
                    <a:pt x="7049" y="2"/>
                  </a:cubicBezTo>
                  <a:cubicBezTo>
                    <a:pt x="10954" y="-93"/>
                    <a:pt x="14097" y="3145"/>
                    <a:pt x="14097" y="7051"/>
                  </a:cubicBezTo>
                  <a:close/>
                </a:path>
              </a:pathLst>
            </a:custGeom>
            <a:grpFill/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248" name="Freeform: Shape 247">
              <a:extLst>
                <a:ext uri="{FF2B5EF4-FFF2-40B4-BE49-F238E27FC236}">
                  <a16:creationId xmlns:a16="http://schemas.microsoft.com/office/drawing/2014/main" id="{12EB506D-59AD-4011-80F8-36A2BDB9540A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6207620" y="3126281"/>
              <a:ext cx="14096" cy="14099"/>
            </a:xfrm>
            <a:custGeom>
              <a:avLst/>
              <a:gdLst>
                <a:gd name="connsiteX0" fmla="*/ 14097 w 14096"/>
                <a:gd name="connsiteY0" fmla="*/ 7051 h 14099"/>
                <a:gd name="connsiteX1" fmla="*/ 7048 w 14096"/>
                <a:gd name="connsiteY1" fmla="*/ 14099 h 14099"/>
                <a:gd name="connsiteX2" fmla="*/ 0 w 14096"/>
                <a:gd name="connsiteY2" fmla="*/ 7051 h 14099"/>
                <a:gd name="connsiteX3" fmla="*/ 7048 w 14096"/>
                <a:gd name="connsiteY3" fmla="*/ 2 h 14099"/>
                <a:gd name="connsiteX4" fmla="*/ 14097 w 14096"/>
                <a:gd name="connsiteY4" fmla="*/ 7051 h 14099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14096" h="14099">
                  <a:moveTo>
                    <a:pt x="14097" y="7051"/>
                  </a:moveTo>
                  <a:cubicBezTo>
                    <a:pt x="14097" y="10956"/>
                    <a:pt x="10954" y="14099"/>
                    <a:pt x="7048" y="14099"/>
                  </a:cubicBezTo>
                  <a:cubicBezTo>
                    <a:pt x="3143" y="14099"/>
                    <a:pt x="0" y="10956"/>
                    <a:pt x="0" y="7051"/>
                  </a:cubicBezTo>
                  <a:cubicBezTo>
                    <a:pt x="0" y="3145"/>
                    <a:pt x="3143" y="2"/>
                    <a:pt x="7048" y="2"/>
                  </a:cubicBezTo>
                  <a:cubicBezTo>
                    <a:pt x="10954" y="-93"/>
                    <a:pt x="14097" y="3145"/>
                    <a:pt x="14097" y="7051"/>
                  </a:cubicBezTo>
                  <a:close/>
                </a:path>
              </a:pathLst>
            </a:custGeom>
            <a:grpFill/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249" name="Freeform: Shape 248">
              <a:extLst>
                <a:ext uri="{FF2B5EF4-FFF2-40B4-BE49-F238E27FC236}">
                  <a16:creationId xmlns:a16="http://schemas.microsoft.com/office/drawing/2014/main" id="{92FD46FA-14EB-46A2-B4A3-ECD1F49BAC63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6266865" y="3126281"/>
              <a:ext cx="14096" cy="14099"/>
            </a:xfrm>
            <a:custGeom>
              <a:avLst/>
              <a:gdLst>
                <a:gd name="connsiteX0" fmla="*/ 14097 w 14096"/>
                <a:gd name="connsiteY0" fmla="*/ 7051 h 14099"/>
                <a:gd name="connsiteX1" fmla="*/ 7049 w 14096"/>
                <a:gd name="connsiteY1" fmla="*/ 14099 h 14099"/>
                <a:gd name="connsiteX2" fmla="*/ 0 w 14096"/>
                <a:gd name="connsiteY2" fmla="*/ 7051 h 14099"/>
                <a:gd name="connsiteX3" fmla="*/ 7049 w 14096"/>
                <a:gd name="connsiteY3" fmla="*/ 2 h 14099"/>
                <a:gd name="connsiteX4" fmla="*/ 14097 w 14096"/>
                <a:gd name="connsiteY4" fmla="*/ 7051 h 14099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14096" h="14099">
                  <a:moveTo>
                    <a:pt x="14097" y="7051"/>
                  </a:moveTo>
                  <a:cubicBezTo>
                    <a:pt x="14097" y="10956"/>
                    <a:pt x="10954" y="14099"/>
                    <a:pt x="7049" y="14099"/>
                  </a:cubicBezTo>
                  <a:cubicBezTo>
                    <a:pt x="3143" y="14099"/>
                    <a:pt x="0" y="10956"/>
                    <a:pt x="0" y="7051"/>
                  </a:cubicBezTo>
                  <a:cubicBezTo>
                    <a:pt x="0" y="3145"/>
                    <a:pt x="3143" y="2"/>
                    <a:pt x="7049" y="2"/>
                  </a:cubicBezTo>
                  <a:cubicBezTo>
                    <a:pt x="10859" y="-93"/>
                    <a:pt x="14097" y="3145"/>
                    <a:pt x="14097" y="7051"/>
                  </a:cubicBezTo>
                  <a:close/>
                </a:path>
              </a:pathLst>
            </a:custGeom>
            <a:grpFill/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250" name="Freeform: Shape 249">
              <a:extLst>
                <a:ext uri="{FF2B5EF4-FFF2-40B4-BE49-F238E27FC236}">
                  <a16:creationId xmlns:a16="http://schemas.microsoft.com/office/drawing/2014/main" id="{1CD84E07-49A9-40E3-B34C-91C156C9C60F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6326014" y="3126281"/>
              <a:ext cx="14096" cy="14099"/>
            </a:xfrm>
            <a:custGeom>
              <a:avLst/>
              <a:gdLst>
                <a:gd name="connsiteX0" fmla="*/ 14097 w 14096"/>
                <a:gd name="connsiteY0" fmla="*/ 7051 h 14099"/>
                <a:gd name="connsiteX1" fmla="*/ 7048 w 14096"/>
                <a:gd name="connsiteY1" fmla="*/ 14099 h 14099"/>
                <a:gd name="connsiteX2" fmla="*/ 0 w 14096"/>
                <a:gd name="connsiteY2" fmla="*/ 7051 h 14099"/>
                <a:gd name="connsiteX3" fmla="*/ 7048 w 14096"/>
                <a:gd name="connsiteY3" fmla="*/ 2 h 14099"/>
                <a:gd name="connsiteX4" fmla="*/ 14097 w 14096"/>
                <a:gd name="connsiteY4" fmla="*/ 7051 h 14099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14096" h="14099">
                  <a:moveTo>
                    <a:pt x="14097" y="7051"/>
                  </a:moveTo>
                  <a:cubicBezTo>
                    <a:pt x="14097" y="10956"/>
                    <a:pt x="10954" y="14099"/>
                    <a:pt x="7048" y="14099"/>
                  </a:cubicBezTo>
                  <a:cubicBezTo>
                    <a:pt x="3143" y="14099"/>
                    <a:pt x="0" y="10956"/>
                    <a:pt x="0" y="7051"/>
                  </a:cubicBezTo>
                  <a:cubicBezTo>
                    <a:pt x="0" y="3145"/>
                    <a:pt x="3143" y="2"/>
                    <a:pt x="7048" y="2"/>
                  </a:cubicBezTo>
                  <a:cubicBezTo>
                    <a:pt x="10954" y="-93"/>
                    <a:pt x="14097" y="3145"/>
                    <a:pt x="14097" y="7051"/>
                  </a:cubicBezTo>
                  <a:close/>
                </a:path>
              </a:pathLst>
            </a:custGeom>
            <a:grpFill/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251" name="Freeform: Shape 250">
              <a:extLst>
                <a:ext uri="{FF2B5EF4-FFF2-40B4-BE49-F238E27FC236}">
                  <a16:creationId xmlns:a16="http://schemas.microsoft.com/office/drawing/2014/main" id="{F3090306-C384-44A0-8C38-77397133BA04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6385260" y="3126281"/>
              <a:ext cx="14096" cy="14099"/>
            </a:xfrm>
            <a:custGeom>
              <a:avLst/>
              <a:gdLst>
                <a:gd name="connsiteX0" fmla="*/ 14097 w 14096"/>
                <a:gd name="connsiteY0" fmla="*/ 7051 h 14099"/>
                <a:gd name="connsiteX1" fmla="*/ 7048 w 14096"/>
                <a:gd name="connsiteY1" fmla="*/ 14099 h 14099"/>
                <a:gd name="connsiteX2" fmla="*/ 0 w 14096"/>
                <a:gd name="connsiteY2" fmla="*/ 7051 h 14099"/>
                <a:gd name="connsiteX3" fmla="*/ 7048 w 14096"/>
                <a:gd name="connsiteY3" fmla="*/ 2 h 14099"/>
                <a:gd name="connsiteX4" fmla="*/ 14097 w 14096"/>
                <a:gd name="connsiteY4" fmla="*/ 7051 h 14099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14096" h="14099">
                  <a:moveTo>
                    <a:pt x="14097" y="7051"/>
                  </a:moveTo>
                  <a:cubicBezTo>
                    <a:pt x="14097" y="10956"/>
                    <a:pt x="10954" y="14099"/>
                    <a:pt x="7048" y="14099"/>
                  </a:cubicBezTo>
                  <a:cubicBezTo>
                    <a:pt x="3143" y="14099"/>
                    <a:pt x="0" y="10956"/>
                    <a:pt x="0" y="7051"/>
                  </a:cubicBezTo>
                  <a:cubicBezTo>
                    <a:pt x="0" y="3145"/>
                    <a:pt x="3143" y="2"/>
                    <a:pt x="7048" y="2"/>
                  </a:cubicBezTo>
                  <a:cubicBezTo>
                    <a:pt x="10858" y="-93"/>
                    <a:pt x="14097" y="3145"/>
                    <a:pt x="14097" y="7051"/>
                  </a:cubicBezTo>
                  <a:close/>
                </a:path>
              </a:pathLst>
            </a:custGeom>
            <a:grpFill/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252" name="Freeform: Shape 251">
              <a:extLst>
                <a:ext uri="{FF2B5EF4-FFF2-40B4-BE49-F238E27FC236}">
                  <a16:creationId xmlns:a16="http://schemas.microsoft.com/office/drawing/2014/main" id="{3515E97E-31A4-4273-AB55-8EAD74CB9EBB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6444410" y="3126283"/>
              <a:ext cx="14096" cy="14097"/>
            </a:xfrm>
            <a:custGeom>
              <a:avLst/>
              <a:gdLst>
                <a:gd name="connsiteX0" fmla="*/ 14097 w 14096"/>
                <a:gd name="connsiteY0" fmla="*/ 7049 h 14097"/>
                <a:gd name="connsiteX1" fmla="*/ 7048 w 14096"/>
                <a:gd name="connsiteY1" fmla="*/ 14097 h 14097"/>
                <a:gd name="connsiteX2" fmla="*/ 0 w 14096"/>
                <a:gd name="connsiteY2" fmla="*/ 7049 h 14097"/>
                <a:gd name="connsiteX3" fmla="*/ 7048 w 14096"/>
                <a:gd name="connsiteY3" fmla="*/ 0 h 14097"/>
                <a:gd name="connsiteX4" fmla="*/ 14097 w 14096"/>
                <a:gd name="connsiteY4" fmla="*/ 7049 h 14097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14096" h="14097">
                  <a:moveTo>
                    <a:pt x="14097" y="7049"/>
                  </a:moveTo>
                  <a:cubicBezTo>
                    <a:pt x="14097" y="10954"/>
                    <a:pt x="10954" y="14097"/>
                    <a:pt x="7048" y="14097"/>
                  </a:cubicBezTo>
                  <a:cubicBezTo>
                    <a:pt x="3143" y="14097"/>
                    <a:pt x="0" y="10954"/>
                    <a:pt x="0" y="7049"/>
                  </a:cubicBezTo>
                  <a:cubicBezTo>
                    <a:pt x="0" y="3143"/>
                    <a:pt x="3143" y="0"/>
                    <a:pt x="7048" y="0"/>
                  </a:cubicBezTo>
                  <a:cubicBezTo>
                    <a:pt x="10954" y="0"/>
                    <a:pt x="14097" y="3143"/>
                    <a:pt x="14097" y="7049"/>
                  </a:cubicBezTo>
                  <a:close/>
                </a:path>
              </a:pathLst>
            </a:custGeom>
            <a:grpFill/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253" name="Freeform: Shape 252">
              <a:extLst>
                <a:ext uri="{FF2B5EF4-FFF2-40B4-BE49-F238E27FC236}">
                  <a16:creationId xmlns:a16="http://schemas.microsoft.com/office/drawing/2014/main" id="{792F63CA-0494-43E2-A0AA-37C35C832606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6148469" y="3185433"/>
              <a:ext cx="14097" cy="14096"/>
            </a:xfrm>
            <a:custGeom>
              <a:avLst/>
              <a:gdLst>
                <a:gd name="connsiteX0" fmla="*/ 14097 w 14097"/>
                <a:gd name="connsiteY0" fmla="*/ 7048 h 14096"/>
                <a:gd name="connsiteX1" fmla="*/ 7049 w 14097"/>
                <a:gd name="connsiteY1" fmla="*/ 14097 h 14096"/>
                <a:gd name="connsiteX2" fmla="*/ 0 w 14097"/>
                <a:gd name="connsiteY2" fmla="*/ 7048 h 14096"/>
                <a:gd name="connsiteX3" fmla="*/ 7049 w 14097"/>
                <a:gd name="connsiteY3" fmla="*/ 0 h 14096"/>
                <a:gd name="connsiteX4" fmla="*/ 14097 w 14097"/>
                <a:gd name="connsiteY4" fmla="*/ 7048 h 1409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14097" h="14096">
                  <a:moveTo>
                    <a:pt x="14097" y="7048"/>
                  </a:moveTo>
                  <a:cubicBezTo>
                    <a:pt x="14097" y="10954"/>
                    <a:pt x="10954" y="14097"/>
                    <a:pt x="7049" y="14097"/>
                  </a:cubicBezTo>
                  <a:cubicBezTo>
                    <a:pt x="3143" y="14097"/>
                    <a:pt x="0" y="10954"/>
                    <a:pt x="0" y="7048"/>
                  </a:cubicBezTo>
                  <a:cubicBezTo>
                    <a:pt x="0" y="3143"/>
                    <a:pt x="3143" y="0"/>
                    <a:pt x="7049" y="0"/>
                  </a:cubicBezTo>
                  <a:cubicBezTo>
                    <a:pt x="10954" y="0"/>
                    <a:pt x="14097" y="3143"/>
                    <a:pt x="14097" y="7048"/>
                  </a:cubicBezTo>
                  <a:close/>
                </a:path>
              </a:pathLst>
            </a:custGeom>
            <a:grpFill/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254" name="Freeform: Shape 253">
              <a:extLst>
                <a:ext uri="{FF2B5EF4-FFF2-40B4-BE49-F238E27FC236}">
                  <a16:creationId xmlns:a16="http://schemas.microsoft.com/office/drawing/2014/main" id="{5389A040-E4CC-4CE7-8B9F-40ECA9ACE11A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6207620" y="3185433"/>
              <a:ext cx="14096" cy="14096"/>
            </a:xfrm>
            <a:custGeom>
              <a:avLst/>
              <a:gdLst>
                <a:gd name="connsiteX0" fmla="*/ 14097 w 14096"/>
                <a:gd name="connsiteY0" fmla="*/ 7048 h 14096"/>
                <a:gd name="connsiteX1" fmla="*/ 7048 w 14096"/>
                <a:gd name="connsiteY1" fmla="*/ 14097 h 14096"/>
                <a:gd name="connsiteX2" fmla="*/ 0 w 14096"/>
                <a:gd name="connsiteY2" fmla="*/ 7048 h 14096"/>
                <a:gd name="connsiteX3" fmla="*/ 7048 w 14096"/>
                <a:gd name="connsiteY3" fmla="*/ 0 h 14096"/>
                <a:gd name="connsiteX4" fmla="*/ 14097 w 14096"/>
                <a:gd name="connsiteY4" fmla="*/ 7048 h 1409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14096" h="14096">
                  <a:moveTo>
                    <a:pt x="14097" y="7048"/>
                  </a:moveTo>
                  <a:cubicBezTo>
                    <a:pt x="14097" y="10954"/>
                    <a:pt x="10954" y="14097"/>
                    <a:pt x="7048" y="14097"/>
                  </a:cubicBezTo>
                  <a:cubicBezTo>
                    <a:pt x="3143" y="14097"/>
                    <a:pt x="0" y="10954"/>
                    <a:pt x="0" y="7048"/>
                  </a:cubicBezTo>
                  <a:cubicBezTo>
                    <a:pt x="0" y="3143"/>
                    <a:pt x="3143" y="0"/>
                    <a:pt x="7048" y="0"/>
                  </a:cubicBezTo>
                  <a:cubicBezTo>
                    <a:pt x="10954" y="0"/>
                    <a:pt x="14097" y="3143"/>
                    <a:pt x="14097" y="7048"/>
                  </a:cubicBezTo>
                  <a:close/>
                </a:path>
              </a:pathLst>
            </a:custGeom>
            <a:grpFill/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255" name="Freeform: Shape 254">
              <a:extLst>
                <a:ext uri="{FF2B5EF4-FFF2-40B4-BE49-F238E27FC236}">
                  <a16:creationId xmlns:a16="http://schemas.microsoft.com/office/drawing/2014/main" id="{1BA51B23-705C-49BE-B606-8A9B623E0A55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6266865" y="3185433"/>
              <a:ext cx="14096" cy="14096"/>
            </a:xfrm>
            <a:custGeom>
              <a:avLst/>
              <a:gdLst>
                <a:gd name="connsiteX0" fmla="*/ 14097 w 14096"/>
                <a:gd name="connsiteY0" fmla="*/ 7048 h 14096"/>
                <a:gd name="connsiteX1" fmla="*/ 7049 w 14096"/>
                <a:gd name="connsiteY1" fmla="*/ 14097 h 14096"/>
                <a:gd name="connsiteX2" fmla="*/ 0 w 14096"/>
                <a:gd name="connsiteY2" fmla="*/ 7048 h 14096"/>
                <a:gd name="connsiteX3" fmla="*/ 7049 w 14096"/>
                <a:gd name="connsiteY3" fmla="*/ 0 h 14096"/>
                <a:gd name="connsiteX4" fmla="*/ 14097 w 14096"/>
                <a:gd name="connsiteY4" fmla="*/ 7048 h 1409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14096" h="14096">
                  <a:moveTo>
                    <a:pt x="14097" y="7048"/>
                  </a:moveTo>
                  <a:cubicBezTo>
                    <a:pt x="14097" y="10954"/>
                    <a:pt x="10954" y="14097"/>
                    <a:pt x="7049" y="14097"/>
                  </a:cubicBezTo>
                  <a:cubicBezTo>
                    <a:pt x="3143" y="14097"/>
                    <a:pt x="0" y="10954"/>
                    <a:pt x="0" y="7048"/>
                  </a:cubicBezTo>
                  <a:cubicBezTo>
                    <a:pt x="0" y="3143"/>
                    <a:pt x="3143" y="0"/>
                    <a:pt x="7049" y="0"/>
                  </a:cubicBezTo>
                  <a:cubicBezTo>
                    <a:pt x="10859" y="0"/>
                    <a:pt x="14097" y="3143"/>
                    <a:pt x="14097" y="7048"/>
                  </a:cubicBezTo>
                  <a:close/>
                </a:path>
              </a:pathLst>
            </a:custGeom>
            <a:grpFill/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256" name="Freeform: Shape 255">
              <a:extLst>
                <a:ext uri="{FF2B5EF4-FFF2-40B4-BE49-F238E27FC236}">
                  <a16:creationId xmlns:a16="http://schemas.microsoft.com/office/drawing/2014/main" id="{B16EF17A-F451-4B5B-9052-33A9116E9DEA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6326014" y="3185433"/>
              <a:ext cx="14096" cy="14096"/>
            </a:xfrm>
            <a:custGeom>
              <a:avLst/>
              <a:gdLst>
                <a:gd name="connsiteX0" fmla="*/ 14097 w 14096"/>
                <a:gd name="connsiteY0" fmla="*/ 7048 h 14096"/>
                <a:gd name="connsiteX1" fmla="*/ 7048 w 14096"/>
                <a:gd name="connsiteY1" fmla="*/ 14097 h 14096"/>
                <a:gd name="connsiteX2" fmla="*/ 0 w 14096"/>
                <a:gd name="connsiteY2" fmla="*/ 7048 h 14096"/>
                <a:gd name="connsiteX3" fmla="*/ 7048 w 14096"/>
                <a:gd name="connsiteY3" fmla="*/ 0 h 14096"/>
                <a:gd name="connsiteX4" fmla="*/ 14097 w 14096"/>
                <a:gd name="connsiteY4" fmla="*/ 7048 h 1409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14096" h="14096">
                  <a:moveTo>
                    <a:pt x="14097" y="7048"/>
                  </a:moveTo>
                  <a:cubicBezTo>
                    <a:pt x="14097" y="10954"/>
                    <a:pt x="10954" y="14097"/>
                    <a:pt x="7048" y="14097"/>
                  </a:cubicBezTo>
                  <a:cubicBezTo>
                    <a:pt x="3143" y="14097"/>
                    <a:pt x="0" y="10954"/>
                    <a:pt x="0" y="7048"/>
                  </a:cubicBezTo>
                  <a:cubicBezTo>
                    <a:pt x="0" y="3143"/>
                    <a:pt x="3143" y="0"/>
                    <a:pt x="7048" y="0"/>
                  </a:cubicBezTo>
                  <a:cubicBezTo>
                    <a:pt x="10954" y="0"/>
                    <a:pt x="14097" y="3143"/>
                    <a:pt x="14097" y="7048"/>
                  </a:cubicBezTo>
                  <a:close/>
                </a:path>
              </a:pathLst>
            </a:custGeom>
            <a:grpFill/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257" name="Freeform: Shape 256">
              <a:extLst>
                <a:ext uri="{FF2B5EF4-FFF2-40B4-BE49-F238E27FC236}">
                  <a16:creationId xmlns:a16="http://schemas.microsoft.com/office/drawing/2014/main" id="{1B20B7D1-27D7-4E1A-A317-E9E7A105A94B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6385260" y="3185433"/>
              <a:ext cx="14096" cy="14096"/>
            </a:xfrm>
            <a:custGeom>
              <a:avLst/>
              <a:gdLst>
                <a:gd name="connsiteX0" fmla="*/ 14097 w 14096"/>
                <a:gd name="connsiteY0" fmla="*/ 7048 h 14096"/>
                <a:gd name="connsiteX1" fmla="*/ 7048 w 14096"/>
                <a:gd name="connsiteY1" fmla="*/ 14097 h 14096"/>
                <a:gd name="connsiteX2" fmla="*/ 0 w 14096"/>
                <a:gd name="connsiteY2" fmla="*/ 7048 h 14096"/>
                <a:gd name="connsiteX3" fmla="*/ 7048 w 14096"/>
                <a:gd name="connsiteY3" fmla="*/ 0 h 14096"/>
                <a:gd name="connsiteX4" fmla="*/ 14097 w 14096"/>
                <a:gd name="connsiteY4" fmla="*/ 7048 h 1409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14096" h="14096">
                  <a:moveTo>
                    <a:pt x="14097" y="7048"/>
                  </a:moveTo>
                  <a:cubicBezTo>
                    <a:pt x="14097" y="10954"/>
                    <a:pt x="10954" y="14097"/>
                    <a:pt x="7048" y="14097"/>
                  </a:cubicBezTo>
                  <a:cubicBezTo>
                    <a:pt x="3143" y="14097"/>
                    <a:pt x="0" y="10954"/>
                    <a:pt x="0" y="7048"/>
                  </a:cubicBezTo>
                  <a:cubicBezTo>
                    <a:pt x="0" y="3143"/>
                    <a:pt x="3143" y="0"/>
                    <a:pt x="7048" y="0"/>
                  </a:cubicBezTo>
                  <a:cubicBezTo>
                    <a:pt x="10858" y="0"/>
                    <a:pt x="14097" y="3143"/>
                    <a:pt x="14097" y="7048"/>
                  </a:cubicBezTo>
                  <a:close/>
                </a:path>
              </a:pathLst>
            </a:custGeom>
            <a:grpFill/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258" name="Freeform: Shape 257">
              <a:extLst>
                <a:ext uri="{FF2B5EF4-FFF2-40B4-BE49-F238E27FC236}">
                  <a16:creationId xmlns:a16="http://schemas.microsoft.com/office/drawing/2014/main" id="{1E3FADAF-FD1D-45B2-A40D-EBDD536E7560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6444410" y="3185432"/>
              <a:ext cx="14096" cy="14097"/>
            </a:xfrm>
            <a:custGeom>
              <a:avLst/>
              <a:gdLst>
                <a:gd name="connsiteX0" fmla="*/ 14097 w 14096"/>
                <a:gd name="connsiteY0" fmla="*/ 7049 h 14097"/>
                <a:gd name="connsiteX1" fmla="*/ 7048 w 14096"/>
                <a:gd name="connsiteY1" fmla="*/ 14097 h 14097"/>
                <a:gd name="connsiteX2" fmla="*/ 0 w 14096"/>
                <a:gd name="connsiteY2" fmla="*/ 7049 h 14097"/>
                <a:gd name="connsiteX3" fmla="*/ 7048 w 14096"/>
                <a:gd name="connsiteY3" fmla="*/ 0 h 14097"/>
                <a:gd name="connsiteX4" fmla="*/ 14097 w 14096"/>
                <a:gd name="connsiteY4" fmla="*/ 7049 h 14097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14096" h="14097">
                  <a:moveTo>
                    <a:pt x="14097" y="7049"/>
                  </a:moveTo>
                  <a:cubicBezTo>
                    <a:pt x="14097" y="10941"/>
                    <a:pt x="10941" y="14097"/>
                    <a:pt x="7048" y="14097"/>
                  </a:cubicBezTo>
                  <a:cubicBezTo>
                    <a:pt x="3156" y="14097"/>
                    <a:pt x="0" y="10941"/>
                    <a:pt x="0" y="7049"/>
                  </a:cubicBezTo>
                  <a:cubicBezTo>
                    <a:pt x="0" y="3156"/>
                    <a:pt x="3156" y="0"/>
                    <a:pt x="7048" y="0"/>
                  </a:cubicBezTo>
                  <a:cubicBezTo>
                    <a:pt x="10941" y="0"/>
                    <a:pt x="14097" y="3156"/>
                    <a:pt x="14097" y="7049"/>
                  </a:cubicBezTo>
                  <a:close/>
                </a:path>
              </a:pathLst>
            </a:custGeom>
            <a:grpFill/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259" name="Freeform: Shape 258">
              <a:extLst>
                <a:ext uri="{FF2B5EF4-FFF2-40B4-BE49-F238E27FC236}">
                  <a16:creationId xmlns:a16="http://schemas.microsoft.com/office/drawing/2014/main" id="{301257BA-BCE2-4479-A04F-A9DBFAF9289F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6148469" y="3244676"/>
              <a:ext cx="14097" cy="14099"/>
            </a:xfrm>
            <a:custGeom>
              <a:avLst/>
              <a:gdLst>
                <a:gd name="connsiteX0" fmla="*/ 14097 w 14097"/>
                <a:gd name="connsiteY0" fmla="*/ 7051 h 14099"/>
                <a:gd name="connsiteX1" fmla="*/ 7049 w 14097"/>
                <a:gd name="connsiteY1" fmla="*/ 14099 h 14099"/>
                <a:gd name="connsiteX2" fmla="*/ 0 w 14097"/>
                <a:gd name="connsiteY2" fmla="*/ 7051 h 14099"/>
                <a:gd name="connsiteX3" fmla="*/ 7049 w 14097"/>
                <a:gd name="connsiteY3" fmla="*/ 2 h 14099"/>
                <a:gd name="connsiteX4" fmla="*/ 14097 w 14097"/>
                <a:gd name="connsiteY4" fmla="*/ 7051 h 14099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14097" h="14099">
                  <a:moveTo>
                    <a:pt x="14097" y="7051"/>
                  </a:moveTo>
                  <a:cubicBezTo>
                    <a:pt x="14097" y="10956"/>
                    <a:pt x="10954" y="14099"/>
                    <a:pt x="7049" y="14099"/>
                  </a:cubicBezTo>
                  <a:cubicBezTo>
                    <a:pt x="3143" y="14099"/>
                    <a:pt x="0" y="10956"/>
                    <a:pt x="0" y="7051"/>
                  </a:cubicBezTo>
                  <a:cubicBezTo>
                    <a:pt x="0" y="3145"/>
                    <a:pt x="3143" y="2"/>
                    <a:pt x="7049" y="2"/>
                  </a:cubicBezTo>
                  <a:cubicBezTo>
                    <a:pt x="10954" y="-93"/>
                    <a:pt x="14097" y="3145"/>
                    <a:pt x="14097" y="7051"/>
                  </a:cubicBezTo>
                  <a:close/>
                </a:path>
              </a:pathLst>
            </a:custGeom>
            <a:grpFill/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260" name="Freeform: Shape 259">
              <a:extLst>
                <a:ext uri="{FF2B5EF4-FFF2-40B4-BE49-F238E27FC236}">
                  <a16:creationId xmlns:a16="http://schemas.microsoft.com/office/drawing/2014/main" id="{619D0ABC-04D9-405A-A52F-5EEC01762AA1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6207620" y="3244676"/>
              <a:ext cx="14096" cy="14099"/>
            </a:xfrm>
            <a:custGeom>
              <a:avLst/>
              <a:gdLst>
                <a:gd name="connsiteX0" fmla="*/ 14097 w 14096"/>
                <a:gd name="connsiteY0" fmla="*/ 7051 h 14099"/>
                <a:gd name="connsiteX1" fmla="*/ 7048 w 14096"/>
                <a:gd name="connsiteY1" fmla="*/ 14099 h 14099"/>
                <a:gd name="connsiteX2" fmla="*/ 0 w 14096"/>
                <a:gd name="connsiteY2" fmla="*/ 7051 h 14099"/>
                <a:gd name="connsiteX3" fmla="*/ 7048 w 14096"/>
                <a:gd name="connsiteY3" fmla="*/ 2 h 14099"/>
                <a:gd name="connsiteX4" fmla="*/ 14097 w 14096"/>
                <a:gd name="connsiteY4" fmla="*/ 7051 h 14099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14096" h="14099">
                  <a:moveTo>
                    <a:pt x="14097" y="7051"/>
                  </a:moveTo>
                  <a:cubicBezTo>
                    <a:pt x="14097" y="10956"/>
                    <a:pt x="10954" y="14099"/>
                    <a:pt x="7048" y="14099"/>
                  </a:cubicBezTo>
                  <a:cubicBezTo>
                    <a:pt x="3143" y="14099"/>
                    <a:pt x="0" y="10956"/>
                    <a:pt x="0" y="7051"/>
                  </a:cubicBezTo>
                  <a:cubicBezTo>
                    <a:pt x="0" y="3145"/>
                    <a:pt x="3143" y="2"/>
                    <a:pt x="7048" y="2"/>
                  </a:cubicBezTo>
                  <a:cubicBezTo>
                    <a:pt x="10954" y="-93"/>
                    <a:pt x="14097" y="3145"/>
                    <a:pt x="14097" y="7051"/>
                  </a:cubicBezTo>
                  <a:close/>
                </a:path>
              </a:pathLst>
            </a:custGeom>
            <a:grpFill/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261" name="Freeform: Shape 260">
              <a:extLst>
                <a:ext uri="{FF2B5EF4-FFF2-40B4-BE49-F238E27FC236}">
                  <a16:creationId xmlns:a16="http://schemas.microsoft.com/office/drawing/2014/main" id="{123AE5C7-608A-47A7-B7A1-55662B70BF39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6266865" y="3244676"/>
              <a:ext cx="14096" cy="14099"/>
            </a:xfrm>
            <a:custGeom>
              <a:avLst/>
              <a:gdLst>
                <a:gd name="connsiteX0" fmla="*/ 14097 w 14096"/>
                <a:gd name="connsiteY0" fmla="*/ 7051 h 14099"/>
                <a:gd name="connsiteX1" fmla="*/ 7049 w 14096"/>
                <a:gd name="connsiteY1" fmla="*/ 14099 h 14099"/>
                <a:gd name="connsiteX2" fmla="*/ 0 w 14096"/>
                <a:gd name="connsiteY2" fmla="*/ 7051 h 14099"/>
                <a:gd name="connsiteX3" fmla="*/ 7049 w 14096"/>
                <a:gd name="connsiteY3" fmla="*/ 2 h 14099"/>
                <a:gd name="connsiteX4" fmla="*/ 14097 w 14096"/>
                <a:gd name="connsiteY4" fmla="*/ 7051 h 14099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14096" h="14099">
                  <a:moveTo>
                    <a:pt x="14097" y="7051"/>
                  </a:moveTo>
                  <a:cubicBezTo>
                    <a:pt x="14097" y="10956"/>
                    <a:pt x="10954" y="14099"/>
                    <a:pt x="7049" y="14099"/>
                  </a:cubicBezTo>
                  <a:cubicBezTo>
                    <a:pt x="3143" y="14099"/>
                    <a:pt x="0" y="10956"/>
                    <a:pt x="0" y="7051"/>
                  </a:cubicBezTo>
                  <a:cubicBezTo>
                    <a:pt x="0" y="3145"/>
                    <a:pt x="3143" y="2"/>
                    <a:pt x="7049" y="2"/>
                  </a:cubicBezTo>
                  <a:cubicBezTo>
                    <a:pt x="10859" y="-93"/>
                    <a:pt x="14097" y="3145"/>
                    <a:pt x="14097" y="7051"/>
                  </a:cubicBezTo>
                  <a:close/>
                </a:path>
              </a:pathLst>
            </a:custGeom>
            <a:grpFill/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262" name="Freeform: Shape 261">
              <a:extLst>
                <a:ext uri="{FF2B5EF4-FFF2-40B4-BE49-F238E27FC236}">
                  <a16:creationId xmlns:a16="http://schemas.microsoft.com/office/drawing/2014/main" id="{957BDA1A-3081-45EB-A31E-3F98EC6DC30C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6326014" y="3244676"/>
              <a:ext cx="14096" cy="14099"/>
            </a:xfrm>
            <a:custGeom>
              <a:avLst/>
              <a:gdLst>
                <a:gd name="connsiteX0" fmla="*/ 14097 w 14096"/>
                <a:gd name="connsiteY0" fmla="*/ 7051 h 14099"/>
                <a:gd name="connsiteX1" fmla="*/ 7048 w 14096"/>
                <a:gd name="connsiteY1" fmla="*/ 14099 h 14099"/>
                <a:gd name="connsiteX2" fmla="*/ 0 w 14096"/>
                <a:gd name="connsiteY2" fmla="*/ 7051 h 14099"/>
                <a:gd name="connsiteX3" fmla="*/ 7048 w 14096"/>
                <a:gd name="connsiteY3" fmla="*/ 2 h 14099"/>
                <a:gd name="connsiteX4" fmla="*/ 14097 w 14096"/>
                <a:gd name="connsiteY4" fmla="*/ 7051 h 14099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14096" h="14099">
                  <a:moveTo>
                    <a:pt x="14097" y="7051"/>
                  </a:moveTo>
                  <a:cubicBezTo>
                    <a:pt x="14097" y="10956"/>
                    <a:pt x="10954" y="14099"/>
                    <a:pt x="7048" y="14099"/>
                  </a:cubicBezTo>
                  <a:cubicBezTo>
                    <a:pt x="3143" y="14099"/>
                    <a:pt x="0" y="10956"/>
                    <a:pt x="0" y="7051"/>
                  </a:cubicBezTo>
                  <a:cubicBezTo>
                    <a:pt x="0" y="3145"/>
                    <a:pt x="3143" y="2"/>
                    <a:pt x="7048" y="2"/>
                  </a:cubicBezTo>
                  <a:cubicBezTo>
                    <a:pt x="10954" y="-93"/>
                    <a:pt x="14097" y="3145"/>
                    <a:pt x="14097" y="7051"/>
                  </a:cubicBezTo>
                  <a:close/>
                </a:path>
              </a:pathLst>
            </a:custGeom>
            <a:grpFill/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263" name="Freeform: Shape 262">
              <a:extLst>
                <a:ext uri="{FF2B5EF4-FFF2-40B4-BE49-F238E27FC236}">
                  <a16:creationId xmlns:a16="http://schemas.microsoft.com/office/drawing/2014/main" id="{683DDA50-C794-4DC5-8297-CFDEB8DCB4A5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6385260" y="3244676"/>
              <a:ext cx="14096" cy="14099"/>
            </a:xfrm>
            <a:custGeom>
              <a:avLst/>
              <a:gdLst>
                <a:gd name="connsiteX0" fmla="*/ 14097 w 14096"/>
                <a:gd name="connsiteY0" fmla="*/ 7051 h 14099"/>
                <a:gd name="connsiteX1" fmla="*/ 7048 w 14096"/>
                <a:gd name="connsiteY1" fmla="*/ 14099 h 14099"/>
                <a:gd name="connsiteX2" fmla="*/ 0 w 14096"/>
                <a:gd name="connsiteY2" fmla="*/ 7051 h 14099"/>
                <a:gd name="connsiteX3" fmla="*/ 7048 w 14096"/>
                <a:gd name="connsiteY3" fmla="*/ 2 h 14099"/>
                <a:gd name="connsiteX4" fmla="*/ 14097 w 14096"/>
                <a:gd name="connsiteY4" fmla="*/ 7051 h 14099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14096" h="14099">
                  <a:moveTo>
                    <a:pt x="14097" y="7051"/>
                  </a:moveTo>
                  <a:cubicBezTo>
                    <a:pt x="14097" y="10956"/>
                    <a:pt x="10954" y="14099"/>
                    <a:pt x="7048" y="14099"/>
                  </a:cubicBezTo>
                  <a:cubicBezTo>
                    <a:pt x="3143" y="14099"/>
                    <a:pt x="0" y="10956"/>
                    <a:pt x="0" y="7051"/>
                  </a:cubicBezTo>
                  <a:cubicBezTo>
                    <a:pt x="0" y="3145"/>
                    <a:pt x="3143" y="2"/>
                    <a:pt x="7048" y="2"/>
                  </a:cubicBezTo>
                  <a:cubicBezTo>
                    <a:pt x="10858" y="-93"/>
                    <a:pt x="14097" y="3145"/>
                    <a:pt x="14097" y="7051"/>
                  </a:cubicBezTo>
                  <a:close/>
                </a:path>
              </a:pathLst>
            </a:custGeom>
            <a:grpFill/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264" name="Freeform: Shape 263">
              <a:extLst>
                <a:ext uri="{FF2B5EF4-FFF2-40B4-BE49-F238E27FC236}">
                  <a16:creationId xmlns:a16="http://schemas.microsoft.com/office/drawing/2014/main" id="{FA42024A-A832-4635-9CE6-B968232CE8E1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6444410" y="3244679"/>
              <a:ext cx="14096" cy="14096"/>
            </a:xfrm>
            <a:custGeom>
              <a:avLst/>
              <a:gdLst>
                <a:gd name="connsiteX0" fmla="*/ 14097 w 14096"/>
                <a:gd name="connsiteY0" fmla="*/ 7048 h 14096"/>
                <a:gd name="connsiteX1" fmla="*/ 7048 w 14096"/>
                <a:gd name="connsiteY1" fmla="*/ 14097 h 14096"/>
                <a:gd name="connsiteX2" fmla="*/ 0 w 14096"/>
                <a:gd name="connsiteY2" fmla="*/ 7048 h 14096"/>
                <a:gd name="connsiteX3" fmla="*/ 7048 w 14096"/>
                <a:gd name="connsiteY3" fmla="*/ 0 h 14096"/>
                <a:gd name="connsiteX4" fmla="*/ 14097 w 14096"/>
                <a:gd name="connsiteY4" fmla="*/ 7048 h 1409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14096" h="14096">
                  <a:moveTo>
                    <a:pt x="14097" y="7048"/>
                  </a:moveTo>
                  <a:cubicBezTo>
                    <a:pt x="14097" y="10954"/>
                    <a:pt x="10954" y="14097"/>
                    <a:pt x="7048" y="14097"/>
                  </a:cubicBezTo>
                  <a:cubicBezTo>
                    <a:pt x="3143" y="14097"/>
                    <a:pt x="0" y="10954"/>
                    <a:pt x="0" y="7048"/>
                  </a:cubicBezTo>
                  <a:cubicBezTo>
                    <a:pt x="0" y="3143"/>
                    <a:pt x="3143" y="0"/>
                    <a:pt x="7048" y="0"/>
                  </a:cubicBezTo>
                  <a:cubicBezTo>
                    <a:pt x="10954" y="0"/>
                    <a:pt x="14097" y="3143"/>
                    <a:pt x="14097" y="7048"/>
                  </a:cubicBezTo>
                  <a:close/>
                </a:path>
              </a:pathLst>
            </a:custGeom>
            <a:grpFill/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265" name="Freeform: Shape 264">
              <a:extLst>
                <a:ext uri="{FF2B5EF4-FFF2-40B4-BE49-F238E27FC236}">
                  <a16:creationId xmlns:a16="http://schemas.microsoft.com/office/drawing/2014/main" id="{564D00AA-3E68-4F56-80A0-08D5DFFB6115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6148469" y="3303829"/>
              <a:ext cx="14097" cy="14096"/>
            </a:xfrm>
            <a:custGeom>
              <a:avLst/>
              <a:gdLst>
                <a:gd name="connsiteX0" fmla="*/ 14097 w 14097"/>
                <a:gd name="connsiteY0" fmla="*/ 7048 h 14096"/>
                <a:gd name="connsiteX1" fmla="*/ 7049 w 14097"/>
                <a:gd name="connsiteY1" fmla="*/ 14097 h 14096"/>
                <a:gd name="connsiteX2" fmla="*/ 0 w 14097"/>
                <a:gd name="connsiteY2" fmla="*/ 7048 h 14096"/>
                <a:gd name="connsiteX3" fmla="*/ 7049 w 14097"/>
                <a:gd name="connsiteY3" fmla="*/ 0 h 14096"/>
                <a:gd name="connsiteX4" fmla="*/ 14097 w 14097"/>
                <a:gd name="connsiteY4" fmla="*/ 7048 h 1409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14097" h="14096">
                  <a:moveTo>
                    <a:pt x="14097" y="7048"/>
                  </a:moveTo>
                  <a:cubicBezTo>
                    <a:pt x="14097" y="10954"/>
                    <a:pt x="10954" y="14097"/>
                    <a:pt x="7049" y="14097"/>
                  </a:cubicBezTo>
                  <a:cubicBezTo>
                    <a:pt x="3143" y="14097"/>
                    <a:pt x="0" y="10954"/>
                    <a:pt x="0" y="7048"/>
                  </a:cubicBezTo>
                  <a:cubicBezTo>
                    <a:pt x="0" y="3143"/>
                    <a:pt x="3143" y="0"/>
                    <a:pt x="7049" y="0"/>
                  </a:cubicBezTo>
                  <a:cubicBezTo>
                    <a:pt x="10954" y="0"/>
                    <a:pt x="14097" y="3143"/>
                    <a:pt x="14097" y="7048"/>
                  </a:cubicBezTo>
                  <a:close/>
                </a:path>
              </a:pathLst>
            </a:custGeom>
            <a:grpFill/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266" name="Freeform: Shape 265">
              <a:extLst>
                <a:ext uri="{FF2B5EF4-FFF2-40B4-BE49-F238E27FC236}">
                  <a16:creationId xmlns:a16="http://schemas.microsoft.com/office/drawing/2014/main" id="{D988A711-E3E8-4172-AFE1-60E93FF10AF3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6207620" y="3303829"/>
              <a:ext cx="14096" cy="14096"/>
            </a:xfrm>
            <a:custGeom>
              <a:avLst/>
              <a:gdLst>
                <a:gd name="connsiteX0" fmla="*/ 14097 w 14096"/>
                <a:gd name="connsiteY0" fmla="*/ 7048 h 14096"/>
                <a:gd name="connsiteX1" fmla="*/ 7048 w 14096"/>
                <a:gd name="connsiteY1" fmla="*/ 14097 h 14096"/>
                <a:gd name="connsiteX2" fmla="*/ 0 w 14096"/>
                <a:gd name="connsiteY2" fmla="*/ 7048 h 14096"/>
                <a:gd name="connsiteX3" fmla="*/ 7048 w 14096"/>
                <a:gd name="connsiteY3" fmla="*/ 0 h 14096"/>
                <a:gd name="connsiteX4" fmla="*/ 14097 w 14096"/>
                <a:gd name="connsiteY4" fmla="*/ 7048 h 1409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14096" h="14096">
                  <a:moveTo>
                    <a:pt x="14097" y="7048"/>
                  </a:moveTo>
                  <a:cubicBezTo>
                    <a:pt x="14097" y="10954"/>
                    <a:pt x="10954" y="14097"/>
                    <a:pt x="7048" y="14097"/>
                  </a:cubicBezTo>
                  <a:cubicBezTo>
                    <a:pt x="3143" y="14097"/>
                    <a:pt x="0" y="10954"/>
                    <a:pt x="0" y="7048"/>
                  </a:cubicBezTo>
                  <a:cubicBezTo>
                    <a:pt x="0" y="3143"/>
                    <a:pt x="3143" y="0"/>
                    <a:pt x="7048" y="0"/>
                  </a:cubicBezTo>
                  <a:cubicBezTo>
                    <a:pt x="10954" y="0"/>
                    <a:pt x="14097" y="3143"/>
                    <a:pt x="14097" y="7048"/>
                  </a:cubicBezTo>
                  <a:close/>
                </a:path>
              </a:pathLst>
            </a:custGeom>
            <a:grpFill/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267" name="Freeform: Shape 266">
              <a:extLst>
                <a:ext uri="{FF2B5EF4-FFF2-40B4-BE49-F238E27FC236}">
                  <a16:creationId xmlns:a16="http://schemas.microsoft.com/office/drawing/2014/main" id="{7A89FF34-EE34-461C-A3EF-73AC3801B923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6266865" y="3303829"/>
              <a:ext cx="14096" cy="14096"/>
            </a:xfrm>
            <a:custGeom>
              <a:avLst/>
              <a:gdLst>
                <a:gd name="connsiteX0" fmla="*/ 14097 w 14096"/>
                <a:gd name="connsiteY0" fmla="*/ 7048 h 14096"/>
                <a:gd name="connsiteX1" fmla="*/ 7049 w 14096"/>
                <a:gd name="connsiteY1" fmla="*/ 14097 h 14096"/>
                <a:gd name="connsiteX2" fmla="*/ 0 w 14096"/>
                <a:gd name="connsiteY2" fmla="*/ 7048 h 14096"/>
                <a:gd name="connsiteX3" fmla="*/ 7049 w 14096"/>
                <a:gd name="connsiteY3" fmla="*/ 0 h 14096"/>
                <a:gd name="connsiteX4" fmla="*/ 14097 w 14096"/>
                <a:gd name="connsiteY4" fmla="*/ 7048 h 1409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14096" h="14096">
                  <a:moveTo>
                    <a:pt x="14097" y="7048"/>
                  </a:moveTo>
                  <a:cubicBezTo>
                    <a:pt x="14097" y="10954"/>
                    <a:pt x="10954" y="14097"/>
                    <a:pt x="7049" y="14097"/>
                  </a:cubicBezTo>
                  <a:cubicBezTo>
                    <a:pt x="3143" y="14097"/>
                    <a:pt x="0" y="10954"/>
                    <a:pt x="0" y="7048"/>
                  </a:cubicBezTo>
                  <a:cubicBezTo>
                    <a:pt x="0" y="3143"/>
                    <a:pt x="3143" y="0"/>
                    <a:pt x="7049" y="0"/>
                  </a:cubicBezTo>
                  <a:cubicBezTo>
                    <a:pt x="10859" y="0"/>
                    <a:pt x="14097" y="3143"/>
                    <a:pt x="14097" y="7048"/>
                  </a:cubicBezTo>
                  <a:close/>
                </a:path>
              </a:pathLst>
            </a:custGeom>
            <a:grpFill/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268" name="Freeform: Shape 267">
              <a:extLst>
                <a:ext uri="{FF2B5EF4-FFF2-40B4-BE49-F238E27FC236}">
                  <a16:creationId xmlns:a16="http://schemas.microsoft.com/office/drawing/2014/main" id="{80D55E43-BE59-444D-B32B-9C0306A126BE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6326014" y="3303829"/>
              <a:ext cx="14096" cy="14096"/>
            </a:xfrm>
            <a:custGeom>
              <a:avLst/>
              <a:gdLst>
                <a:gd name="connsiteX0" fmla="*/ 14097 w 14096"/>
                <a:gd name="connsiteY0" fmla="*/ 7048 h 14096"/>
                <a:gd name="connsiteX1" fmla="*/ 7048 w 14096"/>
                <a:gd name="connsiteY1" fmla="*/ 14097 h 14096"/>
                <a:gd name="connsiteX2" fmla="*/ 0 w 14096"/>
                <a:gd name="connsiteY2" fmla="*/ 7048 h 14096"/>
                <a:gd name="connsiteX3" fmla="*/ 7048 w 14096"/>
                <a:gd name="connsiteY3" fmla="*/ 0 h 14096"/>
                <a:gd name="connsiteX4" fmla="*/ 14097 w 14096"/>
                <a:gd name="connsiteY4" fmla="*/ 7048 h 1409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14096" h="14096">
                  <a:moveTo>
                    <a:pt x="14097" y="7048"/>
                  </a:moveTo>
                  <a:cubicBezTo>
                    <a:pt x="14097" y="10954"/>
                    <a:pt x="10954" y="14097"/>
                    <a:pt x="7048" y="14097"/>
                  </a:cubicBezTo>
                  <a:cubicBezTo>
                    <a:pt x="3143" y="14097"/>
                    <a:pt x="0" y="10954"/>
                    <a:pt x="0" y="7048"/>
                  </a:cubicBezTo>
                  <a:cubicBezTo>
                    <a:pt x="0" y="3143"/>
                    <a:pt x="3143" y="0"/>
                    <a:pt x="7048" y="0"/>
                  </a:cubicBezTo>
                  <a:cubicBezTo>
                    <a:pt x="10954" y="0"/>
                    <a:pt x="14097" y="3143"/>
                    <a:pt x="14097" y="7048"/>
                  </a:cubicBezTo>
                  <a:close/>
                </a:path>
              </a:pathLst>
            </a:custGeom>
            <a:grpFill/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269" name="Freeform: Shape 268">
              <a:extLst>
                <a:ext uri="{FF2B5EF4-FFF2-40B4-BE49-F238E27FC236}">
                  <a16:creationId xmlns:a16="http://schemas.microsoft.com/office/drawing/2014/main" id="{639C823F-B16B-4DF7-BA6E-0D832AAB27DC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6385260" y="3303829"/>
              <a:ext cx="14096" cy="14096"/>
            </a:xfrm>
            <a:custGeom>
              <a:avLst/>
              <a:gdLst>
                <a:gd name="connsiteX0" fmla="*/ 14097 w 14096"/>
                <a:gd name="connsiteY0" fmla="*/ 7048 h 14096"/>
                <a:gd name="connsiteX1" fmla="*/ 7048 w 14096"/>
                <a:gd name="connsiteY1" fmla="*/ 14097 h 14096"/>
                <a:gd name="connsiteX2" fmla="*/ 0 w 14096"/>
                <a:gd name="connsiteY2" fmla="*/ 7048 h 14096"/>
                <a:gd name="connsiteX3" fmla="*/ 7048 w 14096"/>
                <a:gd name="connsiteY3" fmla="*/ 0 h 14096"/>
                <a:gd name="connsiteX4" fmla="*/ 14097 w 14096"/>
                <a:gd name="connsiteY4" fmla="*/ 7048 h 1409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14096" h="14096">
                  <a:moveTo>
                    <a:pt x="14097" y="7048"/>
                  </a:moveTo>
                  <a:cubicBezTo>
                    <a:pt x="14097" y="10954"/>
                    <a:pt x="10954" y="14097"/>
                    <a:pt x="7048" y="14097"/>
                  </a:cubicBezTo>
                  <a:cubicBezTo>
                    <a:pt x="3143" y="14097"/>
                    <a:pt x="0" y="10954"/>
                    <a:pt x="0" y="7048"/>
                  </a:cubicBezTo>
                  <a:cubicBezTo>
                    <a:pt x="0" y="3143"/>
                    <a:pt x="3143" y="0"/>
                    <a:pt x="7048" y="0"/>
                  </a:cubicBezTo>
                  <a:cubicBezTo>
                    <a:pt x="10858" y="0"/>
                    <a:pt x="14097" y="3143"/>
                    <a:pt x="14097" y="7048"/>
                  </a:cubicBezTo>
                  <a:close/>
                </a:path>
              </a:pathLst>
            </a:custGeom>
            <a:grpFill/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270" name="Freeform: Shape 269">
              <a:extLst>
                <a:ext uri="{FF2B5EF4-FFF2-40B4-BE49-F238E27FC236}">
                  <a16:creationId xmlns:a16="http://schemas.microsoft.com/office/drawing/2014/main" id="{2E623C08-172F-41EA-90CB-59ED0D583BFD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6444410" y="3303829"/>
              <a:ext cx="14096" cy="14096"/>
            </a:xfrm>
            <a:custGeom>
              <a:avLst/>
              <a:gdLst>
                <a:gd name="connsiteX0" fmla="*/ 14097 w 14096"/>
                <a:gd name="connsiteY0" fmla="*/ 7048 h 14096"/>
                <a:gd name="connsiteX1" fmla="*/ 7048 w 14096"/>
                <a:gd name="connsiteY1" fmla="*/ 14097 h 14096"/>
                <a:gd name="connsiteX2" fmla="*/ 0 w 14096"/>
                <a:gd name="connsiteY2" fmla="*/ 7048 h 14096"/>
                <a:gd name="connsiteX3" fmla="*/ 7048 w 14096"/>
                <a:gd name="connsiteY3" fmla="*/ 0 h 14096"/>
                <a:gd name="connsiteX4" fmla="*/ 14097 w 14096"/>
                <a:gd name="connsiteY4" fmla="*/ 7048 h 1409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14096" h="14096">
                  <a:moveTo>
                    <a:pt x="14097" y="7048"/>
                  </a:moveTo>
                  <a:cubicBezTo>
                    <a:pt x="14097" y="10954"/>
                    <a:pt x="10954" y="14097"/>
                    <a:pt x="7048" y="14097"/>
                  </a:cubicBezTo>
                  <a:cubicBezTo>
                    <a:pt x="3143" y="14097"/>
                    <a:pt x="0" y="10954"/>
                    <a:pt x="0" y="7048"/>
                  </a:cubicBezTo>
                  <a:cubicBezTo>
                    <a:pt x="0" y="3143"/>
                    <a:pt x="3143" y="0"/>
                    <a:pt x="7048" y="0"/>
                  </a:cubicBezTo>
                  <a:cubicBezTo>
                    <a:pt x="10954" y="0"/>
                    <a:pt x="14097" y="3143"/>
                    <a:pt x="14097" y="7048"/>
                  </a:cubicBezTo>
                  <a:close/>
                </a:path>
              </a:pathLst>
            </a:custGeom>
            <a:grpFill/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271" name="Freeform: Shape 270">
              <a:extLst>
                <a:ext uri="{FF2B5EF4-FFF2-40B4-BE49-F238E27FC236}">
                  <a16:creationId xmlns:a16="http://schemas.microsoft.com/office/drawing/2014/main" id="{94C0577F-0FF9-47D5-8C6D-FC7B4CC31837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6148469" y="3363072"/>
              <a:ext cx="14097" cy="14099"/>
            </a:xfrm>
            <a:custGeom>
              <a:avLst/>
              <a:gdLst>
                <a:gd name="connsiteX0" fmla="*/ 14097 w 14097"/>
                <a:gd name="connsiteY0" fmla="*/ 7051 h 14099"/>
                <a:gd name="connsiteX1" fmla="*/ 7049 w 14097"/>
                <a:gd name="connsiteY1" fmla="*/ 14099 h 14099"/>
                <a:gd name="connsiteX2" fmla="*/ 0 w 14097"/>
                <a:gd name="connsiteY2" fmla="*/ 7051 h 14099"/>
                <a:gd name="connsiteX3" fmla="*/ 7049 w 14097"/>
                <a:gd name="connsiteY3" fmla="*/ 2 h 14099"/>
                <a:gd name="connsiteX4" fmla="*/ 14097 w 14097"/>
                <a:gd name="connsiteY4" fmla="*/ 7051 h 14099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14097" h="14099">
                  <a:moveTo>
                    <a:pt x="14097" y="7051"/>
                  </a:moveTo>
                  <a:cubicBezTo>
                    <a:pt x="14097" y="10956"/>
                    <a:pt x="10954" y="14099"/>
                    <a:pt x="7049" y="14099"/>
                  </a:cubicBezTo>
                  <a:cubicBezTo>
                    <a:pt x="3143" y="14099"/>
                    <a:pt x="0" y="10956"/>
                    <a:pt x="0" y="7051"/>
                  </a:cubicBezTo>
                  <a:cubicBezTo>
                    <a:pt x="0" y="3145"/>
                    <a:pt x="3143" y="2"/>
                    <a:pt x="7049" y="2"/>
                  </a:cubicBezTo>
                  <a:cubicBezTo>
                    <a:pt x="10954" y="-93"/>
                    <a:pt x="14097" y="3145"/>
                    <a:pt x="14097" y="7051"/>
                  </a:cubicBezTo>
                  <a:close/>
                </a:path>
              </a:pathLst>
            </a:custGeom>
            <a:grpFill/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272" name="Freeform: Shape 271">
              <a:extLst>
                <a:ext uri="{FF2B5EF4-FFF2-40B4-BE49-F238E27FC236}">
                  <a16:creationId xmlns:a16="http://schemas.microsoft.com/office/drawing/2014/main" id="{30C80E9D-7909-4C52-ACAD-80FF874F9938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6207620" y="3363072"/>
              <a:ext cx="14096" cy="14099"/>
            </a:xfrm>
            <a:custGeom>
              <a:avLst/>
              <a:gdLst>
                <a:gd name="connsiteX0" fmla="*/ 14097 w 14096"/>
                <a:gd name="connsiteY0" fmla="*/ 7051 h 14099"/>
                <a:gd name="connsiteX1" fmla="*/ 7048 w 14096"/>
                <a:gd name="connsiteY1" fmla="*/ 14099 h 14099"/>
                <a:gd name="connsiteX2" fmla="*/ 0 w 14096"/>
                <a:gd name="connsiteY2" fmla="*/ 7051 h 14099"/>
                <a:gd name="connsiteX3" fmla="*/ 7048 w 14096"/>
                <a:gd name="connsiteY3" fmla="*/ 2 h 14099"/>
                <a:gd name="connsiteX4" fmla="*/ 14097 w 14096"/>
                <a:gd name="connsiteY4" fmla="*/ 7051 h 14099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14096" h="14099">
                  <a:moveTo>
                    <a:pt x="14097" y="7051"/>
                  </a:moveTo>
                  <a:cubicBezTo>
                    <a:pt x="14097" y="10956"/>
                    <a:pt x="10954" y="14099"/>
                    <a:pt x="7048" y="14099"/>
                  </a:cubicBezTo>
                  <a:cubicBezTo>
                    <a:pt x="3143" y="14099"/>
                    <a:pt x="0" y="10956"/>
                    <a:pt x="0" y="7051"/>
                  </a:cubicBezTo>
                  <a:cubicBezTo>
                    <a:pt x="0" y="3145"/>
                    <a:pt x="3143" y="2"/>
                    <a:pt x="7048" y="2"/>
                  </a:cubicBezTo>
                  <a:cubicBezTo>
                    <a:pt x="10954" y="-93"/>
                    <a:pt x="14097" y="3145"/>
                    <a:pt x="14097" y="7051"/>
                  </a:cubicBezTo>
                  <a:close/>
                </a:path>
              </a:pathLst>
            </a:custGeom>
            <a:grpFill/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273" name="Freeform: Shape 272">
              <a:extLst>
                <a:ext uri="{FF2B5EF4-FFF2-40B4-BE49-F238E27FC236}">
                  <a16:creationId xmlns:a16="http://schemas.microsoft.com/office/drawing/2014/main" id="{2B9598CE-4E74-4A54-BAB8-59379D21146F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6266865" y="3363072"/>
              <a:ext cx="14096" cy="14099"/>
            </a:xfrm>
            <a:custGeom>
              <a:avLst/>
              <a:gdLst>
                <a:gd name="connsiteX0" fmla="*/ 14097 w 14096"/>
                <a:gd name="connsiteY0" fmla="*/ 7051 h 14099"/>
                <a:gd name="connsiteX1" fmla="*/ 7049 w 14096"/>
                <a:gd name="connsiteY1" fmla="*/ 14099 h 14099"/>
                <a:gd name="connsiteX2" fmla="*/ 0 w 14096"/>
                <a:gd name="connsiteY2" fmla="*/ 7051 h 14099"/>
                <a:gd name="connsiteX3" fmla="*/ 7049 w 14096"/>
                <a:gd name="connsiteY3" fmla="*/ 2 h 14099"/>
                <a:gd name="connsiteX4" fmla="*/ 14097 w 14096"/>
                <a:gd name="connsiteY4" fmla="*/ 7051 h 14099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14096" h="14099">
                  <a:moveTo>
                    <a:pt x="14097" y="7051"/>
                  </a:moveTo>
                  <a:cubicBezTo>
                    <a:pt x="14097" y="10956"/>
                    <a:pt x="10954" y="14099"/>
                    <a:pt x="7049" y="14099"/>
                  </a:cubicBezTo>
                  <a:cubicBezTo>
                    <a:pt x="3143" y="14099"/>
                    <a:pt x="0" y="10956"/>
                    <a:pt x="0" y="7051"/>
                  </a:cubicBezTo>
                  <a:cubicBezTo>
                    <a:pt x="0" y="3145"/>
                    <a:pt x="3143" y="2"/>
                    <a:pt x="7049" y="2"/>
                  </a:cubicBezTo>
                  <a:cubicBezTo>
                    <a:pt x="10859" y="-93"/>
                    <a:pt x="14097" y="3145"/>
                    <a:pt x="14097" y="7051"/>
                  </a:cubicBezTo>
                  <a:close/>
                </a:path>
              </a:pathLst>
            </a:custGeom>
            <a:grpFill/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274" name="Freeform: Shape 273">
              <a:extLst>
                <a:ext uri="{FF2B5EF4-FFF2-40B4-BE49-F238E27FC236}">
                  <a16:creationId xmlns:a16="http://schemas.microsoft.com/office/drawing/2014/main" id="{E7188EAA-47E1-4B73-8682-C74A0421BE66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6326014" y="3363072"/>
              <a:ext cx="14096" cy="14099"/>
            </a:xfrm>
            <a:custGeom>
              <a:avLst/>
              <a:gdLst>
                <a:gd name="connsiteX0" fmla="*/ 14097 w 14096"/>
                <a:gd name="connsiteY0" fmla="*/ 7051 h 14099"/>
                <a:gd name="connsiteX1" fmla="*/ 7048 w 14096"/>
                <a:gd name="connsiteY1" fmla="*/ 14099 h 14099"/>
                <a:gd name="connsiteX2" fmla="*/ 0 w 14096"/>
                <a:gd name="connsiteY2" fmla="*/ 7051 h 14099"/>
                <a:gd name="connsiteX3" fmla="*/ 7048 w 14096"/>
                <a:gd name="connsiteY3" fmla="*/ 2 h 14099"/>
                <a:gd name="connsiteX4" fmla="*/ 14097 w 14096"/>
                <a:gd name="connsiteY4" fmla="*/ 7051 h 14099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14096" h="14099">
                  <a:moveTo>
                    <a:pt x="14097" y="7051"/>
                  </a:moveTo>
                  <a:cubicBezTo>
                    <a:pt x="14097" y="10956"/>
                    <a:pt x="10954" y="14099"/>
                    <a:pt x="7048" y="14099"/>
                  </a:cubicBezTo>
                  <a:cubicBezTo>
                    <a:pt x="3143" y="14099"/>
                    <a:pt x="0" y="10956"/>
                    <a:pt x="0" y="7051"/>
                  </a:cubicBezTo>
                  <a:cubicBezTo>
                    <a:pt x="0" y="3145"/>
                    <a:pt x="3143" y="2"/>
                    <a:pt x="7048" y="2"/>
                  </a:cubicBezTo>
                  <a:cubicBezTo>
                    <a:pt x="10954" y="-93"/>
                    <a:pt x="14097" y="3145"/>
                    <a:pt x="14097" y="7051"/>
                  </a:cubicBezTo>
                  <a:close/>
                </a:path>
              </a:pathLst>
            </a:custGeom>
            <a:grpFill/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275" name="Freeform: Shape 274">
              <a:extLst>
                <a:ext uri="{FF2B5EF4-FFF2-40B4-BE49-F238E27FC236}">
                  <a16:creationId xmlns:a16="http://schemas.microsoft.com/office/drawing/2014/main" id="{36900E8B-61F2-411F-B29F-A9CDC6E811DC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6385260" y="3363072"/>
              <a:ext cx="14096" cy="14099"/>
            </a:xfrm>
            <a:custGeom>
              <a:avLst/>
              <a:gdLst>
                <a:gd name="connsiteX0" fmla="*/ 14097 w 14096"/>
                <a:gd name="connsiteY0" fmla="*/ 7051 h 14099"/>
                <a:gd name="connsiteX1" fmla="*/ 7048 w 14096"/>
                <a:gd name="connsiteY1" fmla="*/ 14099 h 14099"/>
                <a:gd name="connsiteX2" fmla="*/ 0 w 14096"/>
                <a:gd name="connsiteY2" fmla="*/ 7051 h 14099"/>
                <a:gd name="connsiteX3" fmla="*/ 7048 w 14096"/>
                <a:gd name="connsiteY3" fmla="*/ 2 h 14099"/>
                <a:gd name="connsiteX4" fmla="*/ 14097 w 14096"/>
                <a:gd name="connsiteY4" fmla="*/ 7051 h 14099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14096" h="14099">
                  <a:moveTo>
                    <a:pt x="14097" y="7051"/>
                  </a:moveTo>
                  <a:cubicBezTo>
                    <a:pt x="14097" y="10956"/>
                    <a:pt x="10954" y="14099"/>
                    <a:pt x="7048" y="14099"/>
                  </a:cubicBezTo>
                  <a:cubicBezTo>
                    <a:pt x="3143" y="14099"/>
                    <a:pt x="0" y="10956"/>
                    <a:pt x="0" y="7051"/>
                  </a:cubicBezTo>
                  <a:cubicBezTo>
                    <a:pt x="0" y="3145"/>
                    <a:pt x="3143" y="2"/>
                    <a:pt x="7048" y="2"/>
                  </a:cubicBezTo>
                  <a:cubicBezTo>
                    <a:pt x="10858" y="-93"/>
                    <a:pt x="14097" y="3145"/>
                    <a:pt x="14097" y="7051"/>
                  </a:cubicBezTo>
                  <a:close/>
                </a:path>
              </a:pathLst>
            </a:custGeom>
            <a:grpFill/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276" name="Freeform: Shape 275">
              <a:extLst>
                <a:ext uri="{FF2B5EF4-FFF2-40B4-BE49-F238E27FC236}">
                  <a16:creationId xmlns:a16="http://schemas.microsoft.com/office/drawing/2014/main" id="{0A25598A-334A-487D-9604-4753EAE81EC2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6444410" y="3363074"/>
              <a:ext cx="14096" cy="14097"/>
            </a:xfrm>
            <a:custGeom>
              <a:avLst/>
              <a:gdLst>
                <a:gd name="connsiteX0" fmla="*/ 14097 w 14096"/>
                <a:gd name="connsiteY0" fmla="*/ 7048 h 14097"/>
                <a:gd name="connsiteX1" fmla="*/ 7048 w 14096"/>
                <a:gd name="connsiteY1" fmla="*/ 14097 h 14097"/>
                <a:gd name="connsiteX2" fmla="*/ 0 w 14096"/>
                <a:gd name="connsiteY2" fmla="*/ 7048 h 14097"/>
                <a:gd name="connsiteX3" fmla="*/ 7048 w 14096"/>
                <a:gd name="connsiteY3" fmla="*/ 0 h 14097"/>
                <a:gd name="connsiteX4" fmla="*/ 14097 w 14096"/>
                <a:gd name="connsiteY4" fmla="*/ 7048 h 14097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14096" h="14097">
                  <a:moveTo>
                    <a:pt x="14097" y="7048"/>
                  </a:moveTo>
                  <a:cubicBezTo>
                    <a:pt x="14097" y="10954"/>
                    <a:pt x="10954" y="14097"/>
                    <a:pt x="7048" y="14097"/>
                  </a:cubicBezTo>
                  <a:cubicBezTo>
                    <a:pt x="3143" y="14097"/>
                    <a:pt x="0" y="10954"/>
                    <a:pt x="0" y="7048"/>
                  </a:cubicBezTo>
                  <a:cubicBezTo>
                    <a:pt x="0" y="3143"/>
                    <a:pt x="3143" y="0"/>
                    <a:pt x="7048" y="0"/>
                  </a:cubicBezTo>
                  <a:cubicBezTo>
                    <a:pt x="10954" y="0"/>
                    <a:pt x="14097" y="3143"/>
                    <a:pt x="14097" y="7048"/>
                  </a:cubicBezTo>
                  <a:close/>
                </a:path>
              </a:pathLst>
            </a:custGeom>
            <a:grpFill/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277" name="Freeform: Shape 276">
              <a:extLst>
                <a:ext uri="{FF2B5EF4-FFF2-40B4-BE49-F238E27FC236}">
                  <a16:creationId xmlns:a16="http://schemas.microsoft.com/office/drawing/2014/main" id="{C8DBE472-045A-491C-AB7C-4153EE2B0085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6148469" y="3422225"/>
              <a:ext cx="14097" cy="14096"/>
            </a:xfrm>
            <a:custGeom>
              <a:avLst/>
              <a:gdLst>
                <a:gd name="connsiteX0" fmla="*/ 14097 w 14097"/>
                <a:gd name="connsiteY0" fmla="*/ 7048 h 14096"/>
                <a:gd name="connsiteX1" fmla="*/ 7049 w 14097"/>
                <a:gd name="connsiteY1" fmla="*/ 14097 h 14096"/>
                <a:gd name="connsiteX2" fmla="*/ 0 w 14097"/>
                <a:gd name="connsiteY2" fmla="*/ 7048 h 14096"/>
                <a:gd name="connsiteX3" fmla="*/ 7049 w 14097"/>
                <a:gd name="connsiteY3" fmla="*/ 0 h 14096"/>
                <a:gd name="connsiteX4" fmla="*/ 14097 w 14097"/>
                <a:gd name="connsiteY4" fmla="*/ 7048 h 1409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14097" h="14096">
                  <a:moveTo>
                    <a:pt x="14097" y="7048"/>
                  </a:moveTo>
                  <a:cubicBezTo>
                    <a:pt x="14097" y="10954"/>
                    <a:pt x="10954" y="14097"/>
                    <a:pt x="7049" y="14097"/>
                  </a:cubicBezTo>
                  <a:cubicBezTo>
                    <a:pt x="3143" y="14097"/>
                    <a:pt x="0" y="10954"/>
                    <a:pt x="0" y="7048"/>
                  </a:cubicBezTo>
                  <a:cubicBezTo>
                    <a:pt x="0" y="3143"/>
                    <a:pt x="3143" y="0"/>
                    <a:pt x="7049" y="0"/>
                  </a:cubicBezTo>
                  <a:cubicBezTo>
                    <a:pt x="10954" y="0"/>
                    <a:pt x="14097" y="3143"/>
                    <a:pt x="14097" y="7048"/>
                  </a:cubicBezTo>
                  <a:close/>
                </a:path>
              </a:pathLst>
            </a:custGeom>
            <a:grpFill/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278" name="Freeform: Shape 277">
              <a:extLst>
                <a:ext uri="{FF2B5EF4-FFF2-40B4-BE49-F238E27FC236}">
                  <a16:creationId xmlns:a16="http://schemas.microsoft.com/office/drawing/2014/main" id="{2F6DD374-5D5F-48BB-8135-8F37EE2C235E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6207620" y="3422225"/>
              <a:ext cx="14096" cy="14096"/>
            </a:xfrm>
            <a:custGeom>
              <a:avLst/>
              <a:gdLst>
                <a:gd name="connsiteX0" fmla="*/ 14097 w 14096"/>
                <a:gd name="connsiteY0" fmla="*/ 7048 h 14096"/>
                <a:gd name="connsiteX1" fmla="*/ 7048 w 14096"/>
                <a:gd name="connsiteY1" fmla="*/ 14097 h 14096"/>
                <a:gd name="connsiteX2" fmla="*/ 0 w 14096"/>
                <a:gd name="connsiteY2" fmla="*/ 7048 h 14096"/>
                <a:gd name="connsiteX3" fmla="*/ 7048 w 14096"/>
                <a:gd name="connsiteY3" fmla="*/ 0 h 14096"/>
                <a:gd name="connsiteX4" fmla="*/ 14097 w 14096"/>
                <a:gd name="connsiteY4" fmla="*/ 7048 h 1409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14096" h="14096">
                  <a:moveTo>
                    <a:pt x="14097" y="7048"/>
                  </a:moveTo>
                  <a:cubicBezTo>
                    <a:pt x="14097" y="10954"/>
                    <a:pt x="10954" y="14097"/>
                    <a:pt x="7048" y="14097"/>
                  </a:cubicBezTo>
                  <a:cubicBezTo>
                    <a:pt x="3143" y="14097"/>
                    <a:pt x="0" y="10954"/>
                    <a:pt x="0" y="7048"/>
                  </a:cubicBezTo>
                  <a:cubicBezTo>
                    <a:pt x="0" y="3143"/>
                    <a:pt x="3143" y="0"/>
                    <a:pt x="7048" y="0"/>
                  </a:cubicBezTo>
                  <a:cubicBezTo>
                    <a:pt x="10954" y="0"/>
                    <a:pt x="14097" y="3143"/>
                    <a:pt x="14097" y="7048"/>
                  </a:cubicBezTo>
                  <a:close/>
                </a:path>
              </a:pathLst>
            </a:custGeom>
            <a:grpFill/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279" name="Freeform: Shape 278">
              <a:extLst>
                <a:ext uri="{FF2B5EF4-FFF2-40B4-BE49-F238E27FC236}">
                  <a16:creationId xmlns:a16="http://schemas.microsoft.com/office/drawing/2014/main" id="{386B8A5A-00D0-4291-937B-931B3F19CD46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6266865" y="3422225"/>
              <a:ext cx="14096" cy="14096"/>
            </a:xfrm>
            <a:custGeom>
              <a:avLst/>
              <a:gdLst>
                <a:gd name="connsiteX0" fmla="*/ 14097 w 14096"/>
                <a:gd name="connsiteY0" fmla="*/ 7048 h 14096"/>
                <a:gd name="connsiteX1" fmla="*/ 7049 w 14096"/>
                <a:gd name="connsiteY1" fmla="*/ 14097 h 14096"/>
                <a:gd name="connsiteX2" fmla="*/ 0 w 14096"/>
                <a:gd name="connsiteY2" fmla="*/ 7048 h 14096"/>
                <a:gd name="connsiteX3" fmla="*/ 7049 w 14096"/>
                <a:gd name="connsiteY3" fmla="*/ 0 h 14096"/>
                <a:gd name="connsiteX4" fmla="*/ 14097 w 14096"/>
                <a:gd name="connsiteY4" fmla="*/ 7048 h 1409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14096" h="14096">
                  <a:moveTo>
                    <a:pt x="14097" y="7048"/>
                  </a:moveTo>
                  <a:cubicBezTo>
                    <a:pt x="14097" y="10954"/>
                    <a:pt x="10954" y="14097"/>
                    <a:pt x="7049" y="14097"/>
                  </a:cubicBezTo>
                  <a:cubicBezTo>
                    <a:pt x="3143" y="14097"/>
                    <a:pt x="0" y="10954"/>
                    <a:pt x="0" y="7048"/>
                  </a:cubicBezTo>
                  <a:cubicBezTo>
                    <a:pt x="0" y="3143"/>
                    <a:pt x="3143" y="0"/>
                    <a:pt x="7049" y="0"/>
                  </a:cubicBezTo>
                  <a:cubicBezTo>
                    <a:pt x="10859" y="0"/>
                    <a:pt x="14097" y="3143"/>
                    <a:pt x="14097" y="7048"/>
                  </a:cubicBezTo>
                  <a:close/>
                </a:path>
              </a:pathLst>
            </a:custGeom>
            <a:grpFill/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280" name="Freeform: Shape 279">
              <a:extLst>
                <a:ext uri="{FF2B5EF4-FFF2-40B4-BE49-F238E27FC236}">
                  <a16:creationId xmlns:a16="http://schemas.microsoft.com/office/drawing/2014/main" id="{89C10BFA-8067-495D-810E-1F4085F7B4FE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6326014" y="3422225"/>
              <a:ext cx="14096" cy="14096"/>
            </a:xfrm>
            <a:custGeom>
              <a:avLst/>
              <a:gdLst>
                <a:gd name="connsiteX0" fmla="*/ 14097 w 14096"/>
                <a:gd name="connsiteY0" fmla="*/ 7048 h 14096"/>
                <a:gd name="connsiteX1" fmla="*/ 7048 w 14096"/>
                <a:gd name="connsiteY1" fmla="*/ 14097 h 14096"/>
                <a:gd name="connsiteX2" fmla="*/ 0 w 14096"/>
                <a:gd name="connsiteY2" fmla="*/ 7048 h 14096"/>
                <a:gd name="connsiteX3" fmla="*/ 7048 w 14096"/>
                <a:gd name="connsiteY3" fmla="*/ 0 h 14096"/>
                <a:gd name="connsiteX4" fmla="*/ 14097 w 14096"/>
                <a:gd name="connsiteY4" fmla="*/ 7048 h 1409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14096" h="14096">
                  <a:moveTo>
                    <a:pt x="14097" y="7048"/>
                  </a:moveTo>
                  <a:cubicBezTo>
                    <a:pt x="14097" y="10954"/>
                    <a:pt x="10954" y="14097"/>
                    <a:pt x="7048" y="14097"/>
                  </a:cubicBezTo>
                  <a:cubicBezTo>
                    <a:pt x="3143" y="14097"/>
                    <a:pt x="0" y="10954"/>
                    <a:pt x="0" y="7048"/>
                  </a:cubicBezTo>
                  <a:cubicBezTo>
                    <a:pt x="0" y="3143"/>
                    <a:pt x="3143" y="0"/>
                    <a:pt x="7048" y="0"/>
                  </a:cubicBezTo>
                  <a:cubicBezTo>
                    <a:pt x="10954" y="0"/>
                    <a:pt x="14097" y="3143"/>
                    <a:pt x="14097" y="7048"/>
                  </a:cubicBezTo>
                  <a:close/>
                </a:path>
              </a:pathLst>
            </a:custGeom>
            <a:grpFill/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281" name="Freeform: Shape 280">
              <a:extLst>
                <a:ext uri="{FF2B5EF4-FFF2-40B4-BE49-F238E27FC236}">
                  <a16:creationId xmlns:a16="http://schemas.microsoft.com/office/drawing/2014/main" id="{51F94E69-8294-4AB3-A457-3BD4ACF085CB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6385260" y="3422225"/>
              <a:ext cx="14096" cy="14096"/>
            </a:xfrm>
            <a:custGeom>
              <a:avLst/>
              <a:gdLst>
                <a:gd name="connsiteX0" fmla="*/ 14097 w 14096"/>
                <a:gd name="connsiteY0" fmla="*/ 7048 h 14096"/>
                <a:gd name="connsiteX1" fmla="*/ 7048 w 14096"/>
                <a:gd name="connsiteY1" fmla="*/ 14097 h 14096"/>
                <a:gd name="connsiteX2" fmla="*/ 0 w 14096"/>
                <a:gd name="connsiteY2" fmla="*/ 7048 h 14096"/>
                <a:gd name="connsiteX3" fmla="*/ 7048 w 14096"/>
                <a:gd name="connsiteY3" fmla="*/ 0 h 14096"/>
                <a:gd name="connsiteX4" fmla="*/ 14097 w 14096"/>
                <a:gd name="connsiteY4" fmla="*/ 7048 h 1409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14096" h="14096">
                  <a:moveTo>
                    <a:pt x="14097" y="7048"/>
                  </a:moveTo>
                  <a:cubicBezTo>
                    <a:pt x="14097" y="10954"/>
                    <a:pt x="10954" y="14097"/>
                    <a:pt x="7048" y="14097"/>
                  </a:cubicBezTo>
                  <a:cubicBezTo>
                    <a:pt x="3143" y="14097"/>
                    <a:pt x="0" y="10954"/>
                    <a:pt x="0" y="7048"/>
                  </a:cubicBezTo>
                  <a:cubicBezTo>
                    <a:pt x="0" y="3143"/>
                    <a:pt x="3143" y="0"/>
                    <a:pt x="7048" y="0"/>
                  </a:cubicBezTo>
                  <a:cubicBezTo>
                    <a:pt x="10858" y="0"/>
                    <a:pt x="14097" y="3143"/>
                    <a:pt x="14097" y="7048"/>
                  </a:cubicBezTo>
                  <a:close/>
                </a:path>
              </a:pathLst>
            </a:custGeom>
            <a:grpFill/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282" name="Freeform: Shape 281">
              <a:extLst>
                <a:ext uri="{FF2B5EF4-FFF2-40B4-BE49-F238E27FC236}">
                  <a16:creationId xmlns:a16="http://schemas.microsoft.com/office/drawing/2014/main" id="{AD2859C5-45C5-4EE2-8272-0FA7A023536A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6444410" y="3422224"/>
              <a:ext cx="14096" cy="14096"/>
            </a:xfrm>
            <a:custGeom>
              <a:avLst/>
              <a:gdLst>
                <a:gd name="connsiteX0" fmla="*/ 14097 w 14096"/>
                <a:gd name="connsiteY0" fmla="*/ 7048 h 14096"/>
                <a:gd name="connsiteX1" fmla="*/ 7048 w 14096"/>
                <a:gd name="connsiteY1" fmla="*/ 14097 h 14096"/>
                <a:gd name="connsiteX2" fmla="*/ 0 w 14096"/>
                <a:gd name="connsiteY2" fmla="*/ 7048 h 14096"/>
                <a:gd name="connsiteX3" fmla="*/ 7048 w 14096"/>
                <a:gd name="connsiteY3" fmla="*/ 0 h 14096"/>
                <a:gd name="connsiteX4" fmla="*/ 14097 w 14096"/>
                <a:gd name="connsiteY4" fmla="*/ 7048 h 1409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14096" h="14096">
                  <a:moveTo>
                    <a:pt x="14097" y="7048"/>
                  </a:moveTo>
                  <a:cubicBezTo>
                    <a:pt x="14097" y="10954"/>
                    <a:pt x="10954" y="14097"/>
                    <a:pt x="7048" y="14097"/>
                  </a:cubicBezTo>
                  <a:cubicBezTo>
                    <a:pt x="3143" y="14097"/>
                    <a:pt x="0" y="10954"/>
                    <a:pt x="0" y="7048"/>
                  </a:cubicBezTo>
                  <a:cubicBezTo>
                    <a:pt x="0" y="3143"/>
                    <a:pt x="3143" y="0"/>
                    <a:pt x="7048" y="0"/>
                  </a:cubicBezTo>
                  <a:cubicBezTo>
                    <a:pt x="10954" y="0"/>
                    <a:pt x="14097" y="3143"/>
                    <a:pt x="14097" y="7048"/>
                  </a:cubicBezTo>
                  <a:close/>
                </a:path>
              </a:pathLst>
            </a:custGeom>
            <a:grpFill/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283" name="Freeform: Shape 282">
              <a:extLst>
                <a:ext uri="{FF2B5EF4-FFF2-40B4-BE49-F238E27FC236}">
                  <a16:creationId xmlns:a16="http://schemas.microsoft.com/office/drawing/2014/main" id="{14AFB321-1B9D-41AF-9686-8C689A3F4B15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5734038" y="3481374"/>
              <a:ext cx="14192" cy="14096"/>
            </a:xfrm>
            <a:custGeom>
              <a:avLst/>
              <a:gdLst>
                <a:gd name="connsiteX0" fmla="*/ 14192 w 14192"/>
                <a:gd name="connsiteY0" fmla="*/ 7049 h 14096"/>
                <a:gd name="connsiteX1" fmla="*/ 7144 w 14192"/>
                <a:gd name="connsiteY1" fmla="*/ 14097 h 14096"/>
                <a:gd name="connsiteX2" fmla="*/ 0 w 14192"/>
                <a:gd name="connsiteY2" fmla="*/ 7049 h 14096"/>
                <a:gd name="connsiteX3" fmla="*/ 7049 w 14192"/>
                <a:gd name="connsiteY3" fmla="*/ 0 h 14096"/>
                <a:gd name="connsiteX4" fmla="*/ 14192 w 14192"/>
                <a:gd name="connsiteY4" fmla="*/ 7049 h 1409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14192" h="14096">
                  <a:moveTo>
                    <a:pt x="14192" y="7049"/>
                  </a:moveTo>
                  <a:cubicBezTo>
                    <a:pt x="14192" y="10954"/>
                    <a:pt x="11049" y="14097"/>
                    <a:pt x="7144" y="14097"/>
                  </a:cubicBezTo>
                  <a:cubicBezTo>
                    <a:pt x="3239" y="14097"/>
                    <a:pt x="0" y="11049"/>
                    <a:pt x="0" y="7049"/>
                  </a:cubicBezTo>
                  <a:cubicBezTo>
                    <a:pt x="0" y="3048"/>
                    <a:pt x="3143" y="0"/>
                    <a:pt x="7049" y="0"/>
                  </a:cubicBezTo>
                  <a:cubicBezTo>
                    <a:pt x="10954" y="0"/>
                    <a:pt x="14192" y="3143"/>
                    <a:pt x="14192" y="7049"/>
                  </a:cubicBezTo>
                  <a:close/>
                </a:path>
              </a:pathLst>
            </a:custGeom>
            <a:grpFill/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284" name="Freeform: Shape 283">
              <a:extLst>
                <a:ext uri="{FF2B5EF4-FFF2-40B4-BE49-F238E27FC236}">
                  <a16:creationId xmlns:a16="http://schemas.microsoft.com/office/drawing/2014/main" id="{5C4403F4-D893-4E4C-8DFE-E79AE6A62A63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5793283" y="3481374"/>
              <a:ext cx="14097" cy="14097"/>
            </a:xfrm>
            <a:custGeom>
              <a:avLst/>
              <a:gdLst>
                <a:gd name="connsiteX0" fmla="*/ 14097 w 14097"/>
                <a:gd name="connsiteY0" fmla="*/ 7049 h 14097"/>
                <a:gd name="connsiteX1" fmla="*/ 7049 w 14097"/>
                <a:gd name="connsiteY1" fmla="*/ 14097 h 14097"/>
                <a:gd name="connsiteX2" fmla="*/ 0 w 14097"/>
                <a:gd name="connsiteY2" fmla="*/ 7049 h 14097"/>
                <a:gd name="connsiteX3" fmla="*/ 7049 w 14097"/>
                <a:gd name="connsiteY3" fmla="*/ 0 h 14097"/>
                <a:gd name="connsiteX4" fmla="*/ 14097 w 14097"/>
                <a:gd name="connsiteY4" fmla="*/ 7049 h 14097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14097" h="14097">
                  <a:moveTo>
                    <a:pt x="14097" y="7049"/>
                  </a:moveTo>
                  <a:cubicBezTo>
                    <a:pt x="14097" y="10941"/>
                    <a:pt x="10941" y="14097"/>
                    <a:pt x="7049" y="14097"/>
                  </a:cubicBezTo>
                  <a:cubicBezTo>
                    <a:pt x="3156" y="14097"/>
                    <a:pt x="0" y="10941"/>
                    <a:pt x="0" y="7049"/>
                  </a:cubicBezTo>
                  <a:cubicBezTo>
                    <a:pt x="0" y="3156"/>
                    <a:pt x="3156" y="0"/>
                    <a:pt x="7049" y="0"/>
                  </a:cubicBezTo>
                  <a:cubicBezTo>
                    <a:pt x="10941" y="0"/>
                    <a:pt x="14097" y="3156"/>
                    <a:pt x="14097" y="7049"/>
                  </a:cubicBezTo>
                  <a:close/>
                </a:path>
              </a:pathLst>
            </a:custGeom>
            <a:grpFill/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285" name="Freeform: Shape 284">
              <a:extLst>
                <a:ext uri="{FF2B5EF4-FFF2-40B4-BE49-F238E27FC236}">
                  <a16:creationId xmlns:a16="http://schemas.microsoft.com/office/drawing/2014/main" id="{BA894316-677B-4B51-AF19-0D3FAF96A7DB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5852433" y="3481374"/>
              <a:ext cx="14096" cy="14096"/>
            </a:xfrm>
            <a:custGeom>
              <a:avLst/>
              <a:gdLst>
                <a:gd name="connsiteX0" fmla="*/ 14097 w 14096"/>
                <a:gd name="connsiteY0" fmla="*/ 7049 h 14096"/>
                <a:gd name="connsiteX1" fmla="*/ 7048 w 14096"/>
                <a:gd name="connsiteY1" fmla="*/ 14097 h 14096"/>
                <a:gd name="connsiteX2" fmla="*/ 0 w 14096"/>
                <a:gd name="connsiteY2" fmla="*/ 7049 h 14096"/>
                <a:gd name="connsiteX3" fmla="*/ 7048 w 14096"/>
                <a:gd name="connsiteY3" fmla="*/ 0 h 14096"/>
                <a:gd name="connsiteX4" fmla="*/ 14097 w 14096"/>
                <a:gd name="connsiteY4" fmla="*/ 7049 h 1409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14096" h="14096">
                  <a:moveTo>
                    <a:pt x="14097" y="7049"/>
                  </a:moveTo>
                  <a:cubicBezTo>
                    <a:pt x="14097" y="10954"/>
                    <a:pt x="10954" y="14097"/>
                    <a:pt x="7048" y="14097"/>
                  </a:cubicBezTo>
                  <a:cubicBezTo>
                    <a:pt x="3143" y="14097"/>
                    <a:pt x="0" y="10954"/>
                    <a:pt x="0" y="7049"/>
                  </a:cubicBezTo>
                  <a:cubicBezTo>
                    <a:pt x="0" y="3143"/>
                    <a:pt x="3143" y="0"/>
                    <a:pt x="7048" y="0"/>
                  </a:cubicBezTo>
                  <a:cubicBezTo>
                    <a:pt x="10954" y="0"/>
                    <a:pt x="14097" y="3143"/>
                    <a:pt x="14097" y="7049"/>
                  </a:cubicBezTo>
                  <a:close/>
                </a:path>
              </a:pathLst>
            </a:custGeom>
            <a:grpFill/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286" name="Freeform: Shape 285">
              <a:extLst>
                <a:ext uri="{FF2B5EF4-FFF2-40B4-BE49-F238E27FC236}">
                  <a16:creationId xmlns:a16="http://schemas.microsoft.com/office/drawing/2014/main" id="{07FDE9AD-8F5A-44B0-AC7E-30148150D05B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5911678" y="3481374"/>
              <a:ext cx="14096" cy="14096"/>
            </a:xfrm>
            <a:custGeom>
              <a:avLst/>
              <a:gdLst>
                <a:gd name="connsiteX0" fmla="*/ 14097 w 14096"/>
                <a:gd name="connsiteY0" fmla="*/ 7049 h 14096"/>
                <a:gd name="connsiteX1" fmla="*/ 7048 w 14096"/>
                <a:gd name="connsiteY1" fmla="*/ 14097 h 14096"/>
                <a:gd name="connsiteX2" fmla="*/ 0 w 14096"/>
                <a:gd name="connsiteY2" fmla="*/ 7049 h 14096"/>
                <a:gd name="connsiteX3" fmla="*/ 7048 w 14096"/>
                <a:gd name="connsiteY3" fmla="*/ 0 h 14096"/>
                <a:gd name="connsiteX4" fmla="*/ 14097 w 14096"/>
                <a:gd name="connsiteY4" fmla="*/ 7049 h 1409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14096" h="14096">
                  <a:moveTo>
                    <a:pt x="14097" y="7049"/>
                  </a:moveTo>
                  <a:cubicBezTo>
                    <a:pt x="14097" y="10954"/>
                    <a:pt x="10954" y="14097"/>
                    <a:pt x="7048" y="14097"/>
                  </a:cubicBezTo>
                  <a:cubicBezTo>
                    <a:pt x="3143" y="14097"/>
                    <a:pt x="0" y="10954"/>
                    <a:pt x="0" y="7049"/>
                  </a:cubicBezTo>
                  <a:cubicBezTo>
                    <a:pt x="0" y="3143"/>
                    <a:pt x="3143" y="0"/>
                    <a:pt x="7048" y="0"/>
                  </a:cubicBezTo>
                  <a:cubicBezTo>
                    <a:pt x="10954" y="0"/>
                    <a:pt x="14097" y="3143"/>
                    <a:pt x="14097" y="7049"/>
                  </a:cubicBezTo>
                  <a:close/>
                </a:path>
              </a:pathLst>
            </a:custGeom>
            <a:grpFill/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287" name="Freeform: Shape 286">
              <a:extLst>
                <a:ext uri="{FF2B5EF4-FFF2-40B4-BE49-F238E27FC236}">
                  <a16:creationId xmlns:a16="http://schemas.microsoft.com/office/drawing/2014/main" id="{A4D0E6BA-489D-4EA4-994E-225F7D078BC2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5970828" y="3481374"/>
              <a:ext cx="14096" cy="14096"/>
            </a:xfrm>
            <a:custGeom>
              <a:avLst/>
              <a:gdLst>
                <a:gd name="connsiteX0" fmla="*/ 14097 w 14096"/>
                <a:gd name="connsiteY0" fmla="*/ 7049 h 14096"/>
                <a:gd name="connsiteX1" fmla="*/ 7048 w 14096"/>
                <a:gd name="connsiteY1" fmla="*/ 14097 h 14096"/>
                <a:gd name="connsiteX2" fmla="*/ 0 w 14096"/>
                <a:gd name="connsiteY2" fmla="*/ 7049 h 14096"/>
                <a:gd name="connsiteX3" fmla="*/ 7048 w 14096"/>
                <a:gd name="connsiteY3" fmla="*/ 0 h 14096"/>
                <a:gd name="connsiteX4" fmla="*/ 14097 w 14096"/>
                <a:gd name="connsiteY4" fmla="*/ 7049 h 1409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14096" h="14096">
                  <a:moveTo>
                    <a:pt x="14097" y="7049"/>
                  </a:moveTo>
                  <a:cubicBezTo>
                    <a:pt x="14097" y="10954"/>
                    <a:pt x="10954" y="14097"/>
                    <a:pt x="7048" y="14097"/>
                  </a:cubicBezTo>
                  <a:cubicBezTo>
                    <a:pt x="3143" y="14097"/>
                    <a:pt x="0" y="10954"/>
                    <a:pt x="0" y="7049"/>
                  </a:cubicBezTo>
                  <a:cubicBezTo>
                    <a:pt x="0" y="3143"/>
                    <a:pt x="3143" y="0"/>
                    <a:pt x="7048" y="0"/>
                  </a:cubicBezTo>
                  <a:cubicBezTo>
                    <a:pt x="10954" y="0"/>
                    <a:pt x="14097" y="3143"/>
                    <a:pt x="14097" y="7049"/>
                  </a:cubicBezTo>
                  <a:close/>
                </a:path>
              </a:pathLst>
            </a:custGeom>
            <a:grpFill/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288" name="Freeform: Shape 287">
              <a:extLst>
                <a:ext uri="{FF2B5EF4-FFF2-40B4-BE49-F238E27FC236}">
                  <a16:creationId xmlns:a16="http://schemas.microsoft.com/office/drawing/2014/main" id="{7EDFBCCB-EC92-4860-BBDB-2EC6355FEE2D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6030074" y="3481374"/>
              <a:ext cx="14097" cy="14097"/>
            </a:xfrm>
            <a:custGeom>
              <a:avLst/>
              <a:gdLst>
                <a:gd name="connsiteX0" fmla="*/ 14097 w 14097"/>
                <a:gd name="connsiteY0" fmla="*/ 7049 h 14097"/>
                <a:gd name="connsiteX1" fmla="*/ 7049 w 14097"/>
                <a:gd name="connsiteY1" fmla="*/ 14097 h 14097"/>
                <a:gd name="connsiteX2" fmla="*/ 0 w 14097"/>
                <a:gd name="connsiteY2" fmla="*/ 7049 h 14097"/>
                <a:gd name="connsiteX3" fmla="*/ 7049 w 14097"/>
                <a:gd name="connsiteY3" fmla="*/ 0 h 14097"/>
                <a:gd name="connsiteX4" fmla="*/ 14097 w 14097"/>
                <a:gd name="connsiteY4" fmla="*/ 7049 h 14097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14097" h="14097">
                  <a:moveTo>
                    <a:pt x="14097" y="7049"/>
                  </a:moveTo>
                  <a:cubicBezTo>
                    <a:pt x="14097" y="10941"/>
                    <a:pt x="10941" y="14097"/>
                    <a:pt x="7049" y="14097"/>
                  </a:cubicBezTo>
                  <a:cubicBezTo>
                    <a:pt x="3156" y="14097"/>
                    <a:pt x="0" y="10941"/>
                    <a:pt x="0" y="7049"/>
                  </a:cubicBezTo>
                  <a:cubicBezTo>
                    <a:pt x="0" y="3156"/>
                    <a:pt x="3156" y="0"/>
                    <a:pt x="7049" y="0"/>
                  </a:cubicBezTo>
                  <a:cubicBezTo>
                    <a:pt x="10941" y="0"/>
                    <a:pt x="14097" y="3156"/>
                    <a:pt x="14097" y="7049"/>
                  </a:cubicBezTo>
                  <a:close/>
                </a:path>
              </a:pathLst>
            </a:custGeom>
            <a:grpFill/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289" name="Freeform: Shape 288">
              <a:extLst>
                <a:ext uri="{FF2B5EF4-FFF2-40B4-BE49-F238E27FC236}">
                  <a16:creationId xmlns:a16="http://schemas.microsoft.com/office/drawing/2014/main" id="{459DBA8E-2EB0-4C51-A161-2C595B89D49A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6089224" y="3481374"/>
              <a:ext cx="14096" cy="14096"/>
            </a:xfrm>
            <a:custGeom>
              <a:avLst/>
              <a:gdLst>
                <a:gd name="connsiteX0" fmla="*/ 14097 w 14096"/>
                <a:gd name="connsiteY0" fmla="*/ 7049 h 14096"/>
                <a:gd name="connsiteX1" fmla="*/ 7048 w 14096"/>
                <a:gd name="connsiteY1" fmla="*/ 14097 h 14096"/>
                <a:gd name="connsiteX2" fmla="*/ 0 w 14096"/>
                <a:gd name="connsiteY2" fmla="*/ 7049 h 14096"/>
                <a:gd name="connsiteX3" fmla="*/ 7048 w 14096"/>
                <a:gd name="connsiteY3" fmla="*/ 0 h 14096"/>
                <a:gd name="connsiteX4" fmla="*/ 14097 w 14096"/>
                <a:gd name="connsiteY4" fmla="*/ 7049 h 1409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14096" h="14096">
                  <a:moveTo>
                    <a:pt x="14097" y="7049"/>
                  </a:moveTo>
                  <a:cubicBezTo>
                    <a:pt x="14097" y="10954"/>
                    <a:pt x="10954" y="14097"/>
                    <a:pt x="7048" y="14097"/>
                  </a:cubicBezTo>
                  <a:cubicBezTo>
                    <a:pt x="3143" y="14097"/>
                    <a:pt x="0" y="10954"/>
                    <a:pt x="0" y="7049"/>
                  </a:cubicBezTo>
                  <a:cubicBezTo>
                    <a:pt x="0" y="3143"/>
                    <a:pt x="3143" y="0"/>
                    <a:pt x="7048" y="0"/>
                  </a:cubicBezTo>
                  <a:cubicBezTo>
                    <a:pt x="10954" y="0"/>
                    <a:pt x="14097" y="3143"/>
                    <a:pt x="14097" y="7049"/>
                  </a:cubicBezTo>
                  <a:close/>
                </a:path>
              </a:pathLst>
            </a:custGeom>
            <a:grpFill/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290" name="Freeform: Shape 289">
              <a:extLst>
                <a:ext uri="{FF2B5EF4-FFF2-40B4-BE49-F238E27FC236}">
                  <a16:creationId xmlns:a16="http://schemas.microsoft.com/office/drawing/2014/main" id="{FB1BA285-9A95-49B7-A098-F38400D92B9F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5734038" y="3540620"/>
              <a:ext cx="14192" cy="14096"/>
            </a:xfrm>
            <a:custGeom>
              <a:avLst/>
              <a:gdLst>
                <a:gd name="connsiteX0" fmla="*/ 14192 w 14192"/>
                <a:gd name="connsiteY0" fmla="*/ 7048 h 14096"/>
                <a:gd name="connsiteX1" fmla="*/ 7144 w 14192"/>
                <a:gd name="connsiteY1" fmla="*/ 14097 h 14096"/>
                <a:gd name="connsiteX2" fmla="*/ 0 w 14192"/>
                <a:gd name="connsiteY2" fmla="*/ 7048 h 14096"/>
                <a:gd name="connsiteX3" fmla="*/ 7049 w 14192"/>
                <a:gd name="connsiteY3" fmla="*/ 0 h 14096"/>
                <a:gd name="connsiteX4" fmla="*/ 14192 w 14192"/>
                <a:gd name="connsiteY4" fmla="*/ 7048 h 1409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14192" h="14096">
                  <a:moveTo>
                    <a:pt x="14192" y="7048"/>
                  </a:moveTo>
                  <a:cubicBezTo>
                    <a:pt x="14192" y="10954"/>
                    <a:pt x="11049" y="14097"/>
                    <a:pt x="7144" y="14097"/>
                  </a:cubicBezTo>
                  <a:cubicBezTo>
                    <a:pt x="3239" y="14097"/>
                    <a:pt x="0" y="10954"/>
                    <a:pt x="0" y="7048"/>
                  </a:cubicBezTo>
                  <a:cubicBezTo>
                    <a:pt x="0" y="3143"/>
                    <a:pt x="3143" y="0"/>
                    <a:pt x="7049" y="0"/>
                  </a:cubicBezTo>
                  <a:cubicBezTo>
                    <a:pt x="10954" y="0"/>
                    <a:pt x="14192" y="3143"/>
                    <a:pt x="14192" y="7048"/>
                  </a:cubicBezTo>
                  <a:close/>
                </a:path>
              </a:pathLst>
            </a:custGeom>
            <a:grpFill/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291" name="Freeform: Shape 290">
              <a:extLst>
                <a:ext uri="{FF2B5EF4-FFF2-40B4-BE49-F238E27FC236}">
                  <a16:creationId xmlns:a16="http://schemas.microsoft.com/office/drawing/2014/main" id="{D29C405E-90F5-4AB5-8B5F-3CA2F1815A61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5793283" y="3540620"/>
              <a:ext cx="14097" cy="14097"/>
            </a:xfrm>
            <a:custGeom>
              <a:avLst/>
              <a:gdLst>
                <a:gd name="connsiteX0" fmla="*/ 14097 w 14097"/>
                <a:gd name="connsiteY0" fmla="*/ 7048 h 14097"/>
                <a:gd name="connsiteX1" fmla="*/ 7049 w 14097"/>
                <a:gd name="connsiteY1" fmla="*/ 14097 h 14097"/>
                <a:gd name="connsiteX2" fmla="*/ 0 w 14097"/>
                <a:gd name="connsiteY2" fmla="*/ 7048 h 14097"/>
                <a:gd name="connsiteX3" fmla="*/ 7049 w 14097"/>
                <a:gd name="connsiteY3" fmla="*/ 0 h 14097"/>
                <a:gd name="connsiteX4" fmla="*/ 14097 w 14097"/>
                <a:gd name="connsiteY4" fmla="*/ 7048 h 14097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14097" h="14097">
                  <a:moveTo>
                    <a:pt x="14097" y="7048"/>
                  </a:moveTo>
                  <a:cubicBezTo>
                    <a:pt x="14097" y="10941"/>
                    <a:pt x="10941" y="14097"/>
                    <a:pt x="7049" y="14097"/>
                  </a:cubicBezTo>
                  <a:cubicBezTo>
                    <a:pt x="3156" y="14097"/>
                    <a:pt x="0" y="10941"/>
                    <a:pt x="0" y="7048"/>
                  </a:cubicBezTo>
                  <a:cubicBezTo>
                    <a:pt x="0" y="3156"/>
                    <a:pt x="3156" y="0"/>
                    <a:pt x="7049" y="0"/>
                  </a:cubicBezTo>
                  <a:cubicBezTo>
                    <a:pt x="10941" y="0"/>
                    <a:pt x="14097" y="3156"/>
                    <a:pt x="14097" y="7048"/>
                  </a:cubicBezTo>
                  <a:close/>
                </a:path>
              </a:pathLst>
            </a:custGeom>
            <a:grpFill/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292" name="Freeform: Shape 291">
              <a:extLst>
                <a:ext uri="{FF2B5EF4-FFF2-40B4-BE49-F238E27FC236}">
                  <a16:creationId xmlns:a16="http://schemas.microsoft.com/office/drawing/2014/main" id="{F7214FFD-3321-412F-9CA5-4BC6E874F923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5852433" y="3540620"/>
              <a:ext cx="14096" cy="14096"/>
            </a:xfrm>
            <a:custGeom>
              <a:avLst/>
              <a:gdLst>
                <a:gd name="connsiteX0" fmla="*/ 14097 w 14096"/>
                <a:gd name="connsiteY0" fmla="*/ 7048 h 14096"/>
                <a:gd name="connsiteX1" fmla="*/ 7048 w 14096"/>
                <a:gd name="connsiteY1" fmla="*/ 14097 h 14096"/>
                <a:gd name="connsiteX2" fmla="*/ 0 w 14096"/>
                <a:gd name="connsiteY2" fmla="*/ 7048 h 14096"/>
                <a:gd name="connsiteX3" fmla="*/ 7048 w 14096"/>
                <a:gd name="connsiteY3" fmla="*/ 0 h 14096"/>
                <a:gd name="connsiteX4" fmla="*/ 14097 w 14096"/>
                <a:gd name="connsiteY4" fmla="*/ 7048 h 1409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14096" h="14096">
                  <a:moveTo>
                    <a:pt x="14097" y="7048"/>
                  </a:moveTo>
                  <a:cubicBezTo>
                    <a:pt x="14097" y="10954"/>
                    <a:pt x="10954" y="14097"/>
                    <a:pt x="7048" y="14097"/>
                  </a:cubicBezTo>
                  <a:cubicBezTo>
                    <a:pt x="3143" y="14097"/>
                    <a:pt x="0" y="10954"/>
                    <a:pt x="0" y="7048"/>
                  </a:cubicBezTo>
                  <a:cubicBezTo>
                    <a:pt x="0" y="3143"/>
                    <a:pt x="3143" y="0"/>
                    <a:pt x="7048" y="0"/>
                  </a:cubicBezTo>
                  <a:cubicBezTo>
                    <a:pt x="10954" y="0"/>
                    <a:pt x="14097" y="3143"/>
                    <a:pt x="14097" y="7048"/>
                  </a:cubicBezTo>
                  <a:close/>
                </a:path>
              </a:pathLst>
            </a:custGeom>
            <a:grpFill/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293" name="Freeform: Shape 292">
              <a:extLst>
                <a:ext uri="{FF2B5EF4-FFF2-40B4-BE49-F238E27FC236}">
                  <a16:creationId xmlns:a16="http://schemas.microsoft.com/office/drawing/2014/main" id="{5F16C3D8-64A1-443D-92A7-EA97518A63FA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5911678" y="3540620"/>
              <a:ext cx="14096" cy="14096"/>
            </a:xfrm>
            <a:custGeom>
              <a:avLst/>
              <a:gdLst>
                <a:gd name="connsiteX0" fmla="*/ 14097 w 14096"/>
                <a:gd name="connsiteY0" fmla="*/ 7048 h 14096"/>
                <a:gd name="connsiteX1" fmla="*/ 7048 w 14096"/>
                <a:gd name="connsiteY1" fmla="*/ 14097 h 14096"/>
                <a:gd name="connsiteX2" fmla="*/ 0 w 14096"/>
                <a:gd name="connsiteY2" fmla="*/ 7048 h 14096"/>
                <a:gd name="connsiteX3" fmla="*/ 7048 w 14096"/>
                <a:gd name="connsiteY3" fmla="*/ 0 h 14096"/>
                <a:gd name="connsiteX4" fmla="*/ 14097 w 14096"/>
                <a:gd name="connsiteY4" fmla="*/ 7048 h 1409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14096" h="14096">
                  <a:moveTo>
                    <a:pt x="14097" y="7048"/>
                  </a:moveTo>
                  <a:cubicBezTo>
                    <a:pt x="14097" y="10954"/>
                    <a:pt x="10954" y="14097"/>
                    <a:pt x="7048" y="14097"/>
                  </a:cubicBezTo>
                  <a:cubicBezTo>
                    <a:pt x="3143" y="14097"/>
                    <a:pt x="0" y="10954"/>
                    <a:pt x="0" y="7048"/>
                  </a:cubicBezTo>
                  <a:cubicBezTo>
                    <a:pt x="0" y="3143"/>
                    <a:pt x="3143" y="0"/>
                    <a:pt x="7048" y="0"/>
                  </a:cubicBezTo>
                  <a:cubicBezTo>
                    <a:pt x="10954" y="0"/>
                    <a:pt x="14097" y="3143"/>
                    <a:pt x="14097" y="7048"/>
                  </a:cubicBezTo>
                  <a:close/>
                </a:path>
              </a:pathLst>
            </a:custGeom>
            <a:grpFill/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294" name="Freeform: Shape 293">
              <a:extLst>
                <a:ext uri="{FF2B5EF4-FFF2-40B4-BE49-F238E27FC236}">
                  <a16:creationId xmlns:a16="http://schemas.microsoft.com/office/drawing/2014/main" id="{7E4EFAB9-436A-4B6B-A16B-8DA3F614A89C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5970828" y="3540620"/>
              <a:ext cx="14096" cy="14096"/>
            </a:xfrm>
            <a:custGeom>
              <a:avLst/>
              <a:gdLst>
                <a:gd name="connsiteX0" fmla="*/ 14097 w 14096"/>
                <a:gd name="connsiteY0" fmla="*/ 7048 h 14096"/>
                <a:gd name="connsiteX1" fmla="*/ 7048 w 14096"/>
                <a:gd name="connsiteY1" fmla="*/ 14097 h 14096"/>
                <a:gd name="connsiteX2" fmla="*/ 0 w 14096"/>
                <a:gd name="connsiteY2" fmla="*/ 7048 h 14096"/>
                <a:gd name="connsiteX3" fmla="*/ 7048 w 14096"/>
                <a:gd name="connsiteY3" fmla="*/ 0 h 14096"/>
                <a:gd name="connsiteX4" fmla="*/ 14097 w 14096"/>
                <a:gd name="connsiteY4" fmla="*/ 7048 h 1409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14096" h="14096">
                  <a:moveTo>
                    <a:pt x="14097" y="7048"/>
                  </a:moveTo>
                  <a:cubicBezTo>
                    <a:pt x="14097" y="10954"/>
                    <a:pt x="10954" y="14097"/>
                    <a:pt x="7048" y="14097"/>
                  </a:cubicBezTo>
                  <a:cubicBezTo>
                    <a:pt x="3143" y="14097"/>
                    <a:pt x="0" y="10954"/>
                    <a:pt x="0" y="7048"/>
                  </a:cubicBezTo>
                  <a:cubicBezTo>
                    <a:pt x="0" y="3143"/>
                    <a:pt x="3143" y="0"/>
                    <a:pt x="7048" y="0"/>
                  </a:cubicBezTo>
                  <a:cubicBezTo>
                    <a:pt x="10954" y="0"/>
                    <a:pt x="14097" y="3143"/>
                    <a:pt x="14097" y="7048"/>
                  </a:cubicBezTo>
                  <a:close/>
                </a:path>
              </a:pathLst>
            </a:custGeom>
            <a:grpFill/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295" name="Freeform: Shape 294">
              <a:extLst>
                <a:ext uri="{FF2B5EF4-FFF2-40B4-BE49-F238E27FC236}">
                  <a16:creationId xmlns:a16="http://schemas.microsoft.com/office/drawing/2014/main" id="{037DDFC3-D7A5-443D-8417-D723296DA742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6030074" y="3540620"/>
              <a:ext cx="14097" cy="14097"/>
            </a:xfrm>
            <a:custGeom>
              <a:avLst/>
              <a:gdLst>
                <a:gd name="connsiteX0" fmla="*/ 14097 w 14097"/>
                <a:gd name="connsiteY0" fmla="*/ 7048 h 14097"/>
                <a:gd name="connsiteX1" fmla="*/ 7049 w 14097"/>
                <a:gd name="connsiteY1" fmla="*/ 14097 h 14097"/>
                <a:gd name="connsiteX2" fmla="*/ 0 w 14097"/>
                <a:gd name="connsiteY2" fmla="*/ 7048 h 14097"/>
                <a:gd name="connsiteX3" fmla="*/ 7049 w 14097"/>
                <a:gd name="connsiteY3" fmla="*/ 0 h 14097"/>
                <a:gd name="connsiteX4" fmla="*/ 14097 w 14097"/>
                <a:gd name="connsiteY4" fmla="*/ 7048 h 14097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14097" h="14097">
                  <a:moveTo>
                    <a:pt x="14097" y="7048"/>
                  </a:moveTo>
                  <a:cubicBezTo>
                    <a:pt x="14097" y="10941"/>
                    <a:pt x="10941" y="14097"/>
                    <a:pt x="7049" y="14097"/>
                  </a:cubicBezTo>
                  <a:cubicBezTo>
                    <a:pt x="3156" y="14097"/>
                    <a:pt x="0" y="10941"/>
                    <a:pt x="0" y="7048"/>
                  </a:cubicBezTo>
                  <a:cubicBezTo>
                    <a:pt x="0" y="3156"/>
                    <a:pt x="3156" y="0"/>
                    <a:pt x="7049" y="0"/>
                  </a:cubicBezTo>
                  <a:cubicBezTo>
                    <a:pt x="10941" y="0"/>
                    <a:pt x="14097" y="3156"/>
                    <a:pt x="14097" y="7048"/>
                  </a:cubicBezTo>
                  <a:close/>
                </a:path>
              </a:pathLst>
            </a:custGeom>
            <a:grpFill/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296" name="Freeform: Shape 295">
              <a:extLst>
                <a:ext uri="{FF2B5EF4-FFF2-40B4-BE49-F238E27FC236}">
                  <a16:creationId xmlns:a16="http://schemas.microsoft.com/office/drawing/2014/main" id="{253AC142-F4B4-47E8-BBEE-F7D0F8547FE1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6089224" y="3540620"/>
              <a:ext cx="14096" cy="14096"/>
            </a:xfrm>
            <a:custGeom>
              <a:avLst/>
              <a:gdLst>
                <a:gd name="connsiteX0" fmla="*/ 14097 w 14096"/>
                <a:gd name="connsiteY0" fmla="*/ 7048 h 14096"/>
                <a:gd name="connsiteX1" fmla="*/ 7048 w 14096"/>
                <a:gd name="connsiteY1" fmla="*/ 14097 h 14096"/>
                <a:gd name="connsiteX2" fmla="*/ 0 w 14096"/>
                <a:gd name="connsiteY2" fmla="*/ 7048 h 14096"/>
                <a:gd name="connsiteX3" fmla="*/ 7048 w 14096"/>
                <a:gd name="connsiteY3" fmla="*/ 0 h 14096"/>
                <a:gd name="connsiteX4" fmla="*/ 14097 w 14096"/>
                <a:gd name="connsiteY4" fmla="*/ 7048 h 1409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14096" h="14096">
                  <a:moveTo>
                    <a:pt x="14097" y="7048"/>
                  </a:moveTo>
                  <a:cubicBezTo>
                    <a:pt x="14097" y="10954"/>
                    <a:pt x="10954" y="14097"/>
                    <a:pt x="7048" y="14097"/>
                  </a:cubicBezTo>
                  <a:cubicBezTo>
                    <a:pt x="3143" y="14097"/>
                    <a:pt x="0" y="10954"/>
                    <a:pt x="0" y="7048"/>
                  </a:cubicBezTo>
                  <a:cubicBezTo>
                    <a:pt x="0" y="3143"/>
                    <a:pt x="3143" y="0"/>
                    <a:pt x="7048" y="0"/>
                  </a:cubicBezTo>
                  <a:cubicBezTo>
                    <a:pt x="10954" y="0"/>
                    <a:pt x="14097" y="3143"/>
                    <a:pt x="14097" y="7048"/>
                  </a:cubicBezTo>
                  <a:close/>
                </a:path>
              </a:pathLst>
            </a:custGeom>
            <a:grpFill/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297" name="Freeform: Shape 296">
              <a:extLst>
                <a:ext uri="{FF2B5EF4-FFF2-40B4-BE49-F238E27FC236}">
                  <a16:creationId xmlns:a16="http://schemas.microsoft.com/office/drawing/2014/main" id="{890AAA82-94E2-41D0-AE92-9C87195CCBBC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5734038" y="3599770"/>
              <a:ext cx="14192" cy="14096"/>
            </a:xfrm>
            <a:custGeom>
              <a:avLst/>
              <a:gdLst>
                <a:gd name="connsiteX0" fmla="*/ 14192 w 14192"/>
                <a:gd name="connsiteY0" fmla="*/ 7048 h 14096"/>
                <a:gd name="connsiteX1" fmla="*/ 7144 w 14192"/>
                <a:gd name="connsiteY1" fmla="*/ 14097 h 14096"/>
                <a:gd name="connsiteX2" fmla="*/ 0 w 14192"/>
                <a:gd name="connsiteY2" fmla="*/ 7048 h 14096"/>
                <a:gd name="connsiteX3" fmla="*/ 7049 w 14192"/>
                <a:gd name="connsiteY3" fmla="*/ 0 h 14096"/>
                <a:gd name="connsiteX4" fmla="*/ 14192 w 14192"/>
                <a:gd name="connsiteY4" fmla="*/ 7048 h 1409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14192" h="14096">
                  <a:moveTo>
                    <a:pt x="14192" y="7048"/>
                  </a:moveTo>
                  <a:cubicBezTo>
                    <a:pt x="14192" y="10954"/>
                    <a:pt x="11049" y="14097"/>
                    <a:pt x="7144" y="14097"/>
                  </a:cubicBezTo>
                  <a:cubicBezTo>
                    <a:pt x="3239" y="14097"/>
                    <a:pt x="0" y="10954"/>
                    <a:pt x="0" y="7048"/>
                  </a:cubicBezTo>
                  <a:cubicBezTo>
                    <a:pt x="0" y="3143"/>
                    <a:pt x="3143" y="0"/>
                    <a:pt x="7049" y="0"/>
                  </a:cubicBezTo>
                  <a:cubicBezTo>
                    <a:pt x="10954" y="0"/>
                    <a:pt x="14192" y="3143"/>
                    <a:pt x="14192" y="7048"/>
                  </a:cubicBezTo>
                  <a:close/>
                </a:path>
              </a:pathLst>
            </a:custGeom>
            <a:grpFill/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298" name="Freeform: Shape 297">
              <a:extLst>
                <a:ext uri="{FF2B5EF4-FFF2-40B4-BE49-F238E27FC236}">
                  <a16:creationId xmlns:a16="http://schemas.microsoft.com/office/drawing/2014/main" id="{FD33B856-EF4E-40FC-BDA0-9E26203D03CA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5793283" y="3599770"/>
              <a:ext cx="14097" cy="14096"/>
            </a:xfrm>
            <a:custGeom>
              <a:avLst/>
              <a:gdLst>
                <a:gd name="connsiteX0" fmla="*/ 14097 w 14097"/>
                <a:gd name="connsiteY0" fmla="*/ 7048 h 14096"/>
                <a:gd name="connsiteX1" fmla="*/ 7049 w 14097"/>
                <a:gd name="connsiteY1" fmla="*/ 14097 h 14096"/>
                <a:gd name="connsiteX2" fmla="*/ 0 w 14097"/>
                <a:gd name="connsiteY2" fmla="*/ 7048 h 14096"/>
                <a:gd name="connsiteX3" fmla="*/ 7049 w 14097"/>
                <a:gd name="connsiteY3" fmla="*/ 0 h 14096"/>
                <a:gd name="connsiteX4" fmla="*/ 14097 w 14097"/>
                <a:gd name="connsiteY4" fmla="*/ 7048 h 1409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14097" h="14096">
                  <a:moveTo>
                    <a:pt x="14097" y="7048"/>
                  </a:moveTo>
                  <a:cubicBezTo>
                    <a:pt x="14097" y="10954"/>
                    <a:pt x="10954" y="14097"/>
                    <a:pt x="7049" y="14097"/>
                  </a:cubicBezTo>
                  <a:cubicBezTo>
                    <a:pt x="3143" y="14097"/>
                    <a:pt x="0" y="10954"/>
                    <a:pt x="0" y="7048"/>
                  </a:cubicBezTo>
                  <a:cubicBezTo>
                    <a:pt x="0" y="3143"/>
                    <a:pt x="3143" y="0"/>
                    <a:pt x="7049" y="0"/>
                  </a:cubicBezTo>
                  <a:cubicBezTo>
                    <a:pt x="10954" y="0"/>
                    <a:pt x="14097" y="3143"/>
                    <a:pt x="14097" y="7048"/>
                  </a:cubicBezTo>
                  <a:close/>
                </a:path>
              </a:pathLst>
            </a:custGeom>
            <a:grpFill/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299" name="Freeform: Shape 298">
              <a:extLst>
                <a:ext uri="{FF2B5EF4-FFF2-40B4-BE49-F238E27FC236}">
                  <a16:creationId xmlns:a16="http://schemas.microsoft.com/office/drawing/2014/main" id="{24AEBF58-C8A2-4D00-9AFB-B5012AEA3694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5852433" y="3599770"/>
              <a:ext cx="14096" cy="14096"/>
            </a:xfrm>
            <a:custGeom>
              <a:avLst/>
              <a:gdLst>
                <a:gd name="connsiteX0" fmla="*/ 14097 w 14096"/>
                <a:gd name="connsiteY0" fmla="*/ 7048 h 14096"/>
                <a:gd name="connsiteX1" fmla="*/ 7048 w 14096"/>
                <a:gd name="connsiteY1" fmla="*/ 14097 h 14096"/>
                <a:gd name="connsiteX2" fmla="*/ 0 w 14096"/>
                <a:gd name="connsiteY2" fmla="*/ 7048 h 14096"/>
                <a:gd name="connsiteX3" fmla="*/ 7048 w 14096"/>
                <a:gd name="connsiteY3" fmla="*/ 0 h 14096"/>
                <a:gd name="connsiteX4" fmla="*/ 14097 w 14096"/>
                <a:gd name="connsiteY4" fmla="*/ 7048 h 1409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14096" h="14096">
                  <a:moveTo>
                    <a:pt x="14097" y="7048"/>
                  </a:moveTo>
                  <a:cubicBezTo>
                    <a:pt x="14097" y="10954"/>
                    <a:pt x="10954" y="14097"/>
                    <a:pt x="7048" y="14097"/>
                  </a:cubicBezTo>
                  <a:cubicBezTo>
                    <a:pt x="3143" y="14097"/>
                    <a:pt x="0" y="10954"/>
                    <a:pt x="0" y="7048"/>
                  </a:cubicBezTo>
                  <a:cubicBezTo>
                    <a:pt x="0" y="3143"/>
                    <a:pt x="3143" y="0"/>
                    <a:pt x="7048" y="0"/>
                  </a:cubicBezTo>
                  <a:cubicBezTo>
                    <a:pt x="10954" y="0"/>
                    <a:pt x="14097" y="3143"/>
                    <a:pt x="14097" y="7048"/>
                  </a:cubicBezTo>
                  <a:close/>
                </a:path>
              </a:pathLst>
            </a:custGeom>
            <a:grpFill/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300" name="Freeform: Shape 299">
              <a:extLst>
                <a:ext uri="{FF2B5EF4-FFF2-40B4-BE49-F238E27FC236}">
                  <a16:creationId xmlns:a16="http://schemas.microsoft.com/office/drawing/2014/main" id="{21270E55-4211-4529-BDC3-29B80BDF5054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5911678" y="3599770"/>
              <a:ext cx="14096" cy="14096"/>
            </a:xfrm>
            <a:custGeom>
              <a:avLst/>
              <a:gdLst>
                <a:gd name="connsiteX0" fmla="*/ 14097 w 14096"/>
                <a:gd name="connsiteY0" fmla="*/ 7048 h 14096"/>
                <a:gd name="connsiteX1" fmla="*/ 7048 w 14096"/>
                <a:gd name="connsiteY1" fmla="*/ 14097 h 14096"/>
                <a:gd name="connsiteX2" fmla="*/ 0 w 14096"/>
                <a:gd name="connsiteY2" fmla="*/ 7048 h 14096"/>
                <a:gd name="connsiteX3" fmla="*/ 7048 w 14096"/>
                <a:gd name="connsiteY3" fmla="*/ 0 h 14096"/>
                <a:gd name="connsiteX4" fmla="*/ 14097 w 14096"/>
                <a:gd name="connsiteY4" fmla="*/ 7048 h 1409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14096" h="14096">
                  <a:moveTo>
                    <a:pt x="14097" y="7048"/>
                  </a:moveTo>
                  <a:cubicBezTo>
                    <a:pt x="14097" y="10954"/>
                    <a:pt x="10954" y="14097"/>
                    <a:pt x="7048" y="14097"/>
                  </a:cubicBezTo>
                  <a:cubicBezTo>
                    <a:pt x="3143" y="14097"/>
                    <a:pt x="0" y="10954"/>
                    <a:pt x="0" y="7048"/>
                  </a:cubicBezTo>
                  <a:cubicBezTo>
                    <a:pt x="0" y="3143"/>
                    <a:pt x="3143" y="0"/>
                    <a:pt x="7048" y="0"/>
                  </a:cubicBezTo>
                  <a:cubicBezTo>
                    <a:pt x="10954" y="0"/>
                    <a:pt x="14097" y="3143"/>
                    <a:pt x="14097" y="7048"/>
                  </a:cubicBezTo>
                  <a:close/>
                </a:path>
              </a:pathLst>
            </a:custGeom>
            <a:grpFill/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301" name="Freeform: Shape 300">
              <a:extLst>
                <a:ext uri="{FF2B5EF4-FFF2-40B4-BE49-F238E27FC236}">
                  <a16:creationId xmlns:a16="http://schemas.microsoft.com/office/drawing/2014/main" id="{16DD7E91-EFBB-4DD7-B30F-4A13C20BEDED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5970828" y="3599770"/>
              <a:ext cx="14096" cy="14096"/>
            </a:xfrm>
            <a:custGeom>
              <a:avLst/>
              <a:gdLst>
                <a:gd name="connsiteX0" fmla="*/ 14097 w 14096"/>
                <a:gd name="connsiteY0" fmla="*/ 7048 h 14096"/>
                <a:gd name="connsiteX1" fmla="*/ 7048 w 14096"/>
                <a:gd name="connsiteY1" fmla="*/ 14097 h 14096"/>
                <a:gd name="connsiteX2" fmla="*/ 0 w 14096"/>
                <a:gd name="connsiteY2" fmla="*/ 7048 h 14096"/>
                <a:gd name="connsiteX3" fmla="*/ 7048 w 14096"/>
                <a:gd name="connsiteY3" fmla="*/ 0 h 14096"/>
                <a:gd name="connsiteX4" fmla="*/ 14097 w 14096"/>
                <a:gd name="connsiteY4" fmla="*/ 7048 h 1409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14096" h="14096">
                  <a:moveTo>
                    <a:pt x="14097" y="7048"/>
                  </a:moveTo>
                  <a:cubicBezTo>
                    <a:pt x="14097" y="10954"/>
                    <a:pt x="10954" y="14097"/>
                    <a:pt x="7048" y="14097"/>
                  </a:cubicBezTo>
                  <a:cubicBezTo>
                    <a:pt x="3143" y="14097"/>
                    <a:pt x="0" y="10954"/>
                    <a:pt x="0" y="7048"/>
                  </a:cubicBezTo>
                  <a:cubicBezTo>
                    <a:pt x="0" y="3143"/>
                    <a:pt x="3143" y="0"/>
                    <a:pt x="7048" y="0"/>
                  </a:cubicBezTo>
                  <a:cubicBezTo>
                    <a:pt x="10954" y="0"/>
                    <a:pt x="14097" y="3143"/>
                    <a:pt x="14097" y="7048"/>
                  </a:cubicBezTo>
                  <a:close/>
                </a:path>
              </a:pathLst>
            </a:custGeom>
            <a:grpFill/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302" name="Freeform: Shape 301">
              <a:extLst>
                <a:ext uri="{FF2B5EF4-FFF2-40B4-BE49-F238E27FC236}">
                  <a16:creationId xmlns:a16="http://schemas.microsoft.com/office/drawing/2014/main" id="{96260F31-66FB-4E2C-801E-701C2B859AA7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6030073" y="3599770"/>
              <a:ext cx="14097" cy="14096"/>
            </a:xfrm>
            <a:custGeom>
              <a:avLst/>
              <a:gdLst>
                <a:gd name="connsiteX0" fmla="*/ 14097 w 14097"/>
                <a:gd name="connsiteY0" fmla="*/ 7048 h 14096"/>
                <a:gd name="connsiteX1" fmla="*/ 7048 w 14097"/>
                <a:gd name="connsiteY1" fmla="*/ 14097 h 14096"/>
                <a:gd name="connsiteX2" fmla="*/ 0 w 14097"/>
                <a:gd name="connsiteY2" fmla="*/ 7048 h 14096"/>
                <a:gd name="connsiteX3" fmla="*/ 7048 w 14097"/>
                <a:gd name="connsiteY3" fmla="*/ 0 h 14096"/>
                <a:gd name="connsiteX4" fmla="*/ 14097 w 14097"/>
                <a:gd name="connsiteY4" fmla="*/ 7048 h 1409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14097" h="14096">
                  <a:moveTo>
                    <a:pt x="14097" y="7048"/>
                  </a:moveTo>
                  <a:cubicBezTo>
                    <a:pt x="14097" y="10954"/>
                    <a:pt x="10954" y="14097"/>
                    <a:pt x="7048" y="14097"/>
                  </a:cubicBezTo>
                  <a:cubicBezTo>
                    <a:pt x="3143" y="14097"/>
                    <a:pt x="0" y="10954"/>
                    <a:pt x="0" y="7048"/>
                  </a:cubicBezTo>
                  <a:cubicBezTo>
                    <a:pt x="0" y="3143"/>
                    <a:pt x="3143" y="0"/>
                    <a:pt x="7048" y="0"/>
                  </a:cubicBezTo>
                  <a:cubicBezTo>
                    <a:pt x="10954" y="0"/>
                    <a:pt x="14097" y="3143"/>
                    <a:pt x="14097" y="7048"/>
                  </a:cubicBezTo>
                  <a:close/>
                </a:path>
              </a:pathLst>
            </a:custGeom>
            <a:grpFill/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303" name="Freeform: Shape 302">
              <a:extLst>
                <a:ext uri="{FF2B5EF4-FFF2-40B4-BE49-F238E27FC236}">
                  <a16:creationId xmlns:a16="http://schemas.microsoft.com/office/drawing/2014/main" id="{B5FEE1C9-3961-4400-AD3E-B5AD93A4748D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6089224" y="3599770"/>
              <a:ext cx="14096" cy="14096"/>
            </a:xfrm>
            <a:custGeom>
              <a:avLst/>
              <a:gdLst>
                <a:gd name="connsiteX0" fmla="*/ 14097 w 14096"/>
                <a:gd name="connsiteY0" fmla="*/ 7048 h 14096"/>
                <a:gd name="connsiteX1" fmla="*/ 7048 w 14096"/>
                <a:gd name="connsiteY1" fmla="*/ 14097 h 14096"/>
                <a:gd name="connsiteX2" fmla="*/ 0 w 14096"/>
                <a:gd name="connsiteY2" fmla="*/ 7048 h 14096"/>
                <a:gd name="connsiteX3" fmla="*/ 7048 w 14096"/>
                <a:gd name="connsiteY3" fmla="*/ 0 h 14096"/>
                <a:gd name="connsiteX4" fmla="*/ 14097 w 14096"/>
                <a:gd name="connsiteY4" fmla="*/ 7048 h 1409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14096" h="14096">
                  <a:moveTo>
                    <a:pt x="14097" y="7048"/>
                  </a:moveTo>
                  <a:cubicBezTo>
                    <a:pt x="14097" y="10954"/>
                    <a:pt x="10954" y="14097"/>
                    <a:pt x="7048" y="14097"/>
                  </a:cubicBezTo>
                  <a:cubicBezTo>
                    <a:pt x="3143" y="14097"/>
                    <a:pt x="0" y="10954"/>
                    <a:pt x="0" y="7048"/>
                  </a:cubicBezTo>
                  <a:cubicBezTo>
                    <a:pt x="0" y="3143"/>
                    <a:pt x="3143" y="0"/>
                    <a:pt x="7048" y="0"/>
                  </a:cubicBezTo>
                  <a:cubicBezTo>
                    <a:pt x="10954" y="0"/>
                    <a:pt x="14097" y="3143"/>
                    <a:pt x="14097" y="7048"/>
                  </a:cubicBezTo>
                  <a:close/>
                </a:path>
              </a:pathLst>
            </a:custGeom>
            <a:grpFill/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304" name="Freeform: Shape 303">
              <a:extLst>
                <a:ext uri="{FF2B5EF4-FFF2-40B4-BE49-F238E27FC236}">
                  <a16:creationId xmlns:a16="http://schemas.microsoft.com/office/drawing/2014/main" id="{34E1BE05-269F-4A13-99FE-2A973A0E7732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5734037" y="3659014"/>
              <a:ext cx="14192" cy="14096"/>
            </a:xfrm>
            <a:custGeom>
              <a:avLst/>
              <a:gdLst>
                <a:gd name="connsiteX0" fmla="*/ 14192 w 14192"/>
                <a:gd name="connsiteY0" fmla="*/ 7048 h 14096"/>
                <a:gd name="connsiteX1" fmla="*/ 7144 w 14192"/>
                <a:gd name="connsiteY1" fmla="*/ 14097 h 14096"/>
                <a:gd name="connsiteX2" fmla="*/ 0 w 14192"/>
                <a:gd name="connsiteY2" fmla="*/ 7048 h 14096"/>
                <a:gd name="connsiteX3" fmla="*/ 7049 w 14192"/>
                <a:gd name="connsiteY3" fmla="*/ 0 h 14096"/>
                <a:gd name="connsiteX4" fmla="*/ 14192 w 14192"/>
                <a:gd name="connsiteY4" fmla="*/ 7048 h 1409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14192" h="14096">
                  <a:moveTo>
                    <a:pt x="14192" y="7048"/>
                  </a:moveTo>
                  <a:cubicBezTo>
                    <a:pt x="14192" y="10954"/>
                    <a:pt x="11049" y="14097"/>
                    <a:pt x="7144" y="14097"/>
                  </a:cubicBezTo>
                  <a:cubicBezTo>
                    <a:pt x="3239" y="14097"/>
                    <a:pt x="0" y="10954"/>
                    <a:pt x="0" y="7048"/>
                  </a:cubicBezTo>
                  <a:cubicBezTo>
                    <a:pt x="0" y="3143"/>
                    <a:pt x="3143" y="0"/>
                    <a:pt x="7049" y="0"/>
                  </a:cubicBezTo>
                  <a:cubicBezTo>
                    <a:pt x="10954" y="0"/>
                    <a:pt x="14192" y="3143"/>
                    <a:pt x="14192" y="7048"/>
                  </a:cubicBezTo>
                  <a:close/>
                </a:path>
              </a:pathLst>
            </a:custGeom>
            <a:grpFill/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305" name="Freeform: Shape 304">
              <a:extLst>
                <a:ext uri="{FF2B5EF4-FFF2-40B4-BE49-F238E27FC236}">
                  <a16:creationId xmlns:a16="http://schemas.microsoft.com/office/drawing/2014/main" id="{2D591FBD-65C6-46C4-AF19-875D652DCF21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5793282" y="3659014"/>
              <a:ext cx="14097" cy="14096"/>
            </a:xfrm>
            <a:custGeom>
              <a:avLst/>
              <a:gdLst>
                <a:gd name="connsiteX0" fmla="*/ 14097 w 14097"/>
                <a:gd name="connsiteY0" fmla="*/ 7048 h 14096"/>
                <a:gd name="connsiteX1" fmla="*/ 7049 w 14097"/>
                <a:gd name="connsiteY1" fmla="*/ 14097 h 14096"/>
                <a:gd name="connsiteX2" fmla="*/ 0 w 14097"/>
                <a:gd name="connsiteY2" fmla="*/ 7048 h 14096"/>
                <a:gd name="connsiteX3" fmla="*/ 7049 w 14097"/>
                <a:gd name="connsiteY3" fmla="*/ 0 h 14096"/>
                <a:gd name="connsiteX4" fmla="*/ 14097 w 14097"/>
                <a:gd name="connsiteY4" fmla="*/ 7048 h 1409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14097" h="14096">
                  <a:moveTo>
                    <a:pt x="14097" y="7048"/>
                  </a:moveTo>
                  <a:cubicBezTo>
                    <a:pt x="14097" y="10954"/>
                    <a:pt x="10954" y="14097"/>
                    <a:pt x="7049" y="14097"/>
                  </a:cubicBezTo>
                  <a:cubicBezTo>
                    <a:pt x="3143" y="14097"/>
                    <a:pt x="0" y="10954"/>
                    <a:pt x="0" y="7048"/>
                  </a:cubicBezTo>
                  <a:cubicBezTo>
                    <a:pt x="0" y="3143"/>
                    <a:pt x="3143" y="0"/>
                    <a:pt x="7049" y="0"/>
                  </a:cubicBezTo>
                  <a:cubicBezTo>
                    <a:pt x="10954" y="0"/>
                    <a:pt x="14097" y="3143"/>
                    <a:pt x="14097" y="7048"/>
                  </a:cubicBezTo>
                  <a:close/>
                </a:path>
              </a:pathLst>
            </a:custGeom>
            <a:grpFill/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306" name="Freeform: Shape 305">
              <a:extLst>
                <a:ext uri="{FF2B5EF4-FFF2-40B4-BE49-F238E27FC236}">
                  <a16:creationId xmlns:a16="http://schemas.microsoft.com/office/drawing/2014/main" id="{85F7E635-CB45-4346-BBFB-10FF0576AF17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5852432" y="3659014"/>
              <a:ext cx="14096" cy="14096"/>
            </a:xfrm>
            <a:custGeom>
              <a:avLst/>
              <a:gdLst>
                <a:gd name="connsiteX0" fmla="*/ 14097 w 14096"/>
                <a:gd name="connsiteY0" fmla="*/ 7048 h 14096"/>
                <a:gd name="connsiteX1" fmla="*/ 7048 w 14096"/>
                <a:gd name="connsiteY1" fmla="*/ 14097 h 14096"/>
                <a:gd name="connsiteX2" fmla="*/ 0 w 14096"/>
                <a:gd name="connsiteY2" fmla="*/ 7048 h 14096"/>
                <a:gd name="connsiteX3" fmla="*/ 7048 w 14096"/>
                <a:gd name="connsiteY3" fmla="*/ 0 h 14096"/>
                <a:gd name="connsiteX4" fmla="*/ 14097 w 14096"/>
                <a:gd name="connsiteY4" fmla="*/ 7048 h 1409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14096" h="14096">
                  <a:moveTo>
                    <a:pt x="14097" y="7048"/>
                  </a:moveTo>
                  <a:cubicBezTo>
                    <a:pt x="14097" y="10954"/>
                    <a:pt x="10954" y="14097"/>
                    <a:pt x="7048" y="14097"/>
                  </a:cubicBezTo>
                  <a:cubicBezTo>
                    <a:pt x="3143" y="14097"/>
                    <a:pt x="0" y="10954"/>
                    <a:pt x="0" y="7048"/>
                  </a:cubicBezTo>
                  <a:cubicBezTo>
                    <a:pt x="0" y="3143"/>
                    <a:pt x="3143" y="0"/>
                    <a:pt x="7048" y="0"/>
                  </a:cubicBezTo>
                  <a:cubicBezTo>
                    <a:pt x="10954" y="0"/>
                    <a:pt x="14097" y="3143"/>
                    <a:pt x="14097" y="7048"/>
                  </a:cubicBezTo>
                  <a:close/>
                </a:path>
              </a:pathLst>
            </a:custGeom>
            <a:grpFill/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307" name="Freeform: Shape 306">
              <a:extLst>
                <a:ext uri="{FF2B5EF4-FFF2-40B4-BE49-F238E27FC236}">
                  <a16:creationId xmlns:a16="http://schemas.microsoft.com/office/drawing/2014/main" id="{3BDAC885-F0B3-4D66-8587-43846529835E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5911678" y="3659014"/>
              <a:ext cx="14096" cy="14096"/>
            </a:xfrm>
            <a:custGeom>
              <a:avLst/>
              <a:gdLst>
                <a:gd name="connsiteX0" fmla="*/ 14097 w 14096"/>
                <a:gd name="connsiteY0" fmla="*/ 7048 h 14096"/>
                <a:gd name="connsiteX1" fmla="*/ 7048 w 14096"/>
                <a:gd name="connsiteY1" fmla="*/ 14097 h 14096"/>
                <a:gd name="connsiteX2" fmla="*/ 0 w 14096"/>
                <a:gd name="connsiteY2" fmla="*/ 7048 h 14096"/>
                <a:gd name="connsiteX3" fmla="*/ 7048 w 14096"/>
                <a:gd name="connsiteY3" fmla="*/ 0 h 14096"/>
                <a:gd name="connsiteX4" fmla="*/ 14097 w 14096"/>
                <a:gd name="connsiteY4" fmla="*/ 7048 h 1409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14096" h="14096">
                  <a:moveTo>
                    <a:pt x="14097" y="7048"/>
                  </a:moveTo>
                  <a:cubicBezTo>
                    <a:pt x="14097" y="10954"/>
                    <a:pt x="10954" y="14097"/>
                    <a:pt x="7048" y="14097"/>
                  </a:cubicBezTo>
                  <a:cubicBezTo>
                    <a:pt x="3143" y="14097"/>
                    <a:pt x="0" y="10954"/>
                    <a:pt x="0" y="7048"/>
                  </a:cubicBezTo>
                  <a:cubicBezTo>
                    <a:pt x="0" y="3143"/>
                    <a:pt x="3143" y="0"/>
                    <a:pt x="7048" y="0"/>
                  </a:cubicBezTo>
                  <a:cubicBezTo>
                    <a:pt x="10954" y="0"/>
                    <a:pt x="14097" y="3143"/>
                    <a:pt x="14097" y="7048"/>
                  </a:cubicBezTo>
                  <a:close/>
                </a:path>
              </a:pathLst>
            </a:custGeom>
            <a:grpFill/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308" name="Freeform: Shape 307">
              <a:extLst>
                <a:ext uri="{FF2B5EF4-FFF2-40B4-BE49-F238E27FC236}">
                  <a16:creationId xmlns:a16="http://schemas.microsoft.com/office/drawing/2014/main" id="{3427A7E1-71C9-42CC-9CAF-53642DC4D088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5970828" y="3659014"/>
              <a:ext cx="14096" cy="14096"/>
            </a:xfrm>
            <a:custGeom>
              <a:avLst/>
              <a:gdLst>
                <a:gd name="connsiteX0" fmla="*/ 14097 w 14096"/>
                <a:gd name="connsiteY0" fmla="*/ 7048 h 14096"/>
                <a:gd name="connsiteX1" fmla="*/ 7048 w 14096"/>
                <a:gd name="connsiteY1" fmla="*/ 14097 h 14096"/>
                <a:gd name="connsiteX2" fmla="*/ 0 w 14096"/>
                <a:gd name="connsiteY2" fmla="*/ 7048 h 14096"/>
                <a:gd name="connsiteX3" fmla="*/ 7048 w 14096"/>
                <a:gd name="connsiteY3" fmla="*/ 0 h 14096"/>
                <a:gd name="connsiteX4" fmla="*/ 14097 w 14096"/>
                <a:gd name="connsiteY4" fmla="*/ 7048 h 1409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14096" h="14096">
                  <a:moveTo>
                    <a:pt x="14097" y="7048"/>
                  </a:moveTo>
                  <a:cubicBezTo>
                    <a:pt x="14097" y="10954"/>
                    <a:pt x="10954" y="14097"/>
                    <a:pt x="7048" y="14097"/>
                  </a:cubicBezTo>
                  <a:cubicBezTo>
                    <a:pt x="3143" y="14097"/>
                    <a:pt x="0" y="10954"/>
                    <a:pt x="0" y="7048"/>
                  </a:cubicBezTo>
                  <a:cubicBezTo>
                    <a:pt x="0" y="3143"/>
                    <a:pt x="3143" y="0"/>
                    <a:pt x="7048" y="0"/>
                  </a:cubicBezTo>
                  <a:cubicBezTo>
                    <a:pt x="10954" y="0"/>
                    <a:pt x="14097" y="3143"/>
                    <a:pt x="14097" y="7048"/>
                  </a:cubicBezTo>
                  <a:close/>
                </a:path>
              </a:pathLst>
            </a:custGeom>
            <a:grpFill/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309" name="Freeform: Shape 308">
              <a:extLst>
                <a:ext uri="{FF2B5EF4-FFF2-40B4-BE49-F238E27FC236}">
                  <a16:creationId xmlns:a16="http://schemas.microsoft.com/office/drawing/2014/main" id="{20BF60C4-2E5D-473E-96B6-D22BB8536FDF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6030073" y="3659014"/>
              <a:ext cx="14097" cy="14096"/>
            </a:xfrm>
            <a:custGeom>
              <a:avLst/>
              <a:gdLst>
                <a:gd name="connsiteX0" fmla="*/ 14097 w 14097"/>
                <a:gd name="connsiteY0" fmla="*/ 7048 h 14096"/>
                <a:gd name="connsiteX1" fmla="*/ 7048 w 14097"/>
                <a:gd name="connsiteY1" fmla="*/ 14097 h 14096"/>
                <a:gd name="connsiteX2" fmla="*/ 0 w 14097"/>
                <a:gd name="connsiteY2" fmla="*/ 7048 h 14096"/>
                <a:gd name="connsiteX3" fmla="*/ 7048 w 14097"/>
                <a:gd name="connsiteY3" fmla="*/ 0 h 14096"/>
                <a:gd name="connsiteX4" fmla="*/ 14097 w 14097"/>
                <a:gd name="connsiteY4" fmla="*/ 7048 h 1409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14097" h="14096">
                  <a:moveTo>
                    <a:pt x="14097" y="7048"/>
                  </a:moveTo>
                  <a:cubicBezTo>
                    <a:pt x="14097" y="10954"/>
                    <a:pt x="10954" y="14097"/>
                    <a:pt x="7048" y="14097"/>
                  </a:cubicBezTo>
                  <a:cubicBezTo>
                    <a:pt x="3143" y="14097"/>
                    <a:pt x="0" y="10954"/>
                    <a:pt x="0" y="7048"/>
                  </a:cubicBezTo>
                  <a:cubicBezTo>
                    <a:pt x="0" y="3143"/>
                    <a:pt x="3143" y="0"/>
                    <a:pt x="7048" y="0"/>
                  </a:cubicBezTo>
                  <a:cubicBezTo>
                    <a:pt x="10954" y="0"/>
                    <a:pt x="14097" y="3143"/>
                    <a:pt x="14097" y="7048"/>
                  </a:cubicBezTo>
                  <a:close/>
                </a:path>
              </a:pathLst>
            </a:custGeom>
            <a:grpFill/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310" name="Freeform: Shape 309">
              <a:extLst>
                <a:ext uri="{FF2B5EF4-FFF2-40B4-BE49-F238E27FC236}">
                  <a16:creationId xmlns:a16="http://schemas.microsoft.com/office/drawing/2014/main" id="{C4703732-1088-4448-ACC0-D8BD901B2CE6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6089224" y="3659014"/>
              <a:ext cx="14096" cy="14096"/>
            </a:xfrm>
            <a:custGeom>
              <a:avLst/>
              <a:gdLst>
                <a:gd name="connsiteX0" fmla="*/ 14097 w 14096"/>
                <a:gd name="connsiteY0" fmla="*/ 7048 h 14096"/>
                <a:gd name="connsiteX1" fmla="*/ 7048 w 14096"/>
                <a:gd name="connsiteY1" fmla="*/ 14097 h 14096"/>
                <a:gd name="connsiteX2" fmla="*/ 0 w 14096"/>
                <a:gd name="connsiteY2" fmla="*/ 7048 h 14096"/>
                <a:gd name="connsiteX3" fmla="*/ 7048 w 14096"/>
                <a:gd name="connsiteY3" fmla="*/ 0 h 14096"/>
                <a:gd name="connsiteX4" fmla="*/ 14097 w 14096"/>
                <a:gd name="connsiteY4" fmla="*/ 7048 h 1409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14096" h="14096">
                  <a:moveTo>
                    <a:pt x="14097" y="7048"/>
                  </a:moveTo>
                  <a:cubicBezTo>
                    <a:pt x="14097" y="10954"/>
                    <a:pt x="10954" y="14097"/>
                    <a:pt x="7048" y="14097"/>
                  </a:cubicBezTo>
                  <a:cubicBezTo>
                    <a:pt x="3143" y="14097"/>
                    <a:pt x="0" y="10954"/>
                    <a:pt x="0" y="7048"/>
                  </a:cubicBezTo>
                  <a:cubicBezTo>
                    <a:pt x="0" y="3143"/>
                    <a:pt x="3143" y="0"/>
                    <a:pt x="7048" y="0"/>
                  </a:cubicBezTo>
                  <a:cubicBezTo>
                    <a:pt x="10954" y="0"/>
                    <a:pt x="14097" y="3143"/>
                    <a:pt x="14097" y="7048"/>
                  </a:cubicBezTo>
                  <a:close/>
                </a:path>
              </a:pathLst>
            </a:custGeom>
            <a:grpFill/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311" name="Freeform: Shape 310">
              <a:extLst>
                <a:ext uri="{FF2B5EF4-FFF2-40B4-BE49-F238E27FC236}">
                  <a16:creationId xmlns:a16="http://schemas.microsoft.com/office/drawing/2014/main" id="{6777D706-23BF-4962-98D3-D5AE7DF4EC49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5734039" y="3718165"/>
              <a:ext cx="14192" cy="14096"/>
            </a:xfrm>
            <a:custGeom>
              <a:avLst/>
              <a:gdLst>
                <a:gd name="connsiteX0" fmla="*/ 14192 w 14192"/>
                <a:gd name="connsiteY0" fmla="*/ 7048 h 14096"/>
                <a:gd name="connsiteX1" fmla="*/ 7144 w 14192"/>
                <a:gd name="connsiteY1" fmla="*/ 14097 h 14096"/>
                <a:gd name="connsiteX2" fmla="*/ 0 w 14192"/>
                <a:gd name="connsiteY2" fmla="*/ 7048 h 14096"/>
                <a:gd name="connsiteX3" fmla="*/ 7049 w 14192"/>
                <a:gd name="connsiteY3" fmla="*/ 0 h 14096"/>
                <a:gd name="connsiteX4" fmla="*/ 14192 w 14192"/>
                <a:gd name="connsiteY4" fmla="*/ 7048 h 1409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14192" h="14096">
                  <a:moveTo>
                    <a:pt x="14192" y="7048"/>
                  </a:moveTo>
                  <a:cubicBezTo>
                    <a:pt x="14192" y="10954"/>
                    <a:pt x="11049" y="14097"/>
                    <a:pt x="7144" y="14097"/>
                  </a:cubicBezTo>
                  <a:cubicBezTo>
                    <a:pt x="3239" y="14097"/>
                    <a:pt x="0" y="10954"/>
                    <a:pt x="0" y="7048"/>
                  </a:cubicBezTo>
                  <a:cubicBezTo>
                    <a:pt x="0" y="3143"/>
                    <a:pt x="3143" y="0"/>
                    <a:pt x="7049" y="0"/>
                  </a:cubicBezTo>
                  <a:cubicBezTo>
                    <a:pt x="10954" y="0"/>
                    <a:pt x="14192" y="3143"/>
                    <a:pt x="14192" y="7048"/>
                  </a:cubicBezTo>
                  <a:close/>
                </a:path>
              </a:pathLst>
            </a:custGeom>
            <a:grpFill/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312" name="Freeform: Shape 311">
              <a:extLst>
                <a:ext uri="{FF2B5EF4-FFF2-40B4-BE49-F238E27FC236}">
                  <a16:creationId xmlns:a16="http://schemas.microsoft.com/office/drawing/2014/main" id="{783FF777-4C59-44D0-9441-2B40E0A70E99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5793284" y="3718165"/>
              <a:ext cx="14097" cy="14096"/>
            </a:xfrm>
            <a:custGeom>
              <a:avLst/>
              <a:gdLst>
                <a:gd name="connsiteX0" fmla="*/ 14097 w 14097"/>
                <a:gd name="connsiteY0" fmla="*/ 7048 h 14096"/>
                <a:gd name="connsiteX1" fmla="*/ 7049 w 14097"/>
                <a:gd name="connsiteY1" fmla="*/ 14097 h 14096"/>
                <a:gd name="connsiteX2" fmla="*/ 0 w 14097"/>
                <a:gd name="connsiteY2" fmla="*/ 7048 h 14096"/>
                <a:gd name="connsiteX3" fmla="*/ 7049 w 14097"/>
                <a:gd name="connsiteY3" fmla="*/ 0 h 14096"/>
                <a:gd name="connsiteX4" fmla="*/ 14097 w 14097"/>
                <a:gd name="connsiteY4" fmla="*/ 7048 h 1409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14097" h="14096">
                  <a:moveTo>
                    <a:pt x="14097" y="7048"/>
                  </a:moveTo>
                  <a:cubicBezTo>
                    <a:pt x="14097" y="10954"/>
                    <a:pt x="10954" y="14097"/>
                    <a:pt x="7049" y="14097"/>
                  </a:cubicBezTo>
                  <a:cubicBezTo>
                    <a:pt x="3143" y="14097"/>
                    <a:pt x="0" y="10954"/>
                    <a:pt x="0" y="7048"/>
                  </a:cubicBezTo>
                  <a:cubicBezTo>
                    <a:pt x="0" y="3143"/>
                    <a:pt x="3143" y="0"/>
                    <a:pt x="7049" y="0"/>
                  </a:cubicBezTo>
                  <a:cubicBezTo>
                    <a:pt x="10954" y="0"/>
                    <a:pt x="14097" y="3143"/>
                    <a:pt x="14097" y="7048"/>
                  </a:cubicBezTo>
                  <a:close/>
                </a:path>
              </a:pathLst>
            </a:custGeom>
            <a:grpFill/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313" name="Freeform: Shape 312">
              <a:extLst>
                <a:ext uri="{FF2B5EF4-FFF2-40B4-BE49-F238E27FC236}">
                  <a16:creationId xmlns:a16="http://schemas.microsoft.com/office/drawing/2014/main" id="{2037F33C-65F4-44B6-9CB2-D32D1552C6CE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5852434" y="3718165"/>
              <a:ext cx="14096" cy="14096"/>
            </a:xfrm>
            <a:custGeom>
              <a:avLst/>
              <a:gdLst>
                <a:gd name="connsiteX0" fmla="*/ 14097 w 14096"/>
                <a:gd name="connsiteY0" fmla="*/ 7048 h 14096"/>
                <a:gd name="connsiteX1" fmla="*/ 7048 w 14096"/>
                <a:gd name="connsiteY1" fmla="*/ 14097 h 14096"/>
                <a:gd name="connsiteX2" fmla="*/ 0 w 14096"/>
                <a:gd name="connsiteY2" fmla="*/ 7048 h 14096"/>
                <a:gd name="connsiteX3" fmla="*/ 7048 w 14096"/>
                <a:gd name="connsiteY3" fmla="*/ 0 h 14096"/>
                <a:gd name="connsiteX4" fmla="*/ 14097 w 14096"/>
                <a:gd name="connsiteY4" fmla="*/ 7048 h 1409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14096" h="14096">
                  <a:moveTo>
                    <a:pt x="14097" y="7048"/>
                  </a:moveTo>
                  <a:cubicBezTo>
                    <a:pt x="14097" y="10954"/>
                    <a:pt x="10954" y="14097"/>
                    <a:pt x="7048" y="14097"/>
                  </a:cubicBezTo>
                  <a:cubicBezTo>
                    <a:pt x="3143" y="14097"/>
                    <a:pt x="0" y="10954"/>
                    <a:pt x="0" y="7048"/>
                  </a:cubicBezTo>
                  <a:cubicBezTo>
                    <a:pt x="0" y="3143"/>
                    <a:pt x="3143" y="0"/>
                    <a:pt x="7048" y="0"/>
                  </a:cubicBezTo>
                  <a:cubicBezTo>
                    <a:pt x="10954" y="0"/>
                    <a:pt x="14097" y="3143"/>
                    <a:pt x="14097" y="7048"/>
                  </a:cubicBezTo>
                  <a:close/>
                </a:path>
              </a:pathLst>
            </a:custGeom>
            <a:grpFill/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314" name="Freeform: Shape 313">
              <a:extLst>
                <a:ext uri="{FF2B5EF4-FFF2-40B4-BE49-F238E27FC236}">
                  <a16:creationId xmlns:a16="http://schemas.microsoft.com/office/drawing/2014/main" id="{E73BA403-F3FD-4D76-A516-5698375D6430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5911679" y="3718165"/>
              <a:ext cx="14096" cy="14096"/>
            </a:xfrm>
            <a:custGeom>
              <a:avLst/>
              <a:gdLst>
                <a:gd name="connsiteX0" fmla="*/ 14097 w 14096"/>
                <a:gd name="connsiteY0" fmla="*/ 7048 h 14096"/>
                <a:gd name="connsiteX1" fmla="*/ 7048 w 14096"/>
                <a:gd name="connsiteY1" fmla="*/ 14097 h 14096"/>
                <a:gd name="connsiteX2" fmla="*/ 0 w 14096"/>
                <a:gd name="connsiteY2" fmla="*/ 7048 h 14096"/>
                <a:gd name="connsiteX3" fmla="*/ 7048 w 14096"/>
                <a:gd name="connsiteY3" fmla="*/ 0 h 14096"/>
                <a:gd name="connsiteX4" fmla="*/ 14097 w 14096"/>
                <a:gd name="connsiteY4" fmla="*/ 7048 h 1409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14096" h="14096">
                  <a:moveTo>
                    <a:pt x="14097" y="7048"/>
                  </a:moveTo>
                  <a:cubicBezTo>
                    <a:pt x="14097" y="10954"/>
                    <a:pt x="10954" y="14097"/>
                    <a:pt x="7048" y="14097"/>
                  </a:cubicBezTo>
                  <a:cubicBezTo>
                    <a:pt x="3143" y="14097"/>
                    <a:pt x="0" y="10954"/>
                    <a:pt x="0" y="7048"/>
                  </a:cubicBezTo>
                  <a:cubicBezTo>
                    <a:pt x="0" y="3143"/>
                    <a:pt x="3143" y="0"/>
                    <a:pt x="7048" y="0"/>
                  </a:cubicBezTo>
                  <a:cubicBezTo>
                    <a:pt x="10954" y="0"/>
                    <a:pt x="14097" y="3143"/>
                    <a:pt x="14097" y="7048"/>
                  </a:cubicBezTo>
                  <a:close/>
                </a:path>
              </a:pathLst>
            </a:custGeom>
            <a:grpFill/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315" name="Freeform: Shape 314">
              <a:extLst>
                <a:ext uri="{FF2B5EF4-FFF2-40B4-BE49-F238E27FC236}">
                  <a16:creationId xmlns:a16="http://schemas.microsoft.com/office/drawing/2014/main" id="{0AF0D29B-415A-4327-A4B4-B5DC8F0AC0A6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5970829" y="3718165"/>
              <a:ext cx="14096" cy="14096"/>
            </a:xfrm>
            <a:custGeom>
              <a:avLst/>
              <a:gdLst>
                <a:gd name="connsiteX0" fmla="*/ 14097 w 14096"/>
                <a:gd name="connsiteY0" fmla="*/ 7048 h 14096"/>
                <a:gd name="connsiteX1" fmla="*/ 7048 w 14096"/>
                <a:gd name="connsiteY1" fmla="*/ 14097 h 14096"/>
                <a:gd name="connsiteX2" fmla="*/ 0 w 14096"/>
                <a:gd name="connsiteY2" fmla="*/ 7048 h 14096"/>
                <a:gd name="connsiteX3" fmla="*/ 7048 w 14096"/>
                <a:gd name="connsiteY3" fmla="*/ 0 h 14096"/>
                <a:gd name="connsiteX4" fmla="*/ 14097 w 14096"/>
                <a:gd name="connsiteY4" fmla="*/ 7048 h 1409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14096" h="14096">
                  <a:moveTo>
                    <a:pt x="14097" y="7048"/>
                  </a:moveTo>
                  <a:cubicBezTo>
                    <a:pt x="14097" y="10954"/>
                    <a:pt x="10954" y="14097"/>
                    <a:pt x="7048" y="14097"/>
                  </a:cubicBezTo>
                  <a:cubicBezTo>
                    <a:pt x="3143" y="14097"/>
                    <a:pt x="0" y="10954"/>
                    <a:pt x="0" y="7048"/>
                  </a:cubicBezTo>
                  <a:cubicBezTo>
                    <a:pt x="0" y="3143"/>
                    <a:pt x="3143" y="0"/>
                    <a:pt x="7048" y="0"/>
                  </a:cubicBezTo>
                  <a:cubicBezTo>
                    <a:pt x="10954" y="0"/>
                    <a:pt x="14097" y="3143"/>
                    <a:pt x="14097" y="7048"/>
                  </a:cubicBezTo>
                  <a:close/>
                </a:path>
              </a:pathLst>
            </a:custGeom>
            <a:grpFill/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316" name="Freeform: Shape 315">
              <a:extLst>
                <a:ext uri="{FF2B5EF4-FFF2-40B4-BE49-F238E27FC236}">
                  <a16:creationId xmlns:a16="http://schemas.microsoft.com/office/drawing/2014/main" id="{374A9388-F55E-4F94-817D-5BFF0B59E7AE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6030074" y="3718165"/>
              <a:ext cx="14097" cy="14096"/>
            </a:xfrm>
            <a:custGeom>
              <a:avLst/>
              <a:gdLst>
                <a:gd name="connsiteX0" fmla="*/ 14097 w 14097"/>
                <a:gd name="connsiteY0" fmla="*/ 7048 h 14096"/>
                <a:gd name="connsiteX1" fmla="*/ 7048 w 14097"/>
                <a:gd name="connsiteY1" fmla="*/ 14097 h 14096"/>
                <a:gd name="connsiteX2" fmla="*/ 0 w 14097"/>
                <a:gd name="connsiteY2" fmla="*/ 7048 h 14096"/>
                <a:gd name="connsiteX3" fmla="*/ 7048 w 14097"/>
                <a:gd name="connsiteY3" fmla="*/ 0 h 14096"/>
                <a:gd name="connsiteX4" fmla="*/ 14097 w 14097"/>
                <a:gd name="connsiteY4" fmla="*/ 7048 h 1409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14097" h="14096">
                  <a:moveTo>
                    <a:pt x="14097" y="7048"/>
                  </a:moveTo>
                  <a:cubicBezTo>
                    <a:pt x="14097" y="10954"/>
                    <a:pt x="10954" y="14097"/>
                    <a:pt x="7048" y="14097"/>
                  </a:cubicBezTo>
                  <a:cubicBezTo>
                    <a:pt x="3143" y="14097"/>
                    <a:pt x="0" y="10954"/>
                    <a:pt x="0" y="7048"/>
                  </a:cubicBezTo>
                  <a:cubicBezTo>
                    <a:pt x="0" y="3143"/>
                    <a:pt x="3143" y="0"/>
                    <a:pt x="7048" y="0"/>
                  </a:cubicBezTo>
                  <a:cubicBezTo>
                    <a:pt x="10954" y="0"/>
                    <a:pt x="14097" y="3143"/>
                    <a:pt x="14097" y="7048"/>
                  </a:cubicBezTo>
                  <a:close/>
                </a:path>
              </a:pathLst>
            </a:custGeom>
            <a:grpFill/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317" name="Freeform: Shape 316">
              <a:extLst>
                <a:ext uri="{FF2B5EF4-FFF2-40B4-BE49-F238E27FC236}">
                  <a16:creationId xmlns:a16="http://schemas.microsoft.com/office/drawing/2014/main" id="{30C52183-F223-4E0A-B713-C91589CEB8FF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6089225" y="3718165"/>
              <a:ext cx="14096" cy="14096"/>
            </a:xfrm>
            <a:custGeom>
              <a:avLst/>
              <a:gdLst>
                <a:gd name="connsiteX0" fmla="*/ 14097 w 14096"/>
                <a:gd name="connsiteY0" fmla="*/ 7048 h 14096"/>
                <a:gd name="connsiteX1" fmla="*/ 7048 w 14096"/>
                <a:gd name="connsiteY1" fmla="*/ 14097 h 14096"/>
                <a:gd name="connsiteX2" fmla="*/ 0 w 14096"/>
                <a:gd name="connsiteY2" fmla="*/ 7048 h 14096"/>
                <a:gd name="connsiteX3" fmla="*/ 7048 w 14096"/>
                <a:gd name="connsiteY3" fmla="*/ 0 h 14096"/>
                <a:gd name="connsiteX4" fmla="*/ 14097 w 14096"/>
                <a:gd name="connsiteY4" fmla="*/ 7048 h 1409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14096" h="14096">
                  <a:moveTo>
                    <a:pt x="14097" y="7048"/>
                  </a:moveTo>
                  <a:cubicBezTo>
                    <a:pt x="14097" y="10954"/>
                    <a:pt x="10954" y="14097"/>
                    <a:pt x="7048" y="14097"/>
                  </a:cubicBezTo>
                  <a:cubicBezTo>
                    <a:pt x="3143" y="14097"/>
                    <a:pt x="0" y="10954"/>
                    <a:pt x="0" y="7048"/>
                  </a:cubicBezTo>
                  <a:cubicBezTo>
                    <a:pt x="0" y="3143"/>
                    <a:pt x="3143" y="0"/>
                    <a:pt x="7048" y="0"/>
                  </a:cubicBezTo>
                  <a:cubicBezTo>
                    <a:pt x="10954" y="0"/>
                    <a:pt x="14097" y="3143"/>
                    <a:pt x="14097" y="7048"/>
                  </a:cubicBezTo>
                  <a:close/>
                </a:path>
              </a:pathLst>
            </a:custGeom>
            <a:grpFill/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318" name="Freeform: Shape 317">
              <a:extLst>
                <a:ext uri="{FF2B5EF4-FFF2-40B4-BE49-F238E27FC236}">
                  <a16:creationId xmlns:a16="http://schemas.microsoft.com/office/drawing/2014/main" id="{A6BEE030-DC6B-4CB1-A01B-95CC82552583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5734040" y="3777410"/>
              <a:ext cx="14192" cy="14096"/>
            </a:xfrm>
            <a:custGeom>
              <a:avLst/>
              <a:gdLst>
                <a:gd name="connsiteX0" fmla="*/ 14192 w 14192"/>
                <a:gd name="connsiteY0" fmla="*/ 7048 h 14096"/>
                <a:gd name="connsiteX1" fmla="*/ 7144 w 14192"/>
                <a:gd name="connsiteY1" fmla="*/ 14097 h 14096"/>
                <a:gd name="connsiteX2" fmla="*/ 0 w 14192"/>
                <a:gd name="connsiteY2" fmla="*/ 7048 h 14096"/>
                <a:gd name="connsiteX3" fmla="*/ 7049 w 14192"/>
                <a:gd name="connsiteY3" fmla="*/ 0 h 14096"/>
                <a:gd name="connsiteX4" fmla="*/ 14192 w 14192"/>
                <a:gd name="connsiteY4" fmla="*/ 7048 h 1409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14192" h="14096">
                  <a:moveTo>
                    <a:pt x="14192" y="7048"/>
                  </a:moveTo>
                  <a:cubicBezTo>
                    <a:pt x="14192" y="10954"/>
                    <a:pt x="11049" y="14097"/>
                    <a:pt x="7144" y="14097"/>
                  </a:cubicBezTo>
                  <a:cubicBezTo>
                    <a:pt x="3239" y="14097"/>
                    <a:pt x="0" y="10954"/>
                    <a:pt x="0" y="7048"/>
                  </a:cubicBezTo>
                  <a:cubicBezTo>
                    <a:pt x="0" y="3143"/>
                    <a:pt x="3143" y="0"/>
                    <a:pt x="7049" y="0"/>
                  </a:cubicBezTo>
                  <a:cubicBezTo>
                    <a:pt x="10954" y="0"/>
                    <a:pt x="14192" y="3143"/>
                    <a:pt x="14192" y="7048"/>
                  </a:cubicBezTo>
                  <a:close/>
                </a:path>
              </a:pathLst>
            </a:custGeom>
            <a:grpFill/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319" name="Freeform: Shape 318">
              <a:extLst>
                <a:ext uri="{FF2B5EF4-FFF2-40B4-BE49-F238E27FC236}">
                  <a16:creationId xmlns:a16="http://schemas.microsoft.com/office/drawing/2014/main" id="{2D41CF67-37BB-443C-85CF-2A05174FD476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5793285" y="3777410"/>
              <a:ext cx="14097" cy="14096"/>
            </a:xfrm>
            <a:custGeom>
              <a:avLst/>
              <a:gdLst>
                <a:gd name="connsiteX0" fmla="*/ 14097 w 14097"/>
                <a:gd name="connsiteY0" fmla="*/ 7048 h 14096"/>
                <a:gd name="connsiteX1" fmla="*/ 7049 w 14097"/>
                <a:gd name="connsiteY1" fmla="*/ 14097 h 14096"/>
                <a:gd name="connsiteX2" fmla="*/ 0 w 14097"/>
                <a:gd name="connsiteY2" fmla="*/ 7048 h 14096"/>
                <a:gd name="connsiteX3" fmla="*/ 7049 w 14097"/>
                <a:gd name="connsiteY3" fmla="*/ 0 h 14096"/>
                <a:gd name="connsiteX4" fmla="*/ 14097 w 14097"/>
                <a:gd name="connsiteY4" fmla="*/ 7048 h 1409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14097" h="14096">
                  <a:moveTo>
                    <a:pt x="14097" y="7048"/>
                  </a:moveTo>
                  <a:cubicBezTo>
                    <a:pt x="14097" y="10941"/>
                    <a:pt x="10941" y="14097"/>
                    <a:pt x="7049" y="14097"/>
                  </a:cubicBezTo>
                  <a:cubicBezTo>
                    <a:pt x="3156" y="14097"/>
                    <a:pt x="0" y="10941"/>
                    <a:pt x="0" y="7048"/>
                  </a:cubicBezTo>
                  <a:cubicBezTo>
                    <a:pt x="0" y="3156"/>
                    <a:pt x="3156" y="0"/>
                    <a:pt x="7049" y="0"/>
                  </a:cubicBezTo>
                  <a:cubicBezTo>
                    <a:pt x="10941" y="0"/>
                    <a:pt x="14097" y="3156"/>
                    <a:pt x="14097" y="7048"/>
                  </a:cubicBezTo>
                  <a:close/>
                </a:path>
              </a:pathLst>
            </a:custGeom>
            <a:grpFill/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320" name="Freeform: Shape 319">
              <a:extLst>
                <a:ext uri="{FF2B5EF4-FFF2-40B4-BE49-F238E27FC236}">
                  <a16:creationId xmlns:a16="http://schemas.microsoft.com/office/drawing/2014/main" id="{65A449CF-396F-45B8-B268-6824A4E89BBB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5852436" y="3777408"/>
              <a:ext cx="14096" cy="14099"/>
            </a:xfrm>
            <a:custGeom>
              <a:avLst/>
              <a:gdLst>
                <a:gd name="connsiteX0" fmla="*/ 14097 w 14096"/>
                <a:gd name="connsiteY0" fmla="*/ 7051 h 14099"/>
                <a:gd name="connsiteX1" fmla="*/ 7048 w 14096"/>
                <a:gd name="connsiteY1" fmla="*/ 14099 h 14099"/>
                <a:gd name="connsiteX2" fmla="*/ 0 w 14096"/>
                <a:gd name="connsiteY2" fmla="*/ 7051 h 14099"/>
                <a:gd name="connsiteX3" fmla="*/ 7048 w 14096"/>
                <a:gd name="connsiteY3" fmla="*/ 2 h 14099"/>
                <a:gd name="connsiteX4" fmla="*/ 14097 w 14096"/>
                <a:gd name="connsiteY4" fmla="*/ 7051 h 14099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14096" h="14099">
                  <a:moveTo>
                    <a:pt x="14097" y="7051"/>
                  </a:moveTo>
                  <a:cubicBezTo>
                    <a:pt x="14097" y="10956"/>
                    <a:pt x="10954" y="14099"/>
                    <a:pt x="7048" y="14099"/>
                  </a:cubicBezTo>
                  <a:cubicBezTo>
                    <a:pt x="3143" y="14099"/>
                    <a:pt x="0" y="10956"/>
                    <a:pt x="0" y="7051"/>
                  </a:cubicBezTo>
                  <a:cubicBezTo>
                    <a:pt x="0" y="3145"/>
                    <a:pt x="3143" y="2"/>
                    <a:pt x="7048" y="2"/>
                  </a:cubicBezTo>
                  <a:cubicBezTo>
                    <a:pt x="10954" y="-93"/>
                    <a:pt x="14097" y="3145"/>
                    <a:pt x="14097" y="7051"/>
                  </a:cubicBezTo>
                  <a:close/>
                </a:path>
              </a:pathLst>
            </a:custGeom>
            <a:grpFill/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321" name="Freeform: Shape 320">
              <a:extLst>
                <a:ext uri="{FF2B5EF4-FFF2-40B4-BE49-F238E27FC236}">
                  <a16:creationId xmlns:a16="http://schemas.microsoft.com/office/drawing/2014/main" id="{9C20A7EF-7013-4D6C-ADD8-868A931DF20E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5911683" y="3777408"/>
              <a:ext cx="14096" cy="14099"/>
            </a:xfrm>
            <a:custGeom>
              <a:avLst/>
              <a:gdLst>
                <a:gd name="connsiteX0" fmla="*/ 14097 w 14096"/>
                <a:gd name="connsiteY0" fmla="*/ 7051 h 14099"/>
                <a:gd name="connsiteX1" fmla="*/ 7048 w 14096"/>
                <a:gd name="connsiteY1" fmla="*/ 14099 h 14099"/>
                <a:gd name="connsiteX2" fmla="*/ 0 w 14096"/>
                <a:gd name="connsiteY2" fmla="*/ 7051 h 14099"/>
                <a:gd name="connsiteX3" fmla="*/ 7048 w 14096"/>
                <a:gd name="connsiteY3" fmla="*/ 2 h 14099"/>
                <a:gd name="connsiteX4" fmla="*/ 14097 w 14096"/>
                <a:gd name="connsiteY4" fmla="*/ 7051 h 14099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14096" h="14099">
                  <a:moveTo>
                    <a:pt x="14097" y="7051"/>
                  </a:moveTo>
                  <a:cubicBezTo>
                    <a:pt x="14097" y="10956"/>
                    <a:pt x="10954" y="14099"/>
                    <a:pt x="7048" y="14099"/>
                  </a:cubicBezTo>
                  <a:cubicBezTo>
                    <a:pt x="3143" y="14099"/>
                    <a:pt x="0" y="10956"/>
                    <a:pt x="0" y="7051"/>
                  </a:cubicBezTo>
                  <a:cubicBezTo>
                    <a:pt x="0" y="3145"/>
                    <a:pt x="3143" y="2"/>
                    <a:pt x="7048" y="2"/>
                  </a:cubicBezTo>
                  <a:cubicBezTo>
                    <a:pt x="10954" y="-93"/>
                    <a:pt x="14097" y="3145"/>
                    <a:pt x="14097" y="7051"/>
                  </a:cubicBezTo>
                  <a:close/>
                </a:path>
              </a:pathLst>
            </a:custGeom>
            <a:grpFill/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322" name="Freeform: Shape 321">
              <a:extLst>
                <a:ext uri="{FF2B5EF4-FFF2-40B4-BE49-F238E27FC236}">
                  <a16:creationId xmlns:a16="http://schemas.microsoft.com/office/drawing/2014/main" id="{F787692C-3BA9-4D4D-82F8-E497797AAED2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5970835" y="3777408"/>
              <a:ext cx="14096" cy="14099"/>
            </a:xfrm>
            <a:custGeom>
              <a:avLst/>
              <a:gdLst>
                <a:gd name="connsiteX0" fmla="*/ 14097 w 14096"/>
                <a:gd name="connsiteY0" fmla="*/ 7051 h 14099"/>
                <a:gd name="connsiteX1" fmla="*/ 7048 w 14096"/>
                <a:gd name="connsiteY1" fmla="*/ 14099 h 14099"/>
                <a:gd name="connsiteX2" fmla="*/ 0 w 14096"/>
                <a:gd name="connsiteY2" fmla="*/ 7051 h 14099"/>
                <a:gd name="connsiteX3" fmla="*/ 7048 w 14096"/>
                <a:gd name="connsiteY3" fmla="*/ 2 h 14099"/>
                <a:gd name="connsiteX4" fmla="*/ 14097 w 14096"/>
                <a:gd name="connsiteY4" fmla="*/ 7051 h 14099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14096" h="14099">
                  <a:moveTo>
                    <a:pt x="14097" y="7051"/>
                  </a:moveTo>
                  <a:cubicBezTo>
                    <a:pt x="14097" y="10956"/>
                    <a:pt x="10954" y="14099"/>
                    <a:pt x="7048" y="14099"/>
                  </a:cubicBezTo>
                  <a:cubicBezTo>
                    <a:pt x="3143" y="14099"/>
                    <a:pt x="0" y="10956"/>
                    <a:pt x="0" y="7051"/>
                  </a:cubicBezTo>
                  <a:cubicBezTo>
                    <a:pt x="0" y="3145"/>
                    <a:pt x="3143" y="2"/>
                    <a:pt x="7048" y="2"/>
                  </a:cubicBezTo>
                  <a:cubicBezTo>
                    <a:pt x="10954" y="-93"/>
                    <a:pt x="14097" y="3145"/>
                    <a:pt x="14097" y="7051"/>
                  </a:cubicBezTo>
                  <a:close/>
                </a:path>
              </a:pathLst>
            </a:custGeom>
            <a:grpFill/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323" name="Freeform: Shape 322">
              <a:extLst>
                <a:ext uri="{FF2B5EF4-FFF2-40B4-BE49-F238E27FC236}">
                  <a16:creationId xmlns:a16="http://schemas.microsoft.com/office/drawing/2014/main" id="{A6D539D6-A55E-40F5-83AC-A7734052419F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6030082" y="3777410"/>
              <a:ext cx="14097" cy="14096"/>
            </a:xfrm>
            <a:custGeom>
              <a:avLst/>
              <a:gdLst>
                <a:gd name="connsiteX0" fmla="*/ 14097 w 14097"/>
                <a:gd name="connsiteY0" fmla="*/ 7048 h 14096"/>
                <a:gd name="connsiteX1" fmla="*/ 7049 w 14097"/>
                <a:gd name="connsiteY1" fmla="*/ 14097 h 14096"/>
                <a:gd name="connsiteX2" fmla="*/ 0 w 14097"/>
                <a:gd name="connsiteY2" fmla="*/ 7048 h 14096"/>
                <a:gd name="connsiteX3" fmla="*/ 7049 w 14097"/>
                <a:gd name="connsiteY3" fmla="*/ 0 h 14096"/>
                <a:gd name="connsiteX4" fmla="*/ 14097 w 14097"/>
                <a:gd name="connsiteY4" fmla="*/ 7048 h 1409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14097" h="14096">
                  <a:moveTo>
                    <a:pt x="14097" y="7048"/>
                  </a:moveTo>
                  <a:cubicBezTo>
                    <a:pt x="14097" y="10941"/>
                    <a:pt x="10941" y="14097"/>
                    <a:pt x="7049" y="14097"/>
                  </a:cubicBezTo>
                  <a:cubicBezTo>
                    <a:pt x="3156" y="14097"/>
                    <a:pt x="0" y="10941"/>
                    <a:pt x="0" y="7048"/>
                  </a:cubicBezTo>
                  <a:cubicBezTo>
                    <a:pt x="0" y="3156"/>
                    <a:pt x="3156" y="0"/>
                    <a:pt x="7049" y="0"/>
                  </a:cubicBezTo>
                  <a:cubicBezTo>
                    <a:pt x="10941" y="0"/>
                    <a:pt x="14097" y="3156"/>
                    <a:pt x="14097" y="7048"/>
                  </a:cubicBezTo>
                  <a:close/>
                </a:path>
              </a:pathLst>
            </a:custGeom>
            <a:grpFill/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324" name="Freeform: Shape 323">
              <a:extLst>
                <a:ext uri="{FF2B5EF4-FFF2-40B4-BE49-F238E27FC236}">
                  <a16:creationId xmlns:a16="http://schemas.microsoft.com/office/drawing/2014/main" id="{D4D7922F-CA55-4202-B99F-ED303E704492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6089231" y="3777408"/>
              <a:ext cx="14096" cy="14099"/>
            </a:xfrm>
            <a:custGeom>
              <a:avLst/>
              <a:gdLst>
                <a:gd name="connsiteX0" fmla="*/ 14097 w 14096"/>
                <a:gd name="connsiteY0" fmla="*/ 7051 h 14099"/>
                <a:gd name="connsiteX1" fmla="*/ 7048 w 14096"/>
                <a:gd name="connsiteY1" fmla="*/ 14099 h 14099"/>
                <a:gd name="connsiteX2" fmla="*/ 0 w 14096"/>
                <a:gd name="connsiteY2" fmla="*/ 7051 h 14099"/>
                <a:gd name="connsiteX3" fmla="*/ 7048 w 14096"/>
                <a:gd name="connsiteY3" fmla="*/ 2 h 14099"/>
                <a:gd name="connsiteX4" fmla="*/ 14097 w 14096"/>
                <a:gd name="connsiteY4" fmla="*/ 7051 h 14099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14096" h="14099">
                  <a:moveTo>
                    <a:pt x="14097" y="7051"/>
                  </a:moveTo>
                  <a:cubicBezTo>
                    <a:pt x="14097" y="10956"/>
                    <a:pt x="10954" y="14099"/>
                    <a:pt x="7048" y="14099"/>
                  </a:cubicBezTo>
                  <a:cubicBezTo>
                    <a:pt x="3143" y="14099"/>
                    <a:pt x="0" y="10956"/>
                    <a:pt x="0" y="7051"/>
                  </a:cubicBezTo>
                  <a:cubicBezTo>
                    <a:pt x="0" y="3145"/>
                    <a:pt x="3143" y="2"/>
                    <a:pt x="7048" y="2"/>
                  </a:cubicBezTo>
                  <a:cubicBezTo>
                    <a:pt x="10954" y="-93"/>
                    <a:pt x="14097" y="3145"/>
                    <a:pt x="14097" y="7051"/>
                  </a:cubicBezTo>
                  <a:close/>
                </a:path>
              </a:pathLst>
            </a:custGeom>
            <a:grpFill/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325" name="Freeform: Shape 324">
              <a:extLst>
                <a:ext uri="{FF2B5EF4-FFF2-40B4-BE49-F238E27FC236}">
                  <a16:creationId xmlns:a16="http://schemas.microsoft.com/office/drawing/2014/main" id="{4120C846-A602-4B6C-9C07-11D2B0F8A402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6148476" y="3481374"/>
              <a:ext cx="14097" cy="14096"/>
            </a:xfrm>
            <a:custGeom>
              <a:avLst/>
              <a:gdLst>
                <a:gd name="connsiteX0" fmla="*/ 14097 w 14097"/>
                <a:gd name="connsiteY0" fmla="*/ 7049 h 14096"/>
                <a:gd name="connsiteX1" fmla="*/ 7049 w 14097"/>
                <a:gd name="connsiteY1" fmla="*/ 14097 h 14096"/>
                <a:gd name="connsiteX2" fmla="*/ 0 w 14097"/>
                <a:gd name="connsiteY2" fmla="*/ 7049 h 14096"/>
                <a:gd name="connsiteX3" fmla="*/ 7049 w 14097"/>
                <a:gd name="connsiteY3" fmla="*/ 0 h 14096"/>
                <a:gd name="connsiteX4" fmla="*/ 14097 w 14097"/>
                <a:gd name="connsiteY4" fmla="*/ 7049 h 1409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14097" h="14096">
                  <a:moveTo>
                    <a:pt x="14097" y="7049"/>
                  </a:moveTo>
                  <a:cubicBezTo>
                    <a:pt x="14097" y="10954"/>
                    <a:pt x="10954" y="14097"/>
                    <a:pt x="7049" y="14097"/>
                  </a:cubicBezTo>
                  <a:cubicBezTo>
                    <a:pt x="3143" y="14097"/>
                    <a:pt x="0" y="10954"/>
                    <a:pt x="0" y="7049"/>
                  </a:cubicBezTo>
                  <a:cubicBezTo>
                    <a:pt x="0" y="3143"/>
                    <a:pt x="3143" y="0"/>
                    <a:pt x="7049" y="0"/>
                  </a:cubicBezTo>
                  <a:cubicBezTo>
                    <a:pt x="10954" y="0"/>
                    <a:pt x="14097" y="3143"/>
                    <a:pt x="14097" y="7049"/>
                  </a:cubicBezTo>
                  <a:close/>
                </a:path>
              </a:pathLst>
            </a:custGeom>
            <a:grpFill/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326" name="Freeform: Shape 325">
              <a:extLst>
                <a:ext uri="{FF2B5EF4-FFF2-40B4-BE49-F238E27FC236}">
                  <a16:creationId xmlns:a16="http://schemas.microsoft.com/office/drawing/2014/main" id="{84B5D527-4684-45F5-84CE-73642492DB35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6207627" y="3481374"/>
              <a:ext cx="14096" cy="14096"/>
            </a:xfrm>
            <a:custGeom>
              <a:avLst/>
              <a:gdLst>
                <a:gd name="connsiteX0" fmla="*/ 14097 w 14096"/>
                <a:gd name="connsiteY0" fmla="*/ 7049 h 14096"/>
                <a:gd name="connsiteX1" fmla="*/ 7048 w 14096"/>
                <a:gd name="connsiteY1" fmla="*/ 14097 h 14096"/>
                <a:gd name="connsiteX2" fmla="*/ 0 w 14096"/>
                <a:gd name="connsiteY2" fmla="*/ 7049 h 14096"/>
                <a:gd name="connsiteX3" fmla="*/ 7048 w 14096"/>
                <a:gd name="connsiteY3" fmla="*/ 0 h 14096"/>
                <a:gd name="connsiteX4" fmla="*/ 14097 w 14096"/>
                <a:gd name="connsiteY4" fmla="*/ 7049 h 1409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14096" h="14096">
                  <a:moveTo>
                    <a:pt x="14097" y="7049"/>
                  </a:moveTo>
                  <a:cubicBezTo>
                    <a:pt x="14097" y="10954"/>
                    <a:pt x="10954" y="14097"/>
                    <a:pt x="7048" y="14097"/>
                  </a:cubicBezTo>
                  <a:cubicBezTo>
                    <a:pt x="3143" y="14097"/>
                    <a:pt x="0" y="10954"/>
                    <a:pt x="0" y="7049"/>
                  </a:cubicBezTo>
                  <a:cubicBezTo>
                    <a:pt x="0" y="3143"/>
                    <a:pt x="3143" y="0"/>
                    <a:pt x="7048" y="0"/>
                  </a:cubicBezTo>
                  <a:cubicBezTo>
                    <a:pt x="10954" y="0"/>
                    <a:pt x="14097" y="3143"/>
                    <a:pt x="14097" y="7049"/>
                  </a:cubicBezTo>
                  <a:close/>
                </a:path>
              </a:pathLst>
            </a:custGeom>
            <a:grpFill/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327" name="Freeform: Shape 326">
              <a:extLst>
                <a:ext uri="{FF2B5EF4-FFF2-40B4-BE49-F238E27FC236}">
                  <a16:creationId xmlns:a16="http://schemas.microsoft.com/office/drawing/2014/main" id="{FF31CF21-8169-4D45-A115-9CF8D37189D5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6266872" y="3481374"/>
              <a:ext cx="14096" cy="14096"/>
            </a:xfrm>
            <a:custGeom>
              <a:avLst/>
              <a:gdLst>
                <a:gd name="connsiteX0" fmla="*/ 14097 w 14096"/>
                <a:gd name="connsiteY0" fmla="*/ 7049 h 14096"/>
                <a:gd name="connsiteX1" fmla="*/ 7049 w 14096"/>
                <a:gd name="connsiteY1" fmla="*/ 14097 h 14096"/>
                <a:gd name="connsiteX2" fmla="*/ 0 w 14096"/>
                <a:gd name="connsiteY2" fmla="*/ 7049 h 14096"/>
                <a:gd name="connsiteX3" fmla="*/ 7049 w 14096"/>
                <a:gd name="connsiteY3" fmla="*/ 0 h 14096"/>
                <a:gd name="connsiteX4" fmla="*/ 14097 w 14096"/>
                <a:gd name="connsiteY4" fmla="*/ 7049 h 1409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14096" h="14096">
                  <a:moveTo>
                    <a:pt x="14097" y="7049"/>
                  </a:moveTo>
                  <a:cubicBezTo>
                    <a:pt x="14097" y="10954"/>
                    <a:pt x="10954" y="14097"/>
                    <a:pt x="7049" y="14097"/>
                  </a:cubicBezTo>
                  <a:cubicBezTo>
                    <a:pt x="3143" y="14097"/>
                    <a:pt x="0" y="10954"/>
                    <a:pt x="0" y="7049"/>
                  </a:cubicBezTo>
                  <a:cubicBezTo>
                    <a:pt x="0" y="3143"/>
                    <a:pt x="3143" y="0"/>
                    <a:pt x="7049" y="0"/>
                  </a:cubicBezTo>
                  <a:cubicBezTo>
                    <a:pt x="10859" y="0"/>
                    <a:pt x="14097" y="3143"/>
                    <a:pt x="14097" y="7049"/>
                  </a:cubicBezTo>
                  <a:close/>
                </a:path>
              </a:pathLst>
            </a:custGeom>
            <a:grpFill/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328" name="Freeform: Shape 327">
              <a:extLst>
                <a:ext uri="{FF2B5EF4-FFF2-40B4-BE49-F238E27FC236}">
                  <a16:creationId xmlns:a16="http://schemas.microsoft.com/office/drawing/2014/main" id="{DA8762B9-9CD8-4676-93F5-6C9358A94043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6326022" y="3481374"/>
              <a:ext cx="14096" cy="14096"/>
            </a:xfrm>
            <a:custGeom>
              <a:avLst/>
              <a:gdLst>
                <a:gd name="connsiteX0" fmla="*/ 14097 w 14096"/>
                <a:gd name="connsiteY0" fmla="*/ 7049 h 14096"/>
                <a:gd name="connsiteX1" fmla="*/ 7048 w 14096"/>
                <a:gd name="connsiteY1" fmla="*/ 14097 h 14096"/>
                <a:gd name="connsiteX2" fmla="*/ 0 w 14096"/>
                <a:gd name="connsiteY2" fmla="*/ 7049 h 14096"/>
                <a:gd name="connsiteX3" fmla="*/ 7048 w 14096"/>
                <a:gd name="connsiteY3" fmla="*/ 0 h 14096"/>
                <a:gd name="connsiteX4" fmla="*/ 14097 w 14096"/>
                <a:gd name="connsiteY4" fmla="*/ 7049 h 1409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14096" h="14096">
                  <a:moveTo>
                    <a:pt x="14097" y="7049"/>
                  </a:moveTo>
                  <a:cubicBezTo>
                    <a:pt x="14097" y="10954"/>
                    <a:pt x="10954" y="14097"/>
                    <a:pt x="7048" y="14097"/>
                  </a:cubicBezTo>
                  <a:cubicBezTo>
                    <a:pt x="3143" y="14097"/>
                    <a:pt x="0" y="10954"/>
                    <a:pt x="0" y="7049"/>
                  </a:cubicBezTo>
                  <a:cubicBezTo>
                    <a:pt x="0" y="3143"/>
                    <a:pt x="3143" y="0"/>
                    <a:pt x="7048" y="0"/>
                  </a:cubicBezTo>
                  <a:cubicBezTo>
                    <a:pt x="10954" y="0"/>
                    <a:pt x="14097" y="3143"/>
                    <a:pt x="14097" y="7049"/>
                  </a:cubicBezTo>
                  <a:close/>
                </a:path>
              </a:pathLst>
            </a:custGeom>
            <a:grpFill/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329" name="Freeform: Shape 328">
              <a:extLst>
                <a:ext uri="{FF2B5EF4-FFF2-40B4-BE49-F238E27FC236}">
                  <a16:creationId xmlns:a16="http://schemas.microsoft.com/office/drawing/2014/main" id="{A183E80A-70D1-4F52-A92D-D396648CCB71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6385268" y="3481374"/>
              <a:ext cx="14096" cy="14096"/>
            </a:xfrm>
            <a:custGeom>
              <a:avLst/>
              <a:gdLst>
                <a:gd name="connsiteX0" fmla="*/ 14097 w 14096"/>
                <a:gd name="connsiteY0" fmla="*/ 7049 h 14096"/>
                <a:gd name="connsiteX1" fmla="*/ 7048 w 14096"/>
                <a:gd name="connsiteY1" fmla="*/ 14097 h 14096"/>
                <a:gd name="connsiteX2" fmla="*/ 0 w 14096"/>
                <a:gd name="connsiteY2" fmla="*/ 7049 h 14096"/>
                <a:gd name="connsiteX3" fmla="*/ 7048 w 14096"/>
                <a:gd name="connsiteY3" fmla="*/ 0 h 14096"/>
                <a:gd name="connsiteX4" fmla="*/ 14097 w 14096"/>
                <a:gd name="connsiteY4" fmla="*/ 7049 h 1409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14096" h="14096">
                  <a:moveTo>
                    <a:pt x="14097" y="7049"/>
                  </a:moveTo>
                  <a:cubicBezTo>
                    <a:pt x="14097" y="10954"/>
                    <a:pt x="10954" y="14097"/>
                    <a:pt x="7048" y="14097"/>
                  </a:cubicBezTo>
                  <a:cubicBezTo>
                    <a:pt x="3143" y="14097"/>
                    <a:pt x="0" y="10954"/>
                    <a:pt x="0" y="7049"/>
                  </a:cubicBezTo>
                  <a:cubicBezTo>
                    <a:pt x="0" y="3143"/>
                    <a:pt x="3143" y="0"/>
                    <a:pt x="7048" y="0"/>
                  </a:cubicBezTo>
                  <a:cubicBezTo>
                    <a:pt x="10858" y="0"/>
                    <a:pt x="14097" y="3143"/>
                    <a:pt x="14097" y="7049"/>
                  </a:cubicBezTo>
                  <a:close/>
                </a:path>
              </a:pathLst>
            </a:custGeom>
            <a:grpFill/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330" name="Freeform: Shape 329">
              <a:extLst>
                <a:ext uri="{FF2B5EF4-FFF2-40B4-BE49-F238E27FC236}">
                  <a16:creationId xmlns:a16="http://schemas.microsoft.com/office/drawing/2014/main" id="{83FBB0F7-E17E-4890-9B66-3625BA14683F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6444417" y="3481373"/>
              <a:ext cx="14096" cy="14097"/>
            </a:xfrm>
            <a:custGeom>
              <a:avLst/>
              <a:gdLst>
                <a:gd name="connsiteX0" fmla="*/ 14097 w 14096"/>
                <a:gd name="connsiteY0" fmla="*/ 7049 h 14097"/>
                <a:gd name="connsiteX1" fmla="*/ 7048 w 14096"/>
                <a:gd name="connsiteY1" fmla="*/ 14097 h 14097"/>
                <a:gd name="connsiteX2" fmla="*/ 0 w 14096"/>
                <a:gd name="connsiteY2" fmla="*/ 7049 h 14097"/>
                <a:gd name="connsiteX3" fmla="*/ 7048 w 14096"/>
                <a:gd name="connsiteY3" fmla="*/ 0 h 14097"/>
                <a:gd name="connsiteX4" fmla="*/ 14097 w 14096"/>
                <a:gd name="connsiteY4" fmla="*/ 7049 h 14097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14096" h="14097">
                  <a:moveTo>
                    <a:pt x="14097" y="7049"/>
                  </a:moveTo>
                  <a:cubicBezTo>
                    <a:pt x="14097" y="10941"/>
                    <a:pt x="10941" y="14097"/>
                    <a:pt x="7048" y="14097"/>
                  </a:cubicBezTo>
                  <a:cubicBezTo>
                    <a:pt x="3156" y="14097"/>
                    <a:pt x="0" y="10941"/>
                    <a:pt x="0" y="7049"/>
                  </a:cubicBezTo>
                  <a:cubicBezTo>
                    <a:pt x="0" y="3156"/>
                    <a:pt x="3156" y="0"/>
                    <a:pt x="7048" y="0"/>
                  </a:cubicBezTo>
                  <a:cubicBezTo>
                    <a:pt x="10941" y="0"/>
                    <a:pt x="14097" y="3156"/>
                    <a:pt x="14097" y="7049"/>
                  </a:cubicBezTo>
                  <a:close/>
                </a:path>
              </a:pathLst>
            </a:custGeom>
            <a:grpFill/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331" name="Freeform: Shape 330">
              <a:extLst>
                <a:ext uri="{FF2B5EF4-FFF2-40B4-BE49-F238E27FC236}">
                  <a16:creationId xmlns:a16="http://schemas.microsoft.com/office/drawing/2014/main" id="{708E7BF1-2D4D-44AB-A5CC-0ED91B8462E6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6148476" y="3540622"/>
              <a:ext cx="14097" cy="14096"/>
            </a:xfrm>
            <a:custGeom>
              <a:avLst/>
              <a:gdLst>
                <a:gd name="connsiteX0" fmla="*/ 14097 w 14097"/>
                <a:gd name="connsiteY0" fmla="*/ 7048 h 14096"/>
                <a:gd name="connsiteX1" fmla="*/ 7049 w 14097"/>
                <a:gd name="connsiteY1" fmla="*/ 14097 h 14096"/>
                <a:gd name="connsiteX2" fmla="*/ 0 w 14097"/>
                <a:gd name="connsiteY2" fmla="*/ 7048 h 14096"/>
                <a:gd name="connsiteX3" fmla="*/ 7049 w 14097"/>
                <a:gd name="connsiteY3" fmla="*/ 0 h 14096"/>
                <a:gd name="connsiteX4" fmla="*/ 14097 w 14097"/>
                <a:gd name="connsiteY4" fmla="*/ 7048 h 1409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14097" h="14096">
                  <a:moveTo>
                    <a:pt x="14097" y="7048"/>
                  </a:moveTo>
                  <a:cubicBezTo>
                    <a:pt x="14097" y="10954"/>
                    <a:pt x="10954" y="14097"/>
                    <a:pt x="7049" y="14097"/>
                  </a:cubicBezTo>
                  <a:cubicBezTo>
                    <a:pt x="3143" y="14097"/>
                    <a:pt x="0" y="10954"/>
                    <a:pt x="0" y="7048"/>
                  </a:cubicBezTo>
                  <a:cubicBezTo>
                    <a:pt x="0" y="3143"/>
                    <a:pt x="3143" y="0"/>
                    <a:pt x="7049" y="0"/>
                  </a:cubicBezTo>
                  <a:cubicBezTo>
                    <a:pt x="10954" y="0"/>
                    <a:pt x="14097" y="3143"/>
                    <a:pt x="14097" y="7048"/>
                  </a:cubicBezTo>
                  <a:close/>
                </a:path>
              </a:pathLst>
            </a:custGeom>
            <a:grpFill/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332" name="Freeform: Shape 331">
              <a:extLst>
                <a:ext uri="{FF2B5EF4-FFF2-40B4-BE49-F238E27FC236}">
                  <a16:creationId xmlns:a16="http://schemas.microsoft.com/office/drawing/2014/main" id="{4B468C4E-6F63-4172-AE1F-8965744DBC4F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6207627" y="3540623"/>
              <a:ext cx="14096" cy="14096"/>
            </a:xfrm>
            <a:custGeom>
              <a:avLst/>
              <a:gdLst>
                <a:gd name="connsiteX0" fmla="*/ 14097 w 14096"/>
                <a:gd name="connsiteY0" fmla="*/ 7048 h 14096"/>
                <a:gd name="connsiteX1" fmla="*/ 7048 w 14096"/>
                <a:gd name="connsiteY1" fmla="*/ 14097 h 14096"/>
                <a:gd name="connsiteX2" fmla="*/ 0 w 14096"/>
                <a:gd name="connsiteY2" fmla="*/ 7048 h 14096"/>
                <a:gd name="connsiteX3" fmla="*/ 7048 w 14096"/>
                <a:gd name="connsiteY3" fmla="*/ 0 h 14096"/>
                <a:gd name="connsiteX4" fmla="*/ 14097 w 14096"/>
                <a:gd name="connsiteY4" fmla="*/ 7048 h 1409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14096" h="14096">
                  <a:moveTo>
                    <a:pt x="14097" y="7048"/>
                  </a:moveTo>
                  <a:cubicBezTo>
                    <a:pt x="14097" y="10954"/>
                    <a:pt x="10954" y="14097"/>
                    <a:pt x="7048" y="14097"/>
                  </a:cubicBezTo>
                  <a:cubicBezTo>
                    <a:pt x="3143" y="14097"/>
                    <a:pt x="0" y="10954"/>
                    <a:pt x="0" y="7048"/>
                  </a:cubicBezTo>
                  <a:cubicBezTo>
                    <a:pt x="0" y="3143"/>
                    <a:pt x="3143" y="0"/>
                    <a:pt x="7048" y="0"/>
                  </a:cubicBezTo>
                  <a:cubicBezTo>
                    <a:pt x="10954" y="0"/>
                    <a:pt x="14097" y="3143"/>
                    <a:pt x="14097" y="7048"/>
                  </a:cubicBezTo>
                  <a:close/>
                </a:path>
              </a:pathLst>
            </a:custGeom>
            <a:grpFill/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333" name="Freeform: Shape 332">
              <a:extLst>
                <a:ext uri="{FF2B5EF4-FFF2-40B4-BE49-F238E27FC236}">
                  <a16:creationId xmlns:a16="http://schemas.microsoft.com/office/drawing/2014/main" id="{974C7149-F567-4D55-8F48-511DCF3A81ED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6266872" y="3540626"/>
              <a:ext cx="14096" cy="14096"/>
            </a:xfrm>
            <a:custGeom>
              <a:avLst/>
              <a:gdLst>
                <a:gd name="connsiteX0" fmla="*/ 14097 w 14096"/>
                <a:gd name="connsiteY0" fmla="*/ 7048 h 14096"/>
                <a:gd name="connsiteX1" fmla="*/ 7049 w 14096"/>
                <a:gd name="connsiteY1" fmla="*/ 14097 h 14096"/>
                <a:gd name="connsiteX2" fmla="*/ 0 w 14096"/>
                <a:gd name="connsiteY2" fmla="*/ 7048 h 14096"/>
                <a:gd name="connsiteX3" fmla="*/ 7049 w 14096"/>
                <a:gd name="connsiteY3" fmla="*/ 0 h 14096"/>
                <a:gd name="connsiteX4" fmla="*/ 14097 w 14096"/>
                <a:gd name="connsiteY4" fmla="*/ 7048 h 1409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14096" h="14096">
                  <a:moveTo>
                    <a:pt x="14097" y="7048"/>
                  </a:moveTo>
                  <a:cubicBezTo>
                    <a:pt x="14097" y="10954"/>
                    <a:pt x="10954" y="14097"/>
                    <a:pt x="7049" y="14097"/>
                  </a:cubicBezTo>
                  <a:cubicBezTo>
                    <a:pt x="3143" y="14097"/>
                    <a:pt x="0" y="10954"/>
                    <a:pt x="0" y="7048"/>
                  </a:cubicBezTo>
                  <a:cubicBezTo>
                    <a:pt x="0" y="3143"/>
                    <a:pt x="3143" y="0"/>
                    <a:pt x="7049" y="0"/>
                  </a:cubicBezTo>
                  <a:cubicBezTo>
                    <a:pt x="10859" y="0"/>
                    <a:pt x="14097" y="3143"/>
                    <a:pt x="14097" y="7048"/>
                  </a:cubicBezTo>
                  <a:close/>
                </a:path>
              </a:pathLst>
            </a:custGeom>
            <a:grpFill/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334" name="Freeform: Shape 333">
              <a:extLst>
                <a:ext uri="{FF2B5EF4-FFF2-40B4-BE49-F238E27FC236}">
                  <a16:creationId xmlns:a16="http://schemas.microsoft.com/office/drawing/2014/main" id="{54A551FA-7E10-4D28-9A10-B9A06C0780EE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6326022" y="3540627"/>
              <a:ext cx="14096" cy="14096"/>
            </a:xfrm>
            <a:custGeom>
              <a:avLst/>
              <a:gdLst>
                <a:gd name="connsiteX0" fmla="*/ 14097 w 14096"/>
                <a:gd name="connsiteY0" fmla="*/ 7048 h 14096"/>
                <a:gd name="connsiteX1" fmla="*/ 7048 w 14096"/>
                <a:gd name="connsiteY1" fmla="*/ 14097 h 14096"/>
                <a:gd name="connsiteX2" fmla="*/ 0 w 14096"/>
                <a:gd name="connsiteY2" fmla="*/ 7048 h 14096"/>
                <a:gd name="connsiteX3" fmla="*/ 7048 w 14096"/>
                <a:gd name="connsiteY3" fmla="*/ 0 h 14096"/>
                <a:gd name="connsiteX4" fmla="*/ 14097 w 14096"/>
                <a:gd name="connsiteY4" fmla="*/ 7048 h 1409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14096" h="14096">
                  <a:moveTo>
                    <a:pt x="14097" y="7048"/>
                  </a:moveTo>
                  <a:cubicBezTo>
                    <a:pt x="14097" y="10954"/>
                    <a:pt x="10954" y="14097"/>
                    <a:pt x="7048" y="14097"/>
                  </a:cubicBezTo>
                  <a:cubicBezTo>
                    <a:pt x="3143" y="14097"/>
                    <a:pt x="0" y="10954"/>
                    <a:pt x="0" y="7048"/>
                  </a:cubicBezTo>
                  <a:cubicBezTo>
                    <a:pt x="0" y="3143"/>
                    <a:pt x="3143" y="0"/>
                    <a:pt x="7048" y="0"/>
                  </a:cubicBezTo>
                  <a:cubicBezTo>
                    <a:pt x="10954" y="0"/>
                    <a:pt x="14097" y="3143"/>
                    <a:pt x="14097" y="7048"/>
                  </a:cubicBezTo>
                  <a:close/>
                </a:path>
              </a:pathLst>
            </a:custGeom>
            <a:grpFill/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335" name="Freeform: Shape 334">
              <a:extLst>
                <a:ext uri="{FF2B5EF4-FFF2-40B4-BE49-F238E27FC236}">
                  <a16:creationId xmlns:a16="http://schemas.microsoft.com/office/drawing/2014/main" id="{1D04F3C0-CE2C-4B8D-A5BD-0E994FD8D974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6385268" y="3540630"/>
              <a:ext cx="14096" cy="14096"/>
            </a:xfrm>
            <a:custGeom>
              <a:avLst/>
              <a:gdLst>
                <a:gd name="connsiteX0" fmla="*/ 14097 w 14096"/>
                <a:gd name="connsiteY0" fmla="*/ 7048 h 14096"/>
                <a:gd name="connsiteX1" fmla="*/ 7048 w 14096"/>
                <a:gd name="connsiteY1" fmla="*/ 14097 h 14096"/>
                <a:gd name="connsiteX2" fmla="*/ 0 w 14096"/>
                <a:gd name="connsiteY2" fmla="*/ 7048 h 14096"/>
                <a:gd name="connsiteX3" fmla="*/ 7048 w 14096"/>
                <a:gd name="connsiteY3" fmla="*/ 0 h 14096"/>
                <a:gd name="connsiteX4" fmla="*/ 14097 w 14096"/>
                <a:gd name="connsiteY4" fmla="*/ 7048 h 1409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14096" h="14096">
                  <a:moveTo>
                    <a:pt x="14097" y="7048"/>
                  </a:moveTo>
                  <a:cubicBezTo>
                    <a:pt x="14097" y="10954"/>
                    <a:pt x="10954" y="14097"/>
                    <a:pt x="7048" y="14097"/>
                  </a:cubicBezTo>
                  <a:cubicBezTo>
                    <a:pt x="3143" y="14097"/>
                    <a:pt x="0" y="10954"/>
                    <a:pt x="0" y="7048"/>
                  </a:cubicBezTo>
                  <a:cubicBezTo>
                    <a:pt x="0" y="3143"/>
                    <a:pt x="3143" y="0"/>
                    <a:pt x="7048" y="0"/>
                  </a:cubicBezTo>
                  <a:cubicBezTo>
                    <a:pt x="10858" y="0"/>
                    <a:pt x="14097" y="3143"/>
                    <a:pt x="14097" y="7048"/>
                  </a:cubicBezTo>
                  <a:close/>
                </a:path>
              </a:pathLst>
            </a:custGeom>
            <a:grpFill/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336" name="Freeform: Shape 335">
              <a:extLst>
                <a:ext uri="{FF2B5EF4-FFF2-40B4-BE49-F238E27FC236}">
                  <a16:creationId xmlns:a16="http://schemas.microsoft.com/office/drawing/2014/main" id="{D2EA9230-DD52-48A9-B268-56744EA50654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6444417" y="3540631"/>
              <a:ext cx="14096" cy="14097"/>
            </a:xfrm>
            <a:custGeom>
              <a:avLst/>
              <a:gdLst>
                <a:gd name="connsiteX0" fmla="*/ 14097 w 14096"/>
                <a:gd name="connsiteY0" fmla="*/ 7048 h 14097"/>
                <a:gd name="connsiteX1" fmla="*/ 7048 w 14096"/>
                <a:gd name="connsiteY1" fmla="*/ 14097 h 14097"/>
                <a:gd name="connsiteX2" fmla="*/ 0 w 14096"/>
                <a:gd name="connsiteY2" fmla="*/ 7048 h 14097"/>
                <a:gd name="connsiteX3" fmla="*/ 7048 w 14096"/>
                <a:gd name="connsiteY3" fmla="*/ 0 h 14097"/>
                <a:gd name="connsiteX4" fmla="*/ 14097 w 14096"/>
                <a:gd name="connsiteY4" fmla="*/ 7048 h 14097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14096" h="14097">
                  <a:moveTo>
                    <a:pt x="14097" y="7048"/>
                  </a:moveTo>
                  <a:cubicBezTo>
                    <a:pt x="14097" y="10941"/>
                    <a:pt x="10941" y="14097"/>
                    <a:pt x="7048" y="14097"/>
                  </a:cubicBezTo>
                  <a:cubicBezTo>
                    <a:pt x="3156" y="14097"/>
                    <a:pt x="0" y="10941"/>
                    <a:pt x="0" y="7048"/>
                  </a:cubicBezTo>
                  <a:cubicBezTo>
                    <a:pt x="0" y="3156"/>
                    <a:pt x="3156" y="0"/>
                    <a:pt x="7048" y="0"/>
                  </a:cubicBezTo>
                  <a:cubicBezTo>
                    <a:pt x="10941" y="0"/>
                    <a:pt x="14097" y="3156"/>
                    <a:pt x="14097" y="7048"/>
                  </a:cubicBezTo>
                  <a:close/>
                </a:path>
              </a:pathLst>
            </a:custGeom>
            <a:grpFill/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337" name="Freeform: Shape 336">
              <a:extLst>
                <a:ext uri="{FF2B5EF4-FFF2-40B4-BE49-F238E27FC236}">
                  <a16:creationId xmlns:a16="http://schemas.microsoft.com/office/drawing/2014/main" id="{043A05F5-A8CF-4D01-AF12-95D1ECAE4607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6148476" y="3599781"/>
              <a:ext cx="14097" cy="14096"/>
            </a:xfrm>
            <a:custGeom>
              <a:avLst/>
              <a:gdLst>
                <a:gd name="connsiteX0" fmla="*/ 14097 w 14097"/>
                <a:gd name="connsiteY0" fmla="*/ 7048 h 14096"/>
                <a:gd name="connsiteX1" fmla="*/ 7049 w 14097"/>
                <a:gd name="connsiteY1" fmla="*/ 14097 h 14096"/>
                <a:gd name="connsiteX2" fmla="*/ 0 w 14097"/>
                <a:gd name="connsiteY2" fmla="*/ 7048 h 14096"/>
                <a:gd name="connsiteX3" fmla="*/ 7049 w 14097"/>
                <a:gd name="connsiteY3" fmla="*/ 0 h 14096"/>
                <a:gd name="connsiteX4" fmla="*/ 14097 w 14097"/>
                <a:gd name="connsiteY4" fmla="*/ 7048 h 1409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14097" h="14096">
                  <a:moveTo>
                    <a:pt x="14097" y="7048"/>
                  </a:moveTo>
                  <a:cubicBezTo>
                    <a:pt x="14097" y="10954"/>
                    <a:pt x="10954" y="14097"/>
                    <a:pt x="7049" y="14097"/>
                  </a:cubicBezTo>
                  <a:cubicBezTo>
                    <a:pt x="3143" y="14097"/>
                    <a:pt x="0" y="10954"/>
                    <a:pt x="0" y="7048"/>
                  </a:cubicBezTo>
                  <a:cubicBezTo>
                    <a:pt x="0" y="3143"/>
                    <a:pt x="3143" y="0"/>
                    <a:pt x="7049" y="0"/>
                  </a:cubicBezTo>
                  <a:cubicBezTo>
                    <a:pt x="10954" y="0"/>
                    <a:pt x="14097" y="3143"/>
                    <a:pt x="14097" y="7048"/>
                  </a:cubicBezTo>
                  <a:close/>
                </a:path>
              </a:pathLst>
            </a:custGeom>
            <a:grpFill/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338" name="Freeform: Shape 337">
              <a:extLst>
                <a:ext uri="{FF2B5EF4-FFF2-40B4-BE49-F238E27FC236}">
                  <a16:creationId xmlns:a16="http://schemas.microsoft.com/office/drawing/2014/main" id="{1F47C6BC-BD1A-4291-B018-05E5A72E4B8E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6207627" y="3599781"/>
              <a:ext cx="14096" cy="14096"/>
            </a:xfrm>
            <a:custGeom>
              <a:avLst/>
              <a:gdLst>
                <a:gd name="connsiteX0" fmla="*/ 14097 w 14096"/>
                <a:gd name="connsiteY0" fmla="*/ 7048 h 14096"/>
                <a:gd name="connsiteX1" fmla="*/ 7048 w 14096"/>
                <a:gd name="connsiteY1" fmla="*/ 14097 h 14096"/>
                <a:gd name="connsiteX2" fmla="*/ 0 w 14096"/>
                <a:gd name="connsiteY2" fmla="*/ 7048 h 14096"/>
                <a:gd name="connsiteX3" fmla="*/ 7048 w 14096"/>
                <a:gd name="connsiteY3" fmla="*/ 0 h 14096"/>
                <a:gd name="connsiteX4" fmla="*/ 14097 w 14096"/>
                <a:gd name="connsiteY4" fmla="*/ 7048 h 1409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14096" h="14096">
                  <a:moveTo>
                    <a:pt x="14097" y="7048"/>
                  </a:moveTo>
                  <a:cubicBezTo>
                    <a:pt x="14097" y="10954"/>
                    <a:pt x="10954" y="14097"/>
                    <a:pt x="7048" y="14097"/>
                  </a:cubicBezTo>
                  <a:cubicBezTo>
                    <a:pt x="3143" y="14097"/>
                    <a:pt x="0" y="10954"/>
                    <a:pt x="0" y="7048"/>
                  </a:cubicBezTo>
                  <a:cubicBezTo>
                    <a:pt x="0" y="3143"/>
                    <a:pt x="3143" y="0"/>
                    <a:pt x="7048" y="0"/>
                  </a:cubicBezTo>
                  <a:cubicBezTo>
                    <a:pt x="10954" y="0"/>
                    <a:pt x="14097" y="3143"/>
                    <a:pt x="14097" y="7048"/>
                  </a:cubicBezTo>
                  <a:close/>
                </a:path>
              </a:pathLst>
            </a:custGeom>
            <a:grpFill/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339" name="Freeform: Shape 338">
              <a:extLst>
                <a:ext uri="{FF2B5EF4-FFF2-40B4-BE49-F238E27FC236}">
                  <a16:creationId xmlns:a16="http://schemas.microsoft.com/office/drawing/2014/main" id="{E5B89844-FD17-4048-A3F5-35E390C6EF74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6266872" y="3599781"/>
              <a:ext cx="14096" cy="14096"/>
            </a:xfrm>
            <a:custGeom>
              <a:avLst/>
              <a:gdLst>
                <a:gd name="connsiteX0" fmla="*/ 14097 w 14096"/>
                <a:gd name="connsiteY0" fmla="*/ 7048 h 14096"/>
                <a:gd name="connsiteX1" fmla="*/ 7049 w 14096"/>
                <a:gd name="connsiteY1" fmla="*/ 14097 h 14096"/>
                <a:gd name="connsiteX2" fmla="*/ 0 w 14096"/>
                <a:gd name="connsiteY2" fmla="*/ 7048 h 14096"/>
                <a:gd name="connsiteX3" fmla="*/ 7049 w 14096"/>
                <a:gd name="connsiteY3" fmla="*/ 0 h 14096"/>
                <a:gd name="connsiteX4" fmla="*/ 14097 w 14096"/>
                <a:gd name="connsiteY4" fmla="*/ 7048 h 1409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14096" h="14096">
                  <a:moveTo>
                    <a:pt x="14097" y="7048"/>
                  </a:moveTo>
                  <a:cubicBezTo>
                    <a:pt x="14097" y="10954"/>
                    <a:pt x="10954" y="14097"/>
                    <a:pt x="7049" y="14097"/>
                  </a:cubicBezTo>
                  <a:cubicBezTo>
                    <a:pt x="3143" y="14097"/>
                    <a:pt x="0" y="10954"/>
                    <a:pt x="0" y="7048"/>
                  </a:cubicBezTo>
                  <a:cubicBezTo>
                    <a:pt x="0" y="3143"/>
                    <a:pt x="3143" y="0"/>
                    <a:pt x="7049" y="0"/>
                  </a:cubicBezTo>
                  <a:cubicBezTo>
                    <a:pt x="10859" y="0"/>
                    <a:pt x="14097" y="3143"/>
                    <a:pt x="14097" y="7048"/>
                  </a:cubicBezTo>
                  <a:close/>
                </a:path>
              </a:pathLst>
            </a:custGeom>
            <a:grpFill/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340" name="Freeform: Shape 339">
              <a:extLst>
                <a:ext uri="{FF2B5EF4-FFF2-40B4-BE49-F238E27FC236}">
                  <a16:creationId xmlns:a16="http://schemas.microsoft.com/office/drawing/2014/main" id="{B5593F34-8B0E-4D34-9781-B594E2F5D76A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6326022" y="3599781"/>
              <a:ext cx="14096" cy="14096"/>
            </a:xfrm>
            <a:custGeom>
              <a:avLst/>
              <a:gdLst>
                <a:gd name="connsiteX0" fmla="*/ 14097 w 14096"/>
                <a:gd name="connsiteY0" fmla="*/ 7048 h 14096"/>
                <a:gd name="connsiteX1" fmla="*/ 7048 w 14096"/>
                <a:gd name="connsiteY1" fmla="*/ 14097 h 14096"/>
                <a:gd name="connsiteX2" fmla="*/ 0 w 14096"/>
                <a:gd name="connsiteY2" fmla="*/ 7048 h 14096"/>
                <a:gd name="connsiteX3" fmla="*/ 7048 w 14096"/>
                <a:gd name="connsiteY3" fmla="*/ 0 h 14096"/>
                <a:gd name="connsiteX4" fmla="*/ 14097 w 14096"/>
                <a:gd name="connsiteY4" fmla="*/ 7048 h 1409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14096" h="14096">
                  <a:moveTo>
                    <a:pt x="14097" y="7048"/>
                  </a:moveTo>
                  <a:cubicBezTo>
                    <a:pt x="14097" y="10954"/>
                    <a:pt x="10954" y="14097"/>
                    <a:pt x="7048" y="14097"/>
                  </a:cubicBezTo>
                  <a:cubicBezTo>
                    <a:pt x="3143" y="14097"/>
                    <a:pt x="0" y="10954"/>
                    <a:pt x="0" y="7048"/>
                  </a:cubicBezTo>
                  <a:cubicBezTo>
                    <a:pt x="0" y="3143"/>
                    <a:pt x="3143" y="0"/>
                    <a:pt x="7048" y="0"/>
                  </a:cubicBezTo>
                  <a:cubicBezTo>
                    <a:pt x="10954" y="0"/>
                    <a:pt x="14097" y="3143"/>
                    <a:pt x="14097" y="7048"/>
                  </a:cubicBezTo>
                  <a:close/>
                </a:path>
              </a:pathLst>
            </a:custGeom>
            <a:grpFill/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341" name="Freeform: Shape 340">
              <a:extLst>
                <a:ext uri="{FF2B5EF4-FFF2-40B4-BE49-F238E27FC236}">
                  <a16:creationId xmlns:a16="http://schemas.microsoft.com/office/drawing/2014/main" id="{4428E4BB-2263-4D19-8254-C9B54B85653F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6385268" y="3599780"/>
              <a:ext cx="14096" cy="14096"/>
            </a:xfrm>
            <a:custGeom>
              <a:avLst/>
              <a:gdLst>
                <a:gd name="connsiteX0" fmla="*/ 14097 w 14096"/>
                <a:gd name="connsiteY0" fmla="*/ 7048 h 14096"/>
                <a:gd name="connsiteX1" fmla="*/ 7048 w 14096"/>
                <a:gd name="connsiteY1" fmla="*/ 14097 h 14096"/>
                <a:gd name="connsiteX2" fmla="*/ 0 w 14096"/>
                <a:gd name="connsiteY2" fmla="*/ 7048 h 14096"/>
                <a:gd name="connsiteX3" fmla="*/ 7048 w 14096"/>
                <a:gd name="connsiteY3" fmla="*/ 0 h 14096"/>
                <a:gd name="connsiteX4" fmla="*/ 14097 w 14096"/>
                <a:gd name="connsiteY4" fmla="*/ 7048 h 1409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14096" h="14096">
                  <a:moveTo>
                    <a:pt x="14097" y="7048"/>
                  </a:moveTo>
                  <a:cubicBezTo>
                    <a:pt x="14097" y="10954"/>
                    <a:pt x="10954" y="14097"/>
                    <a:pt x="7048" y="14097"/>
                  </a:cubicBezTo>
                  <a:cubicBezTo>
                    <a:pt x="3143" y="14097"/>
                    <a:pt x="0" y="10954"/>
                    <a:pt x="0" y="7048"/>
                  </a:cubicBezTo>
                  <a:cubicBezTo>
                    <a:pt x="0" y="3143"/>
                    <a:pt x="3143" y="0"/>
                    <a:pt x="7048" y="0"/>
                  </a:cubicBezTo>
                  <a:cubicBezTo>
                    <a:pt x="10858" y="0"/>
                    <a:pt x="14097" y="3143"/>
                    <a:pt x="14097" y="7048"/>
                  </a:cubicBezTo>
                  <a:close/>
                </a:path>
              </a:pathLst>
            </a:custGeom>
            <a:grpFill/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342" name="Freeform: Shape 341">
              <a:extLst>
                <a:ext uri="{FF2B5EF4-FFF2-40B4-BE49-F238E27FC236}">
                  <a16:creationId xmlns:a16="http://schemas.microsoft.com/office/drawing/2014/main" id="{2366216E-6EA2-4872-8370-C5EC22520F4E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6444417" y="3599782"/>
              <a:ext cx="14096" cy="14096"/>
            </a:xfrm>
            <a:custGeom>
              <a:avLst/>
              <a:gdLst>
                <a:gd name="connsiteX0" fmla="*/ 14097 w 14096"/>
                <a:gd name="connsiteY0" fmla="*/ 7048 h 14096"/>
                <a:gd name="connsiteX1" fmla="*/ 7048 w 14096"/>
                <a:gd name="connsiteY1" fmla="*/ 14097 h 14096"/>
                <a:gd name="connsiteX2" fmla="*/ 0 w 14096"/>
                <a:gd name="connsiteY2" fmla="*/ 7048 h 14096"/>
                <a:gd name="connsiteX3" fmla="*/ 7048 w 14096"/>
                <a:gd name="connsiteY3" fmla="*/ 0 h 14096"/>
                <a:gd name="connsiteX4" fmla="*/ 14097 w 14096"/>
                <a:gd name="connsiteY4" fmla="*/ 7048 h 1409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14096" h="14096">
                  <a:moveTo>
                    <a:pt x="14097" y="7048"/>
                  </a:moveTo>
                  <a:cubicBezTo>
                    <a:pt x="14097" y="10954"/>
                    <a:pt x="10954" y="14097"/>
                    <a:pt x="7048" y="14097"/>
                  </a:cubicBezTo>
                  <a:cubicBezTo>
                    <a:pt x="3143" y="14097"/>
                    <a:pt x="0" y="10954"/>
                    <a:pt x="0" y="7048"/>
                  </a:cubicBezTo>
                  <a:cubicBezTo>
                    <a:pt x="0" y="3143"/>
                    <a:pt x="3143" y="0"/>
                    <a:pt x="7048" y="0"/>
                  </a:cubicBezTo>
                  <a:cubicBezTo>
                    <a:pt x="10954" y="0"/>
                    <a:pt x="14097" y="3143"/>
                    <a:pt x="14097" y="7048"/>
                  </a:cubicBezTo>
                  <a:close/>
                </a:path>
              </a:pathLst>
            </a:custGeom>
            <a:grpFill/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343" name="Freeform: Shape 342">
              <a:extLst>
                <a:ext uri="{FF2B5EF4-FFF2-40B4-BE49-F238E27FC236}">
                  <a16:creationId xmlns:a16="http://schemas.microsoft.com/office/drawing/2014/main" id="{D66F8E3F-BF33-4F99-A1F0-EB5885BF2CAD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6148476" y="3659026"/>
              <a:ext cx="14097" cy="14096"/>
            </a:xfrm>
            <a:custGeom>
              <a:avLst/>
              <a:gdLst>
                <a:gd name="connsiteX0" fmla="*/ 14097 w 14097"/>
                <a:gd name="connsiteY0" fmla="*/ 7048 h 14096"/>
                <a:gd name="connsiteX1" fmla="*/ 7049 w 14097"/>
                <a:gd name="connsiteY1" fmla="*/ 14097 h 14096"/>
                <a:gd name="connsiteX2" fmla="*/ 0 w 14097"/>
                <a:gd name="connsiteY2" fmla="*/ 7048 h 14096"/>
                <a:gd name="connsiteX3" fmla="*/ 7049 w 14097"/>
                <a:gd name="connsiteY3" fmla="*/ 0 h 14096"/>
                <a:gd name="connsiteX4" fmla="*/ 14097 w 14097"/>
                <a:gd name="connsiteY4" fmla="*/ 7048 h 1409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14097" h="14096">
                  <a:moveTo>
                    <a:pt x="14097" y="7048"/>
                  </a:moveTo>
                  <a:cubicBezTo>
                    <a:pt x="14097" y="10954"/>
                    <a:pt x="10954" y="14097"/>
                    <a:pt x="7049" y="14097"/>
                  </a:cubicBezTo>
                  <a:cubicBezTo>
                    <a:pt x="3143" y="14097"/>
                    <a:pt x="0" y="10954"/>
                    <a:pt x="0" y="7048"/>
                  </a:cubicBezTo>
                  <a:cubicBezTo>
                    <a:pt x="0" y="3143"/>
                    <a:pt x="3143" y="0"/>
                    <a:pt x="7049" y="0"/>
                  </a:cubicBezTo>
                  <a:cubicBezTo>
                    <a:pt x="10954" y="0"/>
                    <a:pt x="14097" y="3143"/>
                    <a:pt x="14097" y="7048"/>
                  </a:cubicBezTo>
                  <a:close/>
                </a:path>
              </a:pathLst>
            </a:custGeom>
            <a:grpFill/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344" name="Freeform: Shape 343">
              <a:extLst>
                <a:ext uri="{FF2B5EF4-FFF2-40B4-BE49-F238E27FC236}">
                  <a16:creationId xmlns:a16="http://schemas.microsoft.com/office/drawing/2014/main" id="{EB506747-ED9D-43EA-BD67-DF7971849EDF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6207627" y="3659026"/>
              <a:ext cx="14096" cy="14096"/>
            </a:xfrm>
            <a:custGeom>
              <a:avLst/>
              <a:gdLst>
                <a:gd name="connsiteX0" fmla="*/ 14097 w 14096"/>
                <a:gd name="connsiteY0" fmla="*/ 7048 h 14096"/>
                <a:gd name="connsiteX1" fmla="*/ 7048 w 14096"/>
                <a:gd name="connsiteY1" fmla="*/ 14097 h 14096"/>
                <a:gd name="connsiteX2" fmla="*/ 0 w 14096"/>
                <a:gd name="connsiteY2" fmla="*/ 7048 h 14096"/>
                <a:gd name="connsiteX3" fmla="*/ 7048 w 14096"/>
                <a:gd name="connsiteY3" fmla="*/ 0 h 14096"/>
                <a:gd name="connsiteX4" fmla="*/ 14097 w 14096"/>
                <a:gd name="connsiteY4" fmla="*/ 7048 h 1409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14096" h="14096">
                  <a:moveTo>
                    <a:pt x="14097" y="7048"/>
                  </a:moveTo>
                  <a:cubicBezTo>
                    <a:pt x="14097" y="10954"/>
                    <a:pt x="10954" y="14097"/>
                    <a:pt x="7048" y="14097"/>
                  </a:cubicBezTo>
                  <a:cubicBezTo>
                    <a:pt x="3143" y="14097"/>
                    <a:pt x="0" y="10954"/>
                    <a:pt x="0" y="7048"/>
                  </a:cubicBezTo>
                  <a:cubicBezTo>
                    <a:pt x="0" y="3143"/>
                    <a:pt x="3143" y="0"/>
                    <a:pt x="7048" y="0"/>
                  </a:cubicBezTo>
                  <a:cubicBezTo>
                    <a:pt x="10954" y="0"/>
                    <a:pt x="14097" y="3143"/>
                    <a:pt x="14097" y="7048"/>
                  </a:cubicBezTo>
                  <a:close/>
                </a:path>
              </a:pathLst>
            </a:custGeom>
            <a:grpFill/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345" name="Freeform: Shape 344">
              <a:extLst>
                <a:ext uri="{FF2B5EF4-FFF2-40B4-BE49-F238E27FC236}">
                  <a16:creationId xmlns:a16="http://schemas.microsoft.com/office/drawing/2014/main" id="{AC803CE8-FFF7-40EA-AF62-102724C3247E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6266872" y="3659026"/>
              <a:ext cx="14096" cy="14096"/>
            </a:xfrm>
            <a:custGeom>
              <a:avLst/>
              <a:gdLst>
                <a:gd name="connsiteX0" fmla="*/ 14097 w 14096"/>
                <a:gd name="connsiteY0" fmla="*/ 7048 h 14096"/>
                <a:gd name="connsiteX1" fmla="*/ 7049 w 14096"/>
                <a:gd name="connsiteY1" fmla="*/ 14097 h 14096"/>
                <a:gd name="connsiteX2" fmla="*/ 0 w 14096"/>
                <a:gd name="connsiteY2" fmla="*/ 7048 h 14096"/>
                <a:gd name="connsiteX3" fmla="*/ 7049 w 14096"/>
                <a:gd name="connsiteY3" fmla="*/ 0 h 14096"/>
                <a:gd name="connsiteX4" fmla="*/ 14097 w 14096"/>
                <a:gd name="connsiteY4" fmla="*/ 7048 h 1409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14096" h="14096">
                  <a:moveTo>
                    <a:pt x="14097" y="7048"/>
                  </a:moveTo>
                  <a:cubicBezTo>
                    <a:pt x="14097" y="10954"/>
                    <a:pt x="10954" y="14097"/>
                    <a:pt x="7049" y="14097"/>
                  </a:cubicBezTo>
                  <a:cubicBezTo>
                    <a:pt x="3143" y="14097"/>
                    <a:pt x="0" y="10954"/>
                    <a:pt x="0" y="7048"/>
                  </a:cubicBezTo>
                  <a:cubicBezTo>
                    <a:pt x="0" y="3143"/>
                    <a:pt x="3143" y="0"/>
                    <a:pt x="7049" y="0"/>
                  </a:cubicBezTo>
                  <a:cubicBezTo>
                    <a:pt x="10859" y="0"/>
                    <a:pt x="14097" y="3143"/>
                    <a:pt x="14097" y="7048"/>
                  </a:cubicBezTo>
                  <a:close/>
                </a:path>
              </a:pathLst>
            </a:custGeom>
            <a:grpFill/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346" name="Freeform: Shape 345">
              <a:extLst>
                <a:ext uri="{FF2B5EF4-FFF2-40B4-BE49-F238E27FC236}">
                  <a16:creationId xmlns:a16="http://schemas.microsoft.com/office/drawing/2014/main" id="{7EF6FFCA-06CC-4395-AEB0-425719A42D82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6326022" y="3659026"/>
              <a:ext cx="14096" cy="14096"/>
            </a:xfrm>
            <a:custGeom>
              <a:avLst/>
              <a:gdLst>
                <a:gd name="connsiteX0" fmla="*/ 14097 w 14096"/>
                <a:gd name="connsiteY0" fmla="*/ 7048 h 14096"/>
                <a:gd name="connsiteX1" fmla="*/ 7048 w 14096"/>
                <a:gd name="connsiteY1" fmla="*/ 14097 h 14096"/>
                <a:gd name="connsiteX2" fmla="*/ 0 w 14096"/>
                <a:gd name="connsiteY2" fmla="*/ 7048 h 14096"/>
                <a:gd name="connsiteX3" fmla="*/ 7048 w 14096"/>
                <a:gd name="connsiteY3" fmla="*/ 0 h 14096"/>
                <a:gd name="connsiteX4" fmla="*/ 14097 w 14096"/>
                <a:gd name="connsiteY4" fmla="*/ 7048 h 1409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14096" h="14096">
                  <a:moveTo>
                    <a:pt x="14097" y="7048"/>
                  </a:moveTo>
                  <a:cubicBezTo>
                    <a:pt x="14097" y="10954"/>
                    <a:pt x="10954" y="14097"/>
                    <a:pt x="7048" y="14097"/>
                  </a:cubicBezTo>
                  <a:cubicBezTo>
                    <a:pt x="3143" y="14097"/>
                    <a:pt x="0" y="10954"/>
                    <a:pt x="0" y="7048"/>
                  </a:cubicBezTo>
                  <a:cubicBezTo>
                    <a:pt x="0" y="3143"/>
                    <a:pt x="3143" y="0"/>
                    <a:pt x="7048" y="0"/>
                  </a:cubicBezTo>
                  <a:cubicBezTo>
                    <a:pt x="10954" y="0"/>
                    <a:pt x="14097" y="3143"/>
                    <a:pt x="14097" y="7048"/>
                  </a:cubicBezTo>
                  <a:close/>
                </a:path>
              </a:pathLst>
            </a:custGeom>
            <a:grpFill/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347" name="Freeform: Shape 346">
              <a:extLst>
                <a:ext uri="{FF2B5EF4-FFF2-40B4-BE49-F238E27FC236}">
                  <a16:creationId xmlns:a16="http://schemas.microsoft.com/office/drawing/2014/main" id="{0D95F285-AAC0-4F32-8665-2677878BD3F2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6385268" y="3659026"/>
              <a:ext cx="14096" cy="14096"/>
            </a:xfrm>
            <a:custGeom>
              <a:avLst/>
              <a:gdLst>
                <a:gd name="connsiteX0" fmla="*/ 14097 w 14096"/>
                <a:gd name="connsiteY0" fmla="*/ 7048 h 14096"/>
                <a:gd name="connsiteX1" fmla="*/ 7048 w 14096"/>
                <a:gd name="connsiteY1" fmla="*/ 14097 h 14096"/>
                <a:gd name="connsiteX2" fmla="*/ 0 w 14096"/>
                <a:gd name="connsiteY2" fmla="*/ 7048 h 14096"/>
                <a:gd name="connsiteX3" fmla="*/ 7048 w 14096"/>
                <a:gd name="connsiteY3" fmla="*/ 0 h 14096"/>
                <a:gd name="connsiteX4" fmla="*/ 14097 w 14096"/>
                <a:gd name="connsiteY4" fmla="*/ 7048 h 1409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14096" h="14096">
                  <a:moveTo>
                    <a:pt x="14097" y="7048"/>
                  </a:moveTo>
                  <a:cubicBezTo>
                    <a:pt x="14097" y="10954"/>
                    <a:pt x="10954" y="14097"/>
                    <a:pt x="7048" y="14097"/>
                  </a:cubicBezTo>
                  <a:cubicBezTo>
                    <a:pt x="3143" y="14097"/>
                    <a:pt x="0" y="10954"/>
                    <a:pt x="0" y="7048"/>
                  </a:cubicBezTo>
                  <a:cubicBezTo>
                    <a:pt x="0" y="3143"/>
                    <a:pt x="3143" y="0"/>
                    <a:pt x="7048" y="0"/>
                  </a:cubicBezTo>
                  <a:cubicBezTo>
                    <a:pt x="10858" y="0"/>
                    <a:pt x="14097" y="3143"/>
                    <a:pt x="14097" y="7048"/>
                  </a:cubicBezTo>
                  <a:close/>
                </a:path>
              </a:pathLst>
            </a:custGeom>
            <a:grpFill/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348" name="Freeform: Shape 347">
              <a:extLst>
                <a:ext uri="{FF2B5EF4-FFF2-40B4-BE49-F238E27FC236}">
                  <a16:creationId xmlns:a16="http://schemas.microsoft.com/office/drawing/2014/main" id="{8DFCCA2E-BF12-4D26-A5A4-A03387546AB4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6444417" y="3659026"/>
              <a:ext cx="14096" cy="14096"/>
            </a:xfrm>
            <a:custGeom>
              <a:avLst/>
              <a:gdLst>
                <a:gd name="connsiteX0" fmla="*/ 14097 w 14096"/>
                <a:gd name="connsiteY0" fmla="*/ 7048 h 14096"/>
                <a:gd name="connsiteX1" fmla="*/ 7048 w 14096"/>
                <a:gd name="connsiteY1" fmla="*/ 14097 h 14096"/>
                <a:gd name="connsiteX2" fmla="*/ 0 w 14096"/>
                <a:gd name="connsiteY2" fmla="*/ 7048 h 14096"/>
                <a:gd name="connsiteX3" fmla="*/ 7048 w 14096"/>
                <a:gd name="connsiteY3" fmla="*/ 0 h 14096"/>
                <a:gd name="connsiteX4" fmla="*/ 14097 w 14096"/>
                <a:gd name="connsiteY4" fmla="*/ 7048 h 1409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14096" h="14096">
                  <a:moveTo>
                    <a:pt x="14097" y="7048"/>
                  </a:moveTo>
                  <a:cubicBezTo>
                    <a:pt x="14097" y="10954"/>
                    <a:pt x="10954" y="14097"/>
                    <a:pt x="7048" y="14097"/>
                  </a:cubicBezTo>
                  <a:cubicBezTo>
                    <a:pt x="3143" y="14097"/>
                    <a:pt x="0" y="10954"/>
                    <a:pt x="0" y="7048"/>
                  </a:cubicBezTo>
                  <a:cubicBezTo>
                    <a:pt x="0" y="3143"/>
                    <a:pt x="3143" y="0"/>
                    <a:pt x="7048" y="0"/>
                  </a:cubicBezTo>
                  <a:cubicBezTo>
                    <a:pt x="10954" y="0"/>
                    <a:pt x="14097" y="3143"/>
                    <a:pt x="14097" y="7048"/>
                  </a:cubicBezTo>
                  <a:close/>
                </a:path>
              </a:pathLst>
            </a:custGeom>
            <a:grpFill/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349" name="Freeform: Shape 348">
              <a:extLst>
                <a:ext uri="{FF2B5EF4-FFF2-40B4-BE49-F238E27FC236}">
                  <a16:creationId xmlns:a16="http://schemas.microsoft.com/office/drawing/2014/main" id="{2ABEAC60-6AC3-4D6A-95F9-2E79F6BE0014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6148476" y="3718177"/>
              <a:ext cx="14097" cy="14096"/>
            </a:xfrm>
            <a:custGeom>
              <a:avLst/>
              <a:gdLst>
                <a:gd name="connsiteX0" fmla="*/ 14097 w 14097"/>
                <a:gd name="connsiteY0" fmla="*/ 7048 h 14096"/>
                <a:gd name="connsiteX1" fmla="*/ 7049 w 14097"/>
                <a:gd name="connsiteY1" fmla="*/ 14097 h 14096"/>
                <a:gd name="connsiteX2" fmla="*/ 0 w 14097"/>
                <a:gd name="connsiteY2" fmla="*/ 7048 h 14096"/>
                <a:gd name="connsiteX3" fmla="*/ 7049 w 14097"/>
                <a:gd name="connsiteY3" fmla="*/ 0 h 14096"/>
                <a:gd name="connsiteX4" fmla="*/ 14097 w 14097"/>
                <a:gd name="connsiteY4" fmla="*/ 7048 h 1409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14097" h="14096">
                  <a:moveTo>
                    <a:pt x="14097" y="7048"/>
                  </a:moveTo>
                  <a:cubicBezTo>
                    <a:pt x="14097" y="10954"/>
                    <a:pt x="10954" y="14097"/>
                    <a:pt x="7049" y="14097"/>
                  </a:cubicBezTo>
                  <a:cubicBezTo>
                    <a:pt x="3143" y="14097"/>
                    <a:pt x="0" y="10954"/>
                    <a:pt x="0" y="7048"/>
                  </a:cubicBezTo>
                  <a:cubicBezTo>
                    <a:pt x="0" y="3143"/>
                    <a:pt x="3143" y="0"/>
                    <a:pt x="7049" y="0"/>
                  </a:cubicBezTo>
                  <a:cubicBezTo>
                    <a:pt x="10954" y="0"/>
                    <a:pt x="14097" y="3143"/>
                    <a:pt x="14097" y="7048"/>
                  </a:cubicBezTo>
                  <a:close/>
                </a:path>
              </a:pathLst>
            </a:custGeom>
            <a:grpFill/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350" name="Freeform: Shape 349">
              <a:extLst>
                <a:ext uri="{FF2B5EF4-FFF2-40B4-BE49-F238E27FC236}">
                  <a16:creationId xmlns:a16="http://schemas.microsoft.com/office/drawing/2014/main" id="{FA6015B7-49FE-4729-B2F4-585F0F305FCB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6207627" y="3718177"/>
              <a:ext cx="14096" cy="14096"/>
            </a:xfrm>
            <a:custGeom>
              <a:avLst/>
              <a:gdLst>
                <a:gd name="connsiteX0" fmla="*/ 14097 w 14096"/>
                <a:gd name="connsiteY0" fmla="*/ 7048 h 14096"/>
                <a:gd name="connsiteX1" fmla="*/ 7048 w 14096"/>
                <a:gd name="connsiteY1" fmla="*/ 14097 h 14096"/>
                <a:gd name="connsiteX2" fmla="*/ 0 w 14096"/>
                <a:gd name="connsiteY2" fmla="*/ 7048 h 14096"/>
                <a:gd name="connsiteX3" fmla="*/ 7048 w 14096"/>
                <a:gd name="connsiteY3" fmla="*/ 0 h 14096"/>
                <a:gd name="connsiteX4" fmla="*/ 14097 w 14096"/>
                <a:gd name="connsiteY4" fmla="*/ 7048 h 1409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14096" h="14096">
                  <a:moveTo>
                    <a:pt x="14097" y="7048"/>
                  </a:moveTo>
                  <a:cubicBezTo>
                    <a:pt x="14097" y="10954"/>
                    <a:pt x="10954" y="14097"/>
                    <a:pt x="7048" y="14097"/>
                  </a:cubicBezTo>
                  <a:cubicBezTo>
                    <a:pt x="3143" y="14097"/>
                    <a:pt x="0" y="10954"/>
                    <a:pt x="0" y="7048"/>
                  </a:cubicBezTo>
                  <a:cubicBezTo>
                    <a:pt x="0" y="3143"/>
                    <a:pt x="3143" y="0"/>
                    <a:pt x="7048" y="0"/>
                  </a:cubicBezTo>
                  <a:cubicBezTo>
                    <a:pt x="10954" y="0"/>
                    <a:pt x="14097" y="3143"/>
                    <a:pt x="14097" y="7048"/>
                  </a:cubicBezTo>
                  <a:close/>
                </a:path>
              </a:pathLst>
            </a:custGeom>
            <a:grpFill/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351" name="Freeform: Shape 350">
              <a:extLst>
                <a:ext uri="{FF2B5EF4-FFF2-40B4-BE49-F238E27FC236}">
                  <a16:creationId xmlns:a16="http://schemas.microsoft.com/office/drawing/2014/main" id="{D611DEB1-76FE-4625-9449-88E52D15F43D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6266872" y="3718177"/>
              <a:ext cx="14096" cy="14096"/>
            </a:xfrm>
            <a:custGeom>
              <a:avLst/>
              <a:gdLst>
                <a:gd name="connsiteX0" fmla="*/ 14097 w 14096"/>
                <a:gd name="connsiteY0" fmla="*/ 7048 h 14096"/>
                <a:gd name="connsiteX1" fmla="*/ 7049 w 14096"/>
                <a:gd name="connsiteY1" fmla="*/ 14097 h 14096"/>
                <a:gd name="connsiteX2" fmla="*/ 0 w 14096"/>
                <a:gd name="connsiteY2" fmla="*/ 7048 h 14096"/>
                <a:gd name="connsiteX3" fmla="*/ 7049 w 14096"/>
                <a:gd name="connsiteY3" fmla="*/ 0 h 14096"/>
                <a:gd name="connsiteX4" fmla="*/ 14097 w 14096"/>
                <a:gd name="connsiteY4" fmla="*/ 7048 h 1409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14096" h="14096">
                  <a:moveTo>
                    <a:pt x="14097" y="7048"/>
                  </a:moveTo>
                  <a:cubicBezTo>
                    <a:pt x="14097" y="10954"/>
                    <a:pt x="10954" y="14097"/>
                    <a:pt x="7049" y="14097"/>
                  </a:cubicBezTo>
                  <a:cubicBezTo>
                    <a:pt x="3143" y="14097"/>
                    <a:pt x="0" y="10954"/>
                    <a:pt x="0" y="7048"/>
                  </a:cubicBezTo>
                  <a:cubicBezTo>
                    <a:pt x="0" y="3143"/>
                    <a:pt x="3143" y="0"/>
                    <a:pt x="7049" y="0"/>
                  </a:cubicBezTo>
                  <a:cubicBezTo>
                    <a:pt x="10859" y="0"/>
                    <a:pt x="14097" y="3143"/>
                    <a:pt x="14097" y="7048"/>
                  </a:cubicBezTo>
                  <a:close/>
                </a:path>
              </a:pathLst>
            </a:custGeom>
            <a:grpFill/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352" name="Freeform: Shape 351">
              <a:extLst>
                <a:ext uri="{FF2B5EF4-FFF2-40B4-BE49-F238E27FC236}">
                  <a16:creationId xmlns:a16="http://schemas.microsoft.com/office/drawing/2014/main" id="{97F031C1-1AA7-4CA7-ADD3-E0577626E19D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6326022" y="3718177"/>
              <a:ext cx="14096" cy="14096"/>
            </a:xfrm>
            <a:custGeom>
              <a:avLst/>
              <a:gdLst>
                <a:gd name="connsiteX0" fmla="*/ 14097 w 14096"/>
                <a:gd name="connsiteY0" fmla="*/ 7048 h 14096"/>
                <a:gd name="connsiteX1" fmla="*/ 7048 w 14096"/>
                <a:gd name="connsiteY1" fmla="*/ 14097 h 14096"/>
                <a:gd name="connsiteX2" fmla="*/ 0 w 14096"/>
                <a:gd name="connsiteY2" fmla="*/ 7048 h 14096"/>
                <a:gd name="connsiteX3" fmla="*/ 7048 w 14096"/>
                <a:gd name="connsiteY3" fmla="*/ 0 h 14096"/>
                <a:gd name="connsiteX4" fmla="*/ 14097 w 14096"/>
                <a:gd name="connsiteY4" fmla="*/ 7048 h 1409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14096" h="14096">
                  <a:moveTo>
                    <a:pt x="14097" y="7048"/>
                  </a:moveTo>
                  <a:cubicBezTo>
                    <a:pt x="14097" y="10954"/>
                    <a:pt x="10954" y="14097"/>
                    <a:pt x="7048" y="14097"/>
                  </a:cubicBezTo>
                  <a:cubicBezTo>
                    <a:pt x="3143" y="14097"/>
                    <a:pt x="0" y="10954"/>
                    <a:pt x="0" y="7048"/>
                  </a:cubicBezTo>
                  <a:cubicBezTo>
                    <a:pt x="0" y="3143"/>
                    <a:pt x="3143" y="0"/>
                    <a:pt x="7048" y="0"/>
                  </a:cubicBezTo>
                  <a:cubicBezTo>
                    <a:pt x="10954" y="0"/>
                    <a:pt x="14097" y="3143"/>
                    <a:pt x="14097" y="7048"/>
                  </a:cubicBezTo>
                  <a:close/>
                </a:path>
              </a:pathLst>
            </a:custGeom>
            <a:grpFill/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353" name="Freeform: Shape 352">
              <a:extLst>
                <a:ext uri="{FF2B5EF4-FFF2-40B4-BE49-F238E27FC236}">
                  <a16:creationId xmlns:a16="http://schemas.microsoft.com/office/drawing/2014/main" id="{96F5D0CB-22E6-4536-8403-F42527F31F4F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6385268" y="3718172"/>
              <a:ext cx="14096" cy="14096"/>
            </a:xfrm>
            <a:custGeom>
              <a:avLst/>
              <a:gdLst>
                <a:gd name="connsiteX0" fmla="*/ 14097 w 14096"/>
                <a:gd name="connsiteY0" fmla="*/ 7048 h 14096"/>
                <a:gd name="connsiteX1" fmla="*/ 7048 w 14096"/>
                <a:gd name="connsiteY1" fmla="*/ 14097 h 14096"/>
                <a:gd name="connsiteX2" fmla="*/ 0 w 14096"/>
                <a:gd name="connsiteY2" fmla="*/ 7048 h 14096"/>
                <a:gd name="connsiteX3" fmla="*/ 7048 w 14096"/>
                <a:gd name="connsiteY3" fmla="*/ 0 h 14096"/>
                <a:gd name="connsiteX4" fmla="*/ 14097 w 14096"/>
                <a:gd name="connsiteY4" fmla="*/ 7048 h 1409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14096" h="14096">
                  <a:moveTo>
                    <a:pt x="14097" y="7048"/>
                  </a:moveTo>
                  <a:cubicBezTo>
                    <a:pt x="14097" y="10954"/>
                    <a:pt x="10954" y="14097"/>
                    <a:pt x="7048" y="14097"/>
                  </a:cubicBezTo>
                  <a:cubicBezTo>
                    <a:pt x="3143" y="14097"/>
                    <a:pt x="0" y="10954"/>
                    <a:pt x="0" y="7048"/>
                  </a:cubicBezTo>
                  <a:cubicBezTo>
                    <a:pt x="0" y="3143"/>
                    <a:pt x="3143" y="0"/>
                    <a:pt x="7048" y="0"/>
                  </a:cubicBezTo>
                  <a:cubicBezTo>
                    <a:pt x="10858" y="0"/>
                    <a:pt x="14097" y="3143"/>
                    <a:pt x="14097" y="7048"/>
                  </a:cubicBezTo>
                  <a:close/>
                </a:path>
              </a:pathLst>
            </a:custGeom>
            <a:grpFill/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354" name="Freeform: Shape 353">
              <a:extLst>
                <a:ext uri="{FF2B5EF4-FFF2-40B4-BE49-F238E27FC236}">
                  <a16:creationId xmlns:a16="http://schemas.microsoft.com/office/drawing/2014/main" id="{A32718AB-7401-4F66-9C77-E06C3CF7CD82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6444417" y="3718176"/>
              <a:ext cx="14096" cy="14096"/>
            </a:xfrm>
            <a:custGeom>
              <a:avLst/>
              <a:gdLst>
                <a:gd name="connsiteX0" fmla="*/ 14097 w 14096"/>
                <a:gd name="connsiteY0" fmla="*/ 7048 h 14096"/>
                <a:gd name="connsiteX1" fmla="*/ 7048 w 14096"/>
                <a:gd name="connsiteY1" fmla="*/ 14097 h 14096"/>
                <a:gd name="connsiteX2" fmla="*/ 0 w 14096"/>
                <a:gd name="connsiteY2" fmla="*/ 7048 h 14096"/>
                <a:gd name="connsiteX3" fmla="*/ 7048 w 14096"/>
                <a:gd name="connsiteY3" fmla="*/ 0 h 14096"/>
                <a:gd name="connsiteX4" fmla="*/ 14097 w 14096"/>
                <a:gd name="connsiteY4" fmla="*/ 7048 h 1409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14096" h="14096">
                  <a:moveTo>
                    <a:pt x="14097" y="7048"/>
                  </a:moveTo>
                  <a:cubicBezTo>
                    <a:pt x="14097" y="10954"/>
                    <a:pt x="10954" y="14097"/>
                    <a:pt x="7048" y="14097"/>
                  </a:cubicBezTo>
                  <a:cubicBezTo>
                    <a:pt x="3143" y="14097"/>
                    <a:pt x="0" y="10954"/>
                    <a:pt x="0" y="7048"/>
                  </a:cubicBezTo>
                  <a:cubicBezTo>
                    <a:pt x="0" y="3143"/>
                    <a:pt x="3143" y="0"/>
                    <a:pt x="7048" y="0"/>
                  </a:cubicBezTo>
                  <a:cubicBezTo>
                    <a:pt x="10954" y="0"/>
                    <a:pt x="14097" y="3143"/>
                    <a:pt x="14097" y="7048"/>
                  </a:cubicBezTo>
                  <a:close/>
                </a:path>
              </a:pathLst>
            </a:custGeom>
            <a:grpFill/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355" name="Freeform: Shape 354">
              <a:extLst>
                <a:ext uri="{FF2B5EF4-FFF2-40B4-BE49-F238E27FC236}">
                  <a16:creationId xmlns:a16="http://schemas.microsoft.com/office/drawing/2014/main" id="{85B6B5F1-D1E4-45A3-8117-348D02D2A3F0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6148472" y="3777419"/>
              <a:ext cx="14097" cy="14099"/>
            </a:xfrm>
            <a:custGeom>
              <a:avLst/>
              <a:gdLst>
                <a:gd name="connsiteX0" fmla="*/ 14097 w 14097"/>
                <a:gd name="connsiteY0" fmla="*/ 7051 h 14099"/>
                <a:gd name="connsiteX1" fmla="*/ 7049 w 14097"/>
                <a:gd name="connsiteY1" fmla="*/ 14099 h 14099"/>
                <a:gd name="connsiteX2" fmla="*/ 0 w 14097"/>
                <a:gd name="connsiteY2" fmla="*/ 7051 h 14099"/>
                <a:gd name="connsiteX3" fmla="*/ 7049 w 14097"/>
                <a:gd name="connsiteY3" fmla="*/ 2 h 14099"/>
                <a:gd name="connsiteX4" fmla="*/ 14097 w 14097"/>
                <a:gd name="connsiteY4" fmla="*/ 7051 h 14099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14097" h="14099">
                  <a:moveTo>
                    <a:pt x="14097" y="7051"/>
                  </a:moveTo>
                  <a:cubicBezTo>
                    <a:pt x="14097" y="10956"/>
                    <a:pt x="10954" y="14099"/>
                    <a:pt x="7049" y="14099"/>
                  </a:cubicBezTo>
                  <a:cubicBezTo>
                    <a:pt x="3143" y="14099"/>
                    <a:pt x="0" y="10956"/>
                    <a:pt x="0" y="7051"/>
                  </a:cubicBezTo>
                  <a:cubicBezTo>
                    <a:pt x="0" y="3145"/>
                    <a:pt x="3143" y="2"/>
                    <a:pt x="7049" y="2"/>
                  </a:cubicBezTo>
                  <a:cubicBezTo>
                    <a:pt x="10954" y="-93"/>
                    <a:pt x="14097" y="3145"/>
                    <a:pt x="14097" y="7051"/>
                  </a:cubicBezTo>
                  <a:close/>
                </a:path>
              </a:pathLst>
            </a:custGeom>
            <a:grpFill/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356" name="Freeform: Shape 355">
              <a:extLst>
                <a:ext uri="{FF2B5EF4-FFF2-40B4-BE49-F238E27FC236}">
                  <a16:creationId xmlns:a16="http://schemas.microsoft.com/office/drawing/2014/main" id="{534869FD-184C-42DB-B9DA-293DB67E5EB5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6207622" y="3777419"/>
              <a:ext cx="14096" cy="14099"/>
            </a:xfrm>
            <a:custGeom>
              <a:avLst/>
              <a:gdLst>
                <a:gd name="connsiteX0" fmla="*/ 14097 w 14096"/>
                <a:gd name="connsiteY0" fmla="*/ 7051 h 14099"/>
                <a:gd name="connsiteX1" fmla="*/ 7048 w 14096"/>
                <a:gd name="connsiteY1" fmla="*/ 14099 h 14099"/>
                <a:gd name="connsiteX2" fmla="*/ 0 w 14096"/>
                <a:gd name="connsiteY2" fmla="*/ 7051 h 14099"/>
                <a:gd name="connsiteX3" fmla="*/ 7048 w 14096"/>
                <a:gd name="connsiteY3" fmla="*/ 2 h 14099"/>
                <a:gd name="connsiteX4" fmla="*/ 14097 w 14096"/>
                <a:gd name="connsiteY4" fmla="*/ 7051 h 14099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14096" h="14099">
                  <a:moveTo>
                    <a:pt x="14097" y="7051"/>
                  </a:moveTo>
                  <a:cubicBezTo>
                    <a:pt x="14097" y="10956"/>
                    <a:pt x="10954" y="14099"/>
                    <a:pt x="7048" y="14099"/>
                  </a:cubicBezTo>
                  <a:cubicBezTo>
                    <a:pt x="3143" y="14099"/>
                    <a:pt x="0" y="10956"/>
                    <a:pt x="0" y="7051"/>
                  </a:cubicBezTo>
                  <a:cubicBezTo>
                    <a:pt x="0" y="3145"/>
                    <a:pt x="3143" y="2"/>
                    <a:pt x="7048" y="2"/>
                  </a:cubicBezTo>
                  <a:cubicBezTo>
                    <a:pt x="10954" y="-93"/>
                    <a:pt x="14097" y="3145"/>
                    <a:pt x="14097" y="7051"/>
                  </a:cubicBezTo>
                  <a:close/>
                </a:path>
              </a:pathLst>
            </a:custGeom>
            <a:grpFill/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357" name="Freeform: Shape 356">
              <a:extLst>
                <a:ext uri="{FF2B5EF4-FFF2-40B4-BE49-F238E27FC236}">
                  <a16:creationId xmlns:a16="http://schemas.microsoft.com/office/drawing/2014/main" id="{A781504F-CAFD-4201-B288-8B4A809B43AC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6266868" y="3777419"/>
              <a:ext cx="14096" cy="14099"/>
            </a:xfrm>
            <a:custGeom>
              <a:avLst/>
              <a:gdLst>
                <a:gd name="connsiteX0" fmla="*/ 14097 w 14096"/>
                <a:gd name="connsiteY0" fmla="*/ 7051 h 14099"/>
                <a:gd name="connsiteX1" fmla="*/ 7049 w 14096"/>
                <a:gd name="connsiteY1" fmla="*/ 14099 h 14099"/>
                <a:gd name="connsiteX2" fmla="*/ 0 w 14096"/>
                <a:gd name="connsiteY2" fmla="*/ 7051 h 14099"/>
                <a:gd name="connsiteX3" fmla="*/ 7049 w 14096"/>
                <a:gd name="connsiteY3" fmla="*/ 2 h 14099"/>
                <a:gd name="connsiteX4" fmla="*/ 14097 w 14096"/>
                <a:gd name="connsiteY4" fmla="*/ 7051 h 14099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14096" h="14099">
                  <a:moveTo>
                    <a:pt x="14097" y="7051"/>
                  </a:moveTo>
                  <a:cubicBezTo>
                    <a:pt x="14097" y="10956"/>
                    <a:pt x="10954" y="14099"/>
                    <a:pt x="7049" y="14099"/>
                  </a:cubicBezTo>
                  <a:cubicBezTo>
                    <a:pt x="3143" y="14099"/>
                    <a:pt x="0" y="10956"/>
                    <a:pt x="0" y="7051"/>
                  </a:cubicBezTo>
                  <a:cubicBezTo>
                    <a:pt x="0" y="3145"/>
                    <a:pt x="3143" y="2"/>
                    <a:pt x="7049" y="2"/>
                  </a:cubicBezTo>
                  <a:cubicBezTo>
                    <a:pt x="10859" y="-93"/>
                    <a:pt x="14097" y="3145"/>
                    <a:pt x="14097" y="7051"/>
                  </a:cubicBezTo>
                  <a:close/>
                </a:path>
              </a:pathLst>
            </a:custGeom>
            <a:grpFill/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358" name="Freeform: Shape 357">
              <a:extLst>
                <a:ext uri="{FF2B5EF4-FFF2-40B4-BE49-F238E27FC236}">
                  <a16:creationId xmlns:a16="http://schemas.microsoft.com/office/drawing/2014/main" id="{D9FC8348-2BA6-4631-8AA7-D63CD898C53A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6326024" y="3777383"/>
              <a:ext cx="14096" cy="14099"/>
            </a:xfrm>
            <a:custGeom>
              <a:avLst/>
              <a:gdLst>
                <a:gd name="connsiteX0" fmla="*/ 14097 w 14096"/>
                <a:gd name="connsiteY0" fmla="*/ 7051 h 14099"/>
                <a:gd name="connsiteX1" fmla="*/ 7048 w 14096"/>
                <a:gd name="connsiteY1" fmla="*/ 14099 h 14099"/>
                <a:gd name="connsiteX2" fmla="*/ 0 w 14096"/>
                <a:gd name="connsiteY2" fmla="*/ 7051 h 14099"/>
                <a:gd name="connsiteX3" fmla="*/ 7048 w 14096"/>
                <a:gd name="connsiteY3" fmla="*/ 2 h 14099"/>
                <a:gd name="connsiteX4" fmla="*/ 14097 w 14096"/>
                <a:gd name="connsiteY4" fmla="*/ 7051 h 14099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14096" h="14099">
                  <a:moveTo>
                    <a:pt x="14097" y="7051"/>
                  </a:moveTo>
                  <a:cubicBezTo>
                    <a:pt x="14097" y="10956"/>
                    <a:pt x="10954" y="14099"/>
                    <a:pt x="7048" y="14099"/>
                  </a:cubicBezTo>
                  <a:cubicBezTo>
                    <a:pt x="3143" y="14099"/>
                    <a:pt x="0" y="10956"/>
                    <a:pt x="0" y="7051"/>
                  </a:cubicBezTo>
                  <a:cubicBezTo>
                    <a:pt x="0" y="3145"/>
                    <a:pt x="3143" y="2"/>
                    <a:pt x="7048" y="2"/>
                  </a:cubicBezTo>
                  <a:cubicBezTo>
                    <a:pt x="10954" y="-93"/>
                    <a:pt x="14097" y="3145"/>
                    <a:pt x="14097" y="7051"/>
                  </a:cubicBezTo>
                  <a:close/>
                </a:path>
              </a:pathLst>
            </a:custGeom>
            <a:grpFill/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359" name="Freeform: Shape 358">
              <a:extLst>
                <a:ext uri="{FF2B5EF4-FFF2-40B4-BE49-F238E27FC236}">
                  <a16:creationId xmlns:a16="http://schemas.microsoft.com/office/drawing/2014/main" id="{C1AF95A2-64EA-45E2-A43B-1EBD569109B2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6385287" y="3777429"/>
              <a:ext cx="14096" cy="14099"/>
            </a:xfrm>
            <a:custGeom>
              <a:avLst/>
              <a:gdLst>
                <a:gd name="connsiteX0" fmla="*/ 14097 w 14096"/>
                <a:gd name="connsiteY0" fmla="*/ 7051 h 14099"/>
                <a:gd name="connsiteX1" fmla="*/ 7048 w 14096"/>
                <a:gd name="connsiteY1" fmla="*/ 14099 h 14099"/>
                <a:gd name="connsiteX2" fmla="*/ 0 w 14096"/>
                <a:gd name="connsiteY2" fmla="*/ 7051 h 14099"/>
                <a:gd name="connsiteX3" fmla="*/ 7048 w 14096"/>
                <a:gd name="connsiteY3" fmla="*/ 2 h 14099"/>
                <a:gd name="connsiteX4" fmla="*/ 14097 w 14096"/>
                <a:gd name="connsiteY4" fmla="*/ 7051 h 14099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14096" h="14099">
                  <a:moveTo>
                    <a:pt x="14097" y="7051"/>
                  </a:moveTo>
                  <a:cubicBezTo>
                    <a:pt x="14097" y="10956"/>
                    <a:pt x="10954" y="14099"/>
                    <a:pt x="7048" y="14099"/>
                  </a:cubicBezTo>
                  <a:cubicBezTo>
                    <a:pt x="3143" y="14099"/>
                    <a:pt x="0" y="10956"/>
                    <a:pt x="0" y="7051"/>
                  </a:cubicBezTo>
                  <a:cubicBezTo>
                    <a:pt x="0" y="3145"/>
                    <a:pt x="3143" y="2"/>
                    <a:pt x="7048" y="2"/>
                  </a:cubicBezTo>
                  <a:cubicBezTo>
                    <a:pt x="10858" y="-93"/>
                    <a:pt x="14097" y="3145"/>
                    <a:pt x="14097" y="7051"/>
                  </a:cubicBezTo>
                  <a:close/>
                </a:path>
              </a:pathLst>
            </a:custGeom>
            <a:grpFill/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360" name="Freeform: Shape 359">
              <a:extLst>
                <a:ext uri="{FF2B5EF4-FFF2-40B4-BE49-F238E27FC236}">
                  <a16:creationId xmlns:a16="http://schemas.microsoft.com/office/drawing/2014/main" id="{CFC80050-240D-434A-BFCB-DE4DA4FAFB1B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6444424" y="3777424"/>
              <a:ext cx="14096" cy="14096"/>
            </a:xfrm>
            <a:custGeom>
              <a:avLst/>
              <a:gdLst>
                <a:gd name="connsiteX0" fmla="*/ 14097 w 14096"/>
                <a:gd name="connsiteY0" fmla="*/ 7048 h 14096"/>
                <a:gd name="connsiteX1" fmla="*/ 7048 w 14096"/>
                <a:gd name="connsiteY1" fmla="*/ 14097 h 14096"/>
                <a:gd name="connsiteX2" fmla="*/ 0 w 14096"/>
                <a:gd name="connsiteY2" fmla="*/ 7048 h 14096"/>
                <a:gd name="connsiteX3" fmla="*/ 7048 w 14096"/>
                <a:gd name="connsiteY3" fmla="*/ 0 h 14096"/>
                <a:gd name="connsiteX4" fmla="*/ 14097 w 14096"/>
                <a:gd name="connsiteY4" fmla="*/ 7048 h 1409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14096" h="14096">
                  <a:moveTo>
                    <a:pt x="14097" y="7048"/>
                  </a:moveTo>
                  <a:cubicBezTo>
                    <a:pt x="14097" y="10941"/>
                    <a:pt x="10941" y="14097"/>
                    <a:pt x="7048" y="14097"/>
                  </a:cubicBezTo>
                  <a:cubicBezTo>
                    <a:pt x="3156" y="14097"/>
                    <a:pt x="0" y="10941"/>
                    <a:pt x="0" y="7048"/>
                  </a:cubicBezTo>
                  <a:cubicBezTo>
                    <a:pt x="0" y="3156"/>
                    <a:pt x="3156" y="0"/>
                    <a:pt x="7048" y="0"/>
                  </a:cubicBezTo>
                  <a:cubicBezTo>
                    <a:pt x="10941" y="0"/>
                    <a:pt x="14097" y="3156"/>
                    <a:pt x="14097" y="7048"/>
                  </a:cubicBezTo>
                  <a:close/>
                </a:path>
              </a:pathLst>
            </a:custGeom>
            <a:grpFill/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</p:grpSp>
      <p:pic>
        <p:nvPicPr>
          <p:cNvPr id="9" name="Picture 8" descr="A diagram of a computer program&#10;&#10;AI-generated content may be incorrect.">
            <a:extLst>
              <a:ext uri="{FF2B5EF4-FFF2-40B4-BE49-F238E27FC236}">
                <a16:creationId xmlns:a16="http://schemas.microsoft.com/office/drawing/2014/main" id="{FE3BA2B2-5161-0230-B9D7-3C926D868CC4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579455" y="3199131"/>
            <a:ext cx="11033090" cy="1620485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792987307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61" name="Rectangle 360">
            <a:extLst>
              <a:ext uri="{FF2B5EF4-FFF2-40B4-BE49-F238E27FC236}">
                <a16:creationId xmlns:a16="http://schemas.microsoft.com/office/drawing/2014/main" id="{5A0118C5-4F8D-4CF4-BADD-53FEACC6C42A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chemeClr val="tx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362" name="Oval 361">
            <a:extLst>
              <a:ext uri="{FF2B5EF4-FFF2-40B4-BE49-F238E27FC236}">
                <a16:creationId xmlns:a16="http://schemas.microsoft.com/office/drawing/2014/main" id="{A99050EE-26AF-4253-BD50-F0FCD965A8F6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480284" y="575361"/>
            <a:ext cx="5707277" cy="5707277"/>
          </a:xfrm>
          <a:prstGeom prst="ellipse">
            <a:avLst/>
          </a:prstGeom>
          <a:noFill/>
          <a:ln w="28575">
            <a:solidFill>
              <a:schemeClr val="bg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01B58269-5A03-86EA-B224-EE5EEA4296B5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1748452"/>
            <a:ext cx="4974771" cy="3587786"/>
          </a:xfrm>
        </p:spPr>
        <p:txBody>
          <a:bodyPr>
            <a:normAutofit/>
          </a:bodyPr>
          <a:lstStyle/>
          <a:p>
            <a:pPr algn="ctr"/>
            <a:r>
              <a:rPr lang="en-NL" sz="3100">
                <a:solidFill>
                  <a:schemeClr val="bg1"/>
                </a:solidFill>
              </a:rPr>
              <a:t>Flowchart</a:t>
            </a:r>
            <a:br>
              <a:rPr lang="en-NL" sz="3100">
                <a:solidFill>
                  <a:schemeClr val="bg1"/>
                </a:solidFill>
              </a:rPr>
            </a:br>
            <a:endParaRPr lang="en-NL" sz="3100">
              <a:solidFill>
                <a:schemeClr val="bg1"/>
              </a:solidFill>
            </a:endParaRPr>
          </a:p>
        </p:txBody>
      </p:sp>
      <p:grpSp>
        <p:nvGrpSpPr>
          <p:cNvPr id="363" name="Graphic 190">
            <a:extLst>
              <a:ext uri="{FF2B5EF4-FFF2-40B4-BE49-F238E27FC236}">
                <a16:creationId xmlns:a16="http://schemas.microsoft.com/office/drawing/2014/main" id="{00E015F5-1A99-4E40-BC3D-7707802996B5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GrpSpPr>
            <a:grpSpLocks noGrp="1" noUngrp="1" noRot="1" noChangeAspect="1" noMove="1" noResize="1"/>
          </p:cNvGrp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GrpSpPr>
        <p:grpSpPr>
          <a:xfrm>
            <a:off x="693117" y="1193254"/>
            <a:ext cx="1291642" cy="429215"/>
            <a:chOff x="2504802" y="1755501"/>
            <a:chExt cx="1598829" cy="531293"/>
          </a:xfrm>
          <a:solidFill>
            <a:schemeClr val="bg1"/>
          </a:solidFill>
        </p:grpSpPr>
        <p:sp>
          <p:nvSpPr>
            <p:cNvPr id="13" name="Freeform: Shape 12">
              <a:extLst>
                <a:ext uri="{FF2B5EF4-FFF2-40B4-BE49-F238E27FC236}">
                  <a16:creationId xmlns:a16="http://schemas.microsoft.com/office/drawing/2014/main" id="{3FE6F571-2BB7-46DA-A3D9-B32ADDC16AFB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2504802" y="2113855"/>
              <a:ext cx="1598614" cy="172939"/>
            </a:xfrm>
            <a:custGeom>
              <a:avLst/>
              <a:gdLst>
                <a:gd name="connsiteX0" fmla="*/ 1248648 w 1598614"/>
                <a:gd name="connsiteY0" fmla="*/ 172939 h 172939"/>
                <a:gd name="connsiteX1" fmla="*/ 1123031 w 1598614"/>
                <a:gd name="connsiteY1" fmla="*/ 92708 h 172939"/>
                <a:gd name="connsiteX2" fmla="*/ 1024085 w 1598614"/>
                <a:gd name="connsiteY2" fmla="*/ 29469 h 172939"/>
                <a:gd name="connsiteX3" fmla="*/ 925140 w 1598614"/>
                <a:gd name="connsiteY3" fmla="*/ 92708 h 172939"/>
                <a:gd name="connsiteX4" fmla="*/ 799522 w 1598614"/>
                <a:gd name="connsiteY4" fmla="*/ 172939 h 172939"/>
                <a:gd name="connsiteX5" fmla="*/ 799522 w 1598614"/>
                <a:gd name="connsiteY5" fmla="*/ 172939 h 172939"/>
                <a:gd name="connsiteX6" fmla="*/ 673905 w 1598614"/>
                <a:gd name="connsiteY6" fmla="*/ 92708 h 172939"/>
                <a:gd name="connsiteX7" fmla="*/ 574959 w 1598614"/>
                <a:gd name="connsiteY7" fmla="*/ 29469 h 172939"/>
                <a:gd name="connsiteX8" fmla="*/ 476014 w 1598614"/>
                <a:gd name="connsiteY8" fmla="*/ 92708 h 172939"/>
                <a:gd name="connsiteX9" fmla="*/ 350396 w 1598614"/>
                <a:gd name="connsiteY9" fmla="*/ 172939 h 172939"/>
                <a:gd name="connsiteX10" fmla="*/ 224778 w 1598614"/>
                <a:gd name="connsiteY10" fmla="*/ 92708 h 172939"/>
                <a:gd name="connsiteX11" fmla="*/ 125833 w 1598614"/>
                <a:gd name="connsiteY11" fmla="*/ 29469 h 172939"/>
                <a:gd name="connsiteX12" fmla="*/ 26887 w 1598614"/>
                <a:gd name="connsiteY12" fmla="*/ 92708 h 172939"/>
                <a:gd name="connsiteX13" fmla="*/ 0 w 1598614"/>
                <a:gd name="connsiteY13" fmla="*/ 80232 h 172939"/>
                <a:gd name="connsiteX14" fmla="*/ 125618 w 1598614"/>
                <a:gd name="connsiteY14" fmla="*/ 0 h 172939"/>
                <a:gd name="connsiteX15" fmla="*/ 251235 w 1598614"/>
                <a:gd name="connsiteY15" fmla="*/ 80232 h 172939"/>
                <a:gd name="connsiteX16" fmla="*/ 350181 w 1598614"/>
                <a:gd name="connsiteY16" fmla="*/ 143471 h 172939"/>
                <a:gd name="connsiteX17" fmla="*/ 449126 w 1598614"/>
                <a:gd name="connsiteY17" fmla="*/ 80232 h 172939"/>
                <a:gd name="connsiteX18" fmla="*/ 574744 w 1598614"/>
                <a:gd name="connsiteY18" fmla="*/ 0 h 172939"/>
                <a:gd name="connsiteX19" fmla="*/ 700362 w 1598614"/>
                <a:gd name="connsiteY19" fmla="*/ 80232 h 172939"/>
                <a:gd name="connsiteX20" fmla="*/ 799307 w 1598614"/>
                <a:gd name="connsiteY20" fmla="*/ 143471 h 172939"/>
                <a:gd name="connsiteX21" fmla="*/ 799307 w 1598614"/>
                <a:gd name="connsiteY21" fmla="*/ 143471 h 172939"/>
                <a:gd name="connsiteX22" fmla="*/ 898253 w 1598614"/>
                <a:gd name="connsiteY22" fmla="*/ 80232 h 172939"/>
                <a:gd name="connsiteX23" fmla="*/ 1023870 w 1598614"/>
                <a:gd name="connsiteY23" fmla="*/ 0 h 172939"/>
                <a:gd name="connsiteX24" fmla="*/ 1149488 w 1598614"/>
                <a:gd name="connsiteY24" fmla="*/ 80232 h 172939"/>
                <a:gd name="connsiteX25" fmla="*/ 1248433 w 1598614"/>
                <a:gd name="connsiteY25" fmla="*/ 143471 h 172939"/>
                <a:gd name="connsiteX26" fmla="*/ 1347379 w 1598614"/>
                <a:gd name="connsiteY26" fmla="*/ 80232 h 172939"/>
                <a:gd name="connsiteX27" fmla="*/ 1472997 w 1598614"/>
                <a:gd name="connsiteY27" fmla="*/ 0 h 172939"/>
                <a:gd name="connsiteX28" fmla="*/ 1598614 w 1598614"/>
                <a:gd name="connsiteY28" fmla="*/ 80232 h 172939"/>
                <a:gd name="connsiteX29" fmla="*/ 1571942 w 1598614"/>
                <a:gd name="connsiteY29" fmla="*/ 92708 h 172939"/>
                <a:gd name="connsiteX30" fmla="*/ 1472997 w 1598614"/>
                <a:gd name="connsiteY30" fmla="*/ 29469 h 172939"/>
                <a:gd name="connsiteX31" fmla="*/ 1374051 w 1598614"/>
                <a:gd name="connsiteY31" fmla="*/ 92708 h 172939"/>
                <a:gd name="connsiteX32" fmla="*/ 1248648 w 1598614"/>
                <a:gd name="connsiteY32" fmla="*/ 172939 h 172939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  <a:cxn ang="0">
                  <a:pos x="connsiteX32" y="connsiteY32"/>
                </a:cxn>
              </a:cxnLst>
              <a:rect l="l" t="t" r="r" b="b"/>
              <a:pathLst>
                <a:path w="1598614" h="172939">
                  <a:moveTo>
                    <a:pt x="1248648" y="172939"/>
                  </a:moveTo>
                  <a:cubicBezTo>
                    <a:pt x="1194229" y="172939"/>
                    <a:pt x="1146046" y="142180"/>
                    <a:pt x="1123031" y="92708"/>
                  </a:cubicBezTo>
                  <a:cubicBezTo>
                    <a:pt x="1104962" y="53775"/>
                    <a:pt x="1067105" y="29469"/>
                    <a:pt x="1024085" y="29469"/>
                  </a:cubicBezTo>
                  <a:cubicBezTo>
                    <a:pt x="981066" y="29469"/>
                    <a:pt x="943208" y="53775"/>
                    <a:pt x="925140" y="92708"/>
                  </a:cubicBezTo>
                  <a:cubicBezTo>
                    <a:pt x="902124" y="142180"/>
                    <a:pt x="853942" y="172939"/>
                    <a:pt x="799522" y="172939"/>
                  </a:cubicBezTo>
                  <a:cubicBezTo>
                    <a:pt x="799522" y="172939"/>
                    <a:pt x="799522" y="172939"/>
                    <a:pt x="799522" y="172939"/>
                  </a:cubicBezTo>
                  <a:cubicBezTo>
                    <a:pt x="744887" y="172939"/>
                    <a:pt x="696920" y="142180"/>
                    <a:pt x="673905" y="92708"/>
                  </a:cubicBezTo>
                  <a:cubicBezTo>
                    <a:pt x="655836" y="53775"/>
                    <a:pt x="617979" y="29469"/>
                    <a:pt x="574959" y="29469"/>
                  </a:cubicBezTo>
                  <a:cubicBezTo>
                    <a:pt x="531939" y="29469"/>
                    <a:pt x="494082" y="53775"/>
                    <a:pt x="476014" y="92708"/>
                  </a:cubicBezTo>
                  <a:cubicBezTo>
                    <a:pt x="452998" y="142180"/>
                    <a:pt x="405031" y="172939"/>
                    <a:pt x="350396" y="172939"/>
                  </a:cubicBezTo>
                  <a:cubicBezTo>
                    <a:pt x="295976" y="172939"/>
                    <a:pt x="247794" y="142180"/>
                    <a:pt x="224778" y="92708"/>
                  </a:cubicBezTo>
                  <a:cubicBezTo>
                    <a:pt x="206710" y="53775"/>
                    <a:pt x="168853" y="29469"/>
                    <a:pt x="125833" y="29469"/>
                  </a:cubicBezTo>
                  <a:cubicBezTo>
                    <a:pt x="82813" y="29469"/>
                    <a:pt x="44956" y="53775"/>
                    <a:pt x="26887" y="92708"/>
                  </a:cubicBezTo>
                  <a:lnTo>
                    <a:pt x="0" y="80232"/>
                  </a:lnTo>
                  <a:cubicBezTo>
                    <a:pt x="23016" y="30759"/>
                    <a:pt x="70983" y="0"/>
                    <a:pt x="125618" y="0"/>
                  </a:cubicBezTo>
                  <a:cubicBezTo>
                    <a:pt x="180253" y="0"/>
                    <a:pt x="228220" y="30759"/>
                    <a:pt x="251235" y="80232"/>
                  </a:cubicBezTo>
                  <a:cubicBezTo>
                    <a:pt x="269304" y="119165"/>
                    <a:pt x="307376" y="143471"/>
                    <a:pt x="350181" y="143471"/>
                  </a:cubicBezTo>
                  <a:cubicBezTo>
                    <a:pt x="393201" y="143471"/>
                    <a:pt x="431058" y="119165"/>
                    <a:pt x="449126" y="80232"/>
                  </a:cubicBezTo>
                  <a:cubicBezTo>
                    <a:pt x="472142" y="30759"/>
                    <a:pt x="520324" y="0"/>
                    <a:pt x="574744" y="0"/>
                  </a:cubicBezTo>
                  <a:cubicBezTo>
                    <a:pt x="629164" y="0"/>
                    <a:pt x="677346" y="30759"/>
                    <a:pt x="700362" y="80232"/>
                  </a:cubicBezTo>
                  <a:cubicBezTo>
                    <a:pt x="718430" y="119165"/>
                    <a:pt x="756287" y="143471"/>
                    <a:pt x="799307" y="143471"/>
                  </a:cubicBezTo>
                  <a:lnTo>
                    <a:pt x="799307" y="143471"/>
                  </a:lnTo>
                  <a:cubicBezTo>
                    <a:pt x="842327" y="143471"/>
                    <a:pt x="880184" y="119165"/>
                    <a:pt x="898253" y="80232"/>
                  </a:cubicBezTo>
                  <a:cubicBezTo>
                    <a:pt x="921268" y="30759"/>
                    <a:pt x="969235" y="0"/>
                    <a:pt x="1023870" y="0"/>
                  </a:cubicBezTo>
                  <a:cubicBezTo>
                    <a:pt x="1078505" y="0"/>
                    <a:pt x="1126472" y="30759"/>
                    <a:pt x="1149488" y="80232"/>
                  </a:cubicBezTo>
                  <a:cubicBezTo>
                    <a:pt x="1167556" y="119165"/>
                    <a:pt x="1205414" y="143471"/>
                    <a:pt x="1248433" y="143471"/>
                  </a:cubicBezTo>
                  <a:cubicBezTo>
                    <a:pt x="1291453" y="143471"/>
                    <a:pt x="1329311" y="119165"/>
                    <a:pt x="1347379" y="80232"/>
                  </a:cubicBezTo>
                  <a:cubicBezTo>
                    <a:pt x="1370394" y="30759"/>
                    <a:pt x="1418361" y="0"/>
                    <a:pt x="1472997" y="0"/>
                  </a:cubicBezTo>
                  <a:cubicBezTo>
                    <a:pt x="1527632" y="0"/>
                    <a:pt x="1575814" y="30759"/>
                    <a:pt x="1598614" y="80232"/>
                  </a:cubicBezTo>
                  <a:lnTo>
                    <a:pt x="1571942" y="92708"/>
                  </a:lnTo>
                  <a:cubicBezTo>
                    <a:pt x="1553874" y="53775"/>
                    <a:pt x="1515801" y="29469"/>
                    <a:pt x="1472997" y="29469"/>
                  </a:cubicBezTo>
                  <a:cubicBezTo>
                    <a:pt x="1429977" y="29469"/>
                    <a:pt x="1392119" y="53775"/>
                    <a:pt x="1374051" y="92708"/>
                  </a:cubicBezTo>
                  <a:cubicBezTo>
                    <a:pt x="1351251" y="142180"/>
                    <a:pt x="1303069" y="172939"/>
                    <a:pt x="1248648" y="172939"/>
                  </a:cubicBezTo>
                  <a:close/>
                </a:path>
              </a:pathLst>
            </a:custGeom>
            <a:grpFill/>
            <a:ln w="21496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364" name="Freeform: Shape 13">
              <a:extLst>
                <a:ext uri="{FF2B5EF4-FFF2-40B4-BE49-F238E27FC236}">
                  <a16:creationId xmlns:a16="http://schemas.microsoft.com/office/drawing/2014/main" id="{A905CC16-753C-4B9F-B3E2-C456795AED60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2504802" y="1755501"/>
              <a:ext cx="1598829" cy="172724"/>
            </a:xfrm>
            <a:custGeom>
              <a:avLst/>
              <a:gdLst>
                <a:gd name="connsiteX0" fmla="*/ 1248648 w 1598829"/>
                <a:gd name="connsiteY0" fmla="*/ 172724 h 172724"/>
                <a:gd name="connsiteX1" fmla="*/ 1123031 w 1598829"/>
                <a:gd name="connsiteY1" fmla="*/ 92492 h 172724"/>
                <a:gd name="connsiteX2" fmla="*/ 1024085 w 1598829"/>
                <a:gd name="connsiteY2" fmla="*/ 29253 h 172724"/>
                <a:gd name="connsiteX3" fmla="*/ 925140 w 1598829"/>
                <a:gd name="connsiteY3" fmla="*/ 92492 h 172724"/>
                <a:gd name="connsiteX4" fmla="*/ 799522 w 1598829"/>
                <a:gd name="connsiteY4" fmla="*/ 172724 h 172724"/>
                <a:gd name="connsiteX5" fmla="*/ 799522 w 1598829"/>
                <a:gd name="connsiteY5" fmla="*/ 172724 h 172724"/>
                <a:gd name="connsiteX6" fmla="*/ 673905 w 1598829"/>
                <a:gd name="connsiteY6" fmla="*/ 92492 h 172724"/>
                <a:gd name="connsiteX7" fmla="*/ 574959 w 1598829"/>
                <a:gd name="connsiteY7" fmla="*/ 29253 h 172724"/>
                <a:gd name="connsiteX8" fmla="*/ 476014 w 1598829"/>
                <a:gd name="connsiteY8" fmla="*/ 92492 h 172724"/>
                <a:gd name="connsiteX9" fmla="*/ 350396 w 1598829"/>
                <a:gd name="connsiteY9" fmla="*/ 172724 h 172724"/>
                <a:gd name="connsiteX10" fmla="*/ 224778 w 1598829"/>
                <a:gd name="connsiteY10" fmla="*/ 92492 h 172724"/>
                <a:gd name="connsiteX11" fmla="*/ 125833 w 1598829"/>
                <a:gd name="connsiteY11" fmla="*/ 29253 h 172724"/>
                <a:gd name="connsiteX12" fmla="*/ 26887 w 1598829"/>
                <a:gd name="connsiteY12" fmla="*/ 92492 h 172724"/>
                <a:gd name="connsiteX13" fmla="*/ 0 w 1598829"/>
                <a:gd name="connsiteY13" fmla="*/ 80232 h 172724"/>
                <a:gd name="connsiteX14" fmla="*/ 125618 w 1598829"/>
                <a:gd name="connsiteY14" fmla="*/ 0 h 172724"/>
                <a:gd name="connsiteX15" fmla="*/ 251235 w 1598829"/>
                <a:gd name="connsiteY15" fmla="*/ 80232 h 172724"/>
                <a:gd name="connsiteX16" fmla="*/ 350181 w 1598829"/>
                <a:gd name="connsiteY16" fmla="*/ 143471 h 172724"/>
                <a:gd name="connsiteX17" fmla="*/ 449126 w 1598829"/>
                <a:gd name="connsiteY17" fmla="*/ 80232 h 172724"/>
                <a:gd name="connsiteX18" fmla="*/ 574744 w 1598829"/>
                <a:gd name="connsiteY18" fmla="*/ 0 h 172724"/>
                <a:gd name="connsiteX19" fmla="*/ 700362 w 1598829"/>
                <a:gd name="connsiteY19" fmla="*/ 80232 h 172724"/>
                <a:gd name="connsiteX20" fmla="*/ 799307 w 1598829"/>
                <a:gd name="connsiteY20" fmla="*/ 143471 h 172724"/>
                <a:gd name="connsiteX21" fmla="*/ 799307 w 1598829"/>
                <a:gd name="connsiteY21" fmla="*/ 143471 h 172724"/>
                <a:gd name="connsiteX22" fmla="*/ 898253 w 1598829"/>
                <a:gd name="connsiteY22" fmla="*/ 80232 h 172724"/>
                <a:gd name="connsiteX23" fmla="*/ 1024085 w 1598829"/>
                <a:gd name="connsiteY23" fmla="*/ 0 h 172724"/>
                <a:gd name="connsiteX24" fmla="*/ 1149703 w 1598829"/>
                <a:gd name="connsiteY24" fmla="*/ 80232 h 172724"/>
                <a:gd name="connsiteX25" fmla="*/ 1248648 w 1598829"/>
                <a:gd name="connsiteY25" fmla="*/ 143471 h 172724"/>
                <a:gd name="connsiteX26" fmla="*/ 1347594 w 1598829"/>
                <a:gd name="connsiteY26" fmla="*/ 80232 h 172724"/>
                <a:gd name="connsiteX27" fmla="*/ 1473212 w 1598829"/>
                <a:gd name="connsiteY27" fmla="*/ 0 h 172724"/>
                <a:gd name="connsiteX28" fmla="*/ 1598829 w 1598829"/>
                <a:gd name="connsiteY28" fmla="*/ 80232 h 172724"/>
                <a:gd name="connsiteX29" fmla="*/ 1572157 w 1598829"/>
                <a:gd name="connsiteY29" fmla="*/ 92492 h 172724"/>
                <a:gd name="connsiteX30" fmla="*/ 1473212 w 1598829"/>
                <a:gd name="connsiteY30" fmla="*/ 29253 h 172724"/>
                <a:gd name="connsiteX31" fmla="*/ 1374266 w 1598829"/>
                <a:gd name="connsiteY31" fmla="*/ 92492 h 172724"/>
                <a:gd name="connsiteX32" fmla="*/ 1248648 w 1598829"/>
                <a:gd name="connsiteY32" fmla="*/ 172724 h 172724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  <a:cxn ang="0">
                  <a:pos x="connsiteX32" y="connsiteY32"/>
                </a:cxn>
              </a:cxnLst>
              <a:rect l="l" t="t" r="r" b="b"/>
              <a:pathLst>
                <a:path w="1598829" h="172724">
                  <a:moveTo>
                    <a:pt x="1248648" y="172724"/>
                  </a:moveTo>
                  <a:cubicBezTo>
                    <a:pt x="1194229" y="172724"/>
                    <a:pt x="1146046" y="141965"/>
                    <a:pt x="1123031" y="92492"/>
                  </a:cubicBezTo>
                  <a:cubicBezTo>
                    <a:pt x="1104962" y="53560"/>
                    <a:pt x="1067105" y="29253"/>
                    <a:pt x="1024085" y="29253"/>
                  </a:cubicBezTo>
                  <a:cubicBezTo>
                    <a:pt x="981066" y="29253"/>
                    <a:pt x="943208" y="53560"/>
                    <a:pt x="925140" y="92492"/>
                  </a:cubicBezTo>
                  <a:cubicBezTo>
                    <a:pt x="902124" y="141965"/>
                    <a:pt x="853942" y="172724"/>
                    <a:pt x="799522" y="172724"/>
                  </a:cubicBezTo>
                  <a:cubicBezTo>
                    <a:pt x="799522" y="172724"/>
                    <a:pt x="799522" y="172724"/>
                    <a:pt x="799522" y="172724"/>
                  </a:cubicBezTo>
                  <a:cubicBezTo>
                    <a:pt x="744887" y="172724"/>
                    <a:pt x="696920" y="141965"/>
                    <a:pt x="673905" y="92492"/>
                  </a:cubicBezTo>
                  <a:cubicBezTo>
                    <a:pt x="655836" y="53560"/>
                    <a:pt x="617979" y="29253"/>
                    <a:pt x="574959" y="29253"/>
                  </a:cubicBezTo>
                  <a:cubicBezTo>
                    <a:pt x="531939" y="29253"/>
                    <a:pt x="494082" y="53560"/>
                    <a:pt x="476014" y="92492"/>
                  </a:cubicBezTo>
                  <a:cubicBezTo>
                    <a:pt x="452998" y="141965"/>
                    <a:pt x="405031" y="172724"/>
                    <a:pt x="350396" y="172724"/>
                  </a:cubicBezTo>
                  <a:cubicBezTo>
                    <a:pt x="295976" y="172724"/>
                    <a:pt x="247794" y="141965"/>
                    <a:pt x="224778" y="92492"/>
                  </a:cubicBezTo>
                  <a:cubicBezTo>
                    <a:pt x="206710" y="53560"/>
                    <a:pt x="168853" y="29253"/>
                    <a:pt x="125833" y="29253"/>
                  </a:cubicBezTo>
                  <a:cubicBezTo>
                    <a:pt x="82813" y="29253"/>
                    <a:pt x="44956" y="53560"/>
                    <a:pt x="26887" y="92492"/>
                  </a:cubicBezTo>
                  <a:lnTo>
                    <a:pt x="0" y="80232"/>
                  </a:lnTo>
                  <a:cubicBezTo>
                    <a:pt x="23016" y="30759"/>
                    <a:pt x="70983" y="0"/>
                    <a:pt x="125618" y="0"/>
                  </a:cubicBezTo>
                  <a:cubicBezTo>
                    <a:pt x="180253" y="0"/>
                    <a:pt x="228220" y="30759"/>
                    <a:pt x="251235" y="80232"/>
                  </a:cubicBezTo>
                  <a:cubicBezTo>
                    <a:pt x="269304" y="119165"/>
                    <a:pt x="307376" y="143471"/>
                    <a:pt x="350181" y="143471"/>
                  </a:cubicBezTo>
                  <a:cubicBezTo>
                    <a:pt x="393201" y="143471"/>
                    <a:pt x="431058" y="119165"/>
                    <a:pt x="449126" y="80232"/>
                  </a:cubicBezTo>
                  <a:cubicBezTo>
                    <a:pt x="472142" y="30759"/>
                    <a:pt x="520324" y="0"/>
                    <a:pt x="574744" y="0"/>
                  </a:cubicBezTo>
                  <a:cubicBezTo>
                    <a:pt x="629164" y="0"/>
                    <a:pt x="677346" y="30759"/>
                    <a:pt x="700362" y="80232"/>
                  </a:cubicBezTo>
                  <a:cubicBezTo>
                    <a:pt x="718430" y="119165"/>
                    <a:pt x="756287" y="143471"/>
                    <a:pt x="799307" y="143471"/>
                  </a:cubicBezTo>
                  <a:lnTo>
                    <a:pt x="799307" y="143471"/>
                  </a:lnTo>
                  <a:cubicBezTo>
                    <a:pt x="842327" y="143471"/>
                    <a:pt x="880184" y="119165"/>
                    <a:pt x="898253" y="80232"/>
                  </a:cubicBezTo>
                  <a:cubicBezTo>
                    <a:pt x="921483" y="30759"/>
                    <a:pt x="969450" y="0"/>
                    <a:pt x="1024085" y="0"/>
                  </a:cubicBezTo>
                  <a:cubicBezTo>
                    <a:pt x="1078720" y="0"/>
                    <a:pt x="1126688" y="30759"/>
                    <a:pt x="1149703" y="80232"/>
                  </a:cubicBezTo>
                  <a:cubicBezTo>
                    <a:pt x="1167771" y="119165"/>
                    <a:pt x="1205629" y="143471"/>
                    <a:pt x="1248648" y="143471"/>
                  </a:cubicBezTo>
                  <a:cubicBezTo>
                    <a:pt x="1291668" y="143471"/>
                    <a:pt x="1329526" y="119165"/>
                    <a:pt x="1347594" y="80232"/>
                  </a:cubicBezTo>
                  <a:cubicBezTo>
                    <a:pt x="1370610" y="30759"/>
                    <a:pt x="1418792" y="0"/>
                    <a:pt x="1473212" y="0"/>
                  </a:cubicBezTo>
                  <a:cubicBezTo>
                    <a:pt x="1527847" y="0"/>
                    <a:pt x="1576029" y="30759"/>
                    <a:pt x="1598829" y="80232"/>
                  </a:cubicBezTo>
                  <a:lnTo>
                    <a:pt x="1572157" y="92492"/>
                  </a:lnTo>
                  <a:cubicBezTo>
                    <a:pt x="1554089" y="53560"/>
                    <a:pt x="1516016" y="29253"/>
                    <a:pt x="1473212" y="29253"/>
                  </a:cubicBezTo>
                  <a:cubicBezTo>
                    <a:pt x="1430192" y="29253"/>
                    <a:pt x="1392335" y="53560"/>
                    <a:pt x="1374266" y="92492"/>
                  </a:cubicBezTo>
                  <a:cubicBezTo>
                    <a:pt x="1351251" y="141965"/>
                    <a:pt x="1303069" y="172724"/>
                    <a:pt x="1248648" y="172724"/>
                  </a:cubicBezTo>
                  <a:close/>
                </a:path>
              </a:pathLst>
            </a:custGeom>
            <a:grpFill/>
            <a:ln w="21496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</p:grpSp>
      <p:sp>
        <p:nvSpPr>
          <p:cNvPr id="365" name="Graphic 212">
            <a:extLst>
              <a:ext uri="{FF2B5EF4-FFF2-40B4-BE49-F238E27FC236}">
                <a16:creationId xmlns:a16="http://schemas.microsoft.com/office/drawing/2014/main" id="{D0C78466-EB6E-45A0-99A6-A00789ACD90A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4397727" y="421588"/>
            <a:ext cx="1291468" cy="1291468"/>
          </a:xfrm>
          <a:custGeom>
            <a:avLst/>
            <a:gdLst>
              <a:gd name="connsiteX0" fmla="*/ 403574 w 807148"/>
              <a:gd name="connsiteY0" fmla="*/ 0 h 807148"/>
              <a:gd name="connsiteX1" fmla="*/ 0 w 807148"/>
              <a:gd name="connsiteY1" fmla="*/ 403574 h 807148"/>
              <a:gd name="connsiteX2" fmla="*/ 403574 w 807148"/>
              <a:gd name="connsiteY2" fmla="*/ 807149 h 807148"/>
              <a:gd name="connsiteX3" fmla="*/ 807149 w 807148"/>
              <a:gd name="connsiteY3" fmla="*/ 403574 h 807148"/>
              <a:gd name="connsiteX4" fmla="*/ 403574 w 807148"/>
              <a:gd name="connsiteY4" fmla="*/ 0 h 807148"/>
              <a:gd name="connsiteX5" fmla="*/ 403574 w 807148"/>
              <a:gd name="connsiteY5" fmla="*/ 667988 h 807148"/>
              <a:gd name="connsiteX6" fmla="*/ 139160 w 807148"/>
              <a:gd name="connsiteY6" fmla="*/ 403574 h 807148"/>
              <a:gd name="connsiteX7" fmla="*/ 403574 w 807148"/>
              <a:gd name="connsiteY7" fmla="*/ 139160 h 807148"/>
              <a:gd name="connsiteX8" fmla="*/ 667988 w 807148"/>
              <a:gd name="connsiteY8" fmla="*/ 403574 h 807148"/>
              <a:gd name="connsiteX9" fmla="*/ 403574 w 807148"/>
              <a:gd name="connsiteY9" fmla="*/ 667988 h 807148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</a:cxnLst>
            <a:rect l="l" t="t" r="r" b="b"/>
            <a:pathLst>
              <a:path w="807148" h="807148">
                <a:moveTo>
                  <a:pt x="403574" y="0"/>
                </a:moveTo>
                <a:cubicBezTo>
                  <a:pt x="180689" y="0"/>
                  <a:pt x="0" y="180689"/>
                  <a:pt x="0" y="403574"/>
                </a:cubicBezTo>
                <a:cubicBezTo>
                  <a:pt x="0" y="626459"/>
                  <a:pt x="180689" y="807149"/>
                  <a:pt x="403574" y="807149"/>
                </a:cubicBezTo>
                <a:cubicBezTo>
                  <a:pt x="626459" y="807149"/>
                  <a:pt x="807149" y="626459"/>
                  <a:pt x="807149" y="403574"/>
                </a:cubicBezTo>
                <a:cubicBezTo>
                  <a:pt x="807149" y="180689"/>
                  <a:pt x="626459" y="0"/>
                  <a:pt x="403574" y="0"/>
                </a:cubicBezTo>
                <a:close/>
                <a:moveTo>
                  <a:pt x="403574" y="667988"/>
                </a:moveTo>
                <a:cubicBezTo>
                  <a:pt x="257556" y="667988"/>
                  <a:pt x="139160" y="549593"/>
                  <a:pt x="139160" y="403574"/>
                </a:cubicBezTo>
                <a:cubicBezTo>
                  <a:pt x="139160" y="257556"/>
                  <a:pt x="257556" y="139160"/>
                  <a:pt x="403574" y="139160"/>
                </a:cubicBezTo>
                <a:cubicBezTo>
                  <a:pt x="549593" y="139160"/>
                  <a:pt x="667988" y="257556"/>
                  <a:pt x="667988" y="403574"/>
                </a:cubicBezTo>
                <a:cubicBezTo>
                  <a:pt x="667988" y="549593"/>
                  <a:pt x="549593" y="667988"/>
                  <a:pt x="403574" y="667988"/>
                </a:cubicBezTo>
                <a:close/>
              </a:path>
            </a:pathLst>
          </a:custGeom>
          <a:solidFill>
            <a:srgbClr val="FFFFFF"/>
          </a:solidFill>
          <a:ln w="28575"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endParaRPr lang="en-US">
              <a:solidFill>
                <a:schemeClr val="lt1"/>
              </a:solidFill>
            </a:endParaRPr>
          </a:p>
        </p:txBody>
      </p:sp>
      <p:sp>
        <p:nvSpPr>
          <p:cNvPr id="366" name="Graphic 212">
            <a:extLst>
              <a:ext uri="{FF2B5EF4-FFF2-40B4-BE49-F238E27FC236}">
                <a16:creationId xmlns:a16="http://schemas.microsoft.com/office/drawing/2014/main" id="{E99F76E4-5DFD-4DBE-B042-66FBCD1182C9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4397727" y="421588"/>
            <a:ext cx="1291468" cy="1291468"/>
          </a:xfrm>
          <a:custGeom>
            <a:avLst/>
            <a:gdLst>
              <a:gd name="connsiteX0" fmla="*/ 403574 w 807148"/>
              <a:gd name="connsiteY0" fmla="*/ 0 h 807148"/>
              <a:gd name="connsiteX1" fmla="*/ 0 w 807148"/>
              <a:gd name="connsiteY1" fmla="*/ 403574 h 807148"/>
              <a:gd name="connsiteX2" fmla="*/ 403574 w 807148"/>
              <a:gd name="connsiteY2" fmla="*/ 807149 h 807148"/>
              <a:gd name="connsiteX3" fmla="*/ 807149 w 807148"/>
              <a:gd name="connsiteY3" fmla="*/ 403574 h 807148"/>
              <a:gd name="connsiteX4" fmla="*/ 403574 w 807148"/>
              <a:gd name="connsiteY4" fmla="*/ 0 h 807148"/>
              <a:gd name="connsiteX5" fmla="*/ 403574 w 807148"/>
              <a:gd name="connsiteY5" fmla="*/ 667988 h 807148"/>
              <a:gd name="connsiteX6" fmla="*/ 139160 w 807148"/>
              <a:gd name="connsiteY6" fmla="*/ 403574 h 807148"/>
              <a:gd name="connsiteX7" fmla="*/ 403574 w 807148"/>
              <a:gd name="connsiteY7" fmla="*/ 139160 h 807148"/>
              <a:gd name="connsiteX8" fmla="*/ 667988 w 807148"/>
              <a:gd name="connsiteY8" fmla="*/ 403574 h 807148"/>
              <a:gd name="connsiteX9" fmla="*/ 403574 w 807148"/>
              <a:gd name="connsiteY9" fmla="*/ 667988 h 807148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</a:cxnLst>
            <a:rect l="l" t="t" r="r" b="b"/>
            <a:pathLst>
              <a:path w="807148" h="807148">
                <a:moveTo>
                  <a:pt x="403574" y="0"/>
                </a:moveTo>
                <a:cubicBezTo>
                  <a:pt x="180689" y="0"/>
                  <a:pt x="0" y="180689"/>
                  <a:pt x="0" y="403574"/>
                </a:cubicBezTo>
                <a:cubicBezTo>
                  <a:pt x="0" y="626459"/>
                  <a:pt x="180689" y="807149"/>
                  <a:pt x="403574" y="807149"/>
                </a:cubicBezTo>
                <a:cubicBezTo>
                  <a:pt x="626459" y="807149"/>
                  <a:pt x="807149" y="626459"/>
                  <a:pt x="807149" y="403574"/>
                </a:cubicBezTo>
                <a:cubicBezTo>
                  <a:pt x="807149" y="180689"/>
                  <a:pt x="626459" y="0"/>
                  <a:pt x="403574" y="0"/>
                </a:cubicBezTo>
                <a:close/>
                <a:moveTo>
                  <a:pt x="403574" y="667988"/>
                </a:moveTo>
                <a:cubicBezTo>
                  <a:pt x="257556" y="667988"/>
                  <a:pt x="139160" y="549593"/>
                  <a:pt x="139160" y="403574"/>
                </a:cubicBezTo>
                <a:cubicBezTo>
                  <a:pt x="139160" y="257556"/>
                  <a:pt x="257556" y="139160"/>
                  <a:pt x="403574" y="139160"/>
                </a:cubicBezTo>
                <a:cubicBezTo>
                  <a:pt x="549593" y="139160"/>
                  <a:pt x="667988" y="257556"/>
                  <a:pt x="667988" y="403574"/>
                </a:cubicBezTo>
                <a:cubicBezTo>
                  <a:pt x="667988" y="549593"/>
                  <a:pt x="549593" y="667988"/>
                  <a:pt x="403574" y="667988"/>
                </a:cubicBezTo>
                <a:close/>
              </a:path>
            </a:pathLst>
          </a:custGeom>
          <a:solidFill>
            <a:schemeClr val="accent2">
              <a:alpha val="30000"/>
            </a:schemeClr>
          </a:solidFill>
          <a:ln w="28575">
            <a:solidFill>
              <a:schemeClr val="bg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endParaRPr lang="en-US">
              <a:solidFill>
                <a:schemeClr val="lt1"/>
              </a:solidFill>
            </a:endParaRPr>
          </a:p>
        </p:txBody>
      </p:sp>
      <p:grpSp>
        <p:nvGrpSpPr>
          <p:cNvPr id="367" name="Graphic 4">
            <a:extLst>
              <a:ext uri="{FF2B5EF4-FFF2-40B4-BE49-F238E27FC236}">
                <a16:creationId xmlns:a16="http://schemas.microsoft.com/office/drawing/2014/main" id="{5468B3A9-705E-43C3-A742-0619B0D8F2EE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GrpSpPr>
            <a:grpSpLocks noGrp="1" noUngrp="1" noRot="1" noChangeAspect="1" noMove="1" noResize="1"/>
          </p:cNvGrp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GrpSpPr>
        <p:grpSpPr>
          <a:xfrm>
            <a:off x="4680915" y="4748271"/>
            <a:ext cx="1330536" cy="1330521"/>
            <a:chOff x="5734037" y="3067039"/>
            <a:chExt cx="724483" cy="724489"/>
          </a:xfrm>
          <a:solidFill>
            <a:schemeClr val="bg1"/>
          </a:solidFill>
        </p:grpSpPr>
        <p:sp>
          <p:nvSpPr>
            <p:cNvPr id="368" name="Freeform: Shape 20">
              <a:extLst>
                <a:ext uri="{FF2B5EF4-FFF2-40B4-BE49-F238E27FC236}">
                  <a16:creationId xmlns:a16="http://schemas.microsoft.com/office/drawing/2014/main" id="{29D439AD-5D67-497C-B831-D17FC3E592AC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5734038" y="3067039"/>
              <a:ext cx="14192" cy="14097"/>
            </a:xfrm>
            <a:custGeom>
              <a:avLst/>
              <a:gdLst>
                <a:gd name="connsiteX0" fmla="*/ 14192 w 14192"/>
                <a:gd name="connsiteY0" fmla="*/ 7049 h 14097"/>
                <a:gd name="connsiteX1" fmla="*/ 7144 w 14192"/>
                <a:gd name="connsiteY1" fmla="*/ 14097 h 14097"/>
                <a:gd name="connsiteX2" fmla="*/ 0 w 14192"/>
                <a:gd name="connsiteY2" fmla="*/ 7049 h 14097"/>
                <a:gd name="connsiteX3" fmla="*/ 7049 w 14192"/>
                <a:gd name="connsiteY3" fmla="*/ 0 h 14097"/>
                <a:gd name="connsiteX4" fmla="*/ 14192 w 14192"/>
                <a:gd name="connsiteY4" fmla="*/ 7049 h 14097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14192" h="14097">
                  <a:moveTo>
                    <a:pt x="14192" y="7049"/>
                  </a:moveTo>
                  <a:cubicBezTo>
                    <a:pt x="14192" y="10954"/>
                    <a:pt x="11049" y="14097"/>
                    <a:pt x="7144" y="14097"/>
                  </a:cubicBezTo>
                  <a:cubicBezTo>
                    <a:pt x="3239" y="14097"/>
                    <a:pt x="0" y="10954"/>
                    <a:pt x="0" y="7049"/>
                  </a:cubicBezTo>
                  <a:cubicBezTo>
                    <a:pt x="0" y="3143"/>
                    <a:pt x="3143" y="0"/>
                    <a:pt x="7049" y="0"/>
                  </a:cubicBezTo>
                  <a:cubicBezTo>
                    <a:pt x="10954" y="0"/>
                    <a:pt x="14192" y="3143"/>
                    <a:pt x="14192" y="7049"/>
                  </a:cubicBezTo>
                  <a:close/>
                </a:path>
              </a:pathLst>
            </a:custGeom>
            <a:grpFill/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369" name="Freeform: Shape 21">
              <a:extLst>
                <a:ext uri="{FF2B5EF4-FFF2-40B4-BE49-F238E27FC236}">
                  <a16:creationId xmlns:a16="http://schemas.microsoft.com/office/drawing/2014/main" id="{23F54BF2-C71C-45C5-9408-3B5E011B0FEB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5793283" y="3067039"/>
              <a:ext cx="14097" cy="14097"/>
            </a:xfrm>
            <a:custGeom>
              <a:avLst/>
              <a:gdLst>
                <a:gd name="connsiteX0" fmla="*/ 14097 w 14097"/>
                <a:gd name="connsiteY0" fmla="*/ 7049 h 14097"/>
                <a:gd name="connsiteX1" fmla="*/ 7049 w 14097"/>
                <a:gd name="connsiteY1" fmla="*/ 14097 h 14097"/>
                <a:gd name="connsiteX2" fmla="*/ 0 w 14097"/>
                <a:gd name="connsiteY2" fmla="*/ 7049 h 14097"/>
                <a:gd name="connsiteX3" fmla="*/ 7049 w 14097"/>
                <a:gd name="connsiteY3" fmla="*/ 0 h 14097"/>
                <a:gd name="connsiteX4" fmla="*/ 14097 w 14097"/>
                <a:gd name="connsiteY4" fmla="*/ 7049 h 14097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14097" h="14097">
                  <a:moveTo>
                    <a:pt x="14097" y="7049"/>
                  </a:moveTo>
                  <a:cubicBezTo>
                    <a:pt x="14097" y="10941"/>
                    <a:pt x="10941" y="14097"/>
                    <a:pt x="7049" y="14097"/>
                  </a:cubicBezTo>
                  <a:cubicBezTo>
                    <a:pt x="3156" y="14097"/>
                    <a:pt x="0" y="10941"/>
                    <a:pt x="0" y="7049"/>
                  </a:cubicBezTo>
                  <a:cubicBezTo>
                    <a:pt x="0" y="3156"/>
                    <a:pt x="3156" y="0"/>
                    <a:pt x="7049" y="0"/>
                  </a:cubicBezTo>
                  <a:cubicBezTo>
                    <a:pt x="10941" y="0"/>
                    <a:pt x="14097" y="3156"/>
                    <a:pt x="14097" y="7049"/>
                  </a:cubicBezTo>
                  <a:close/>
                </a:path>
              </a:pathLst>
            </a:custGeom>
            <a:grpFill/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23" name="Freeform: Shape 22">
              <a:extLst>
                <a:ext uri="{FF2B5EF4-FFF2-40B4-BE49-F238E27FC236}">
                  <a16:creationId xmlns:a16="http://schemas.microsoft.com/office/drawing/2014/main" id="{2BBABE17-DB56-44AB-934B-63C07C79F09A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5852433" y="3067039"/>
              <a:ext cx="14096" cy="14097"/>
            </a:xfrm>
            <a:custGeom>
              <a:avLst/>
              <a:gdLst>
                <a:gd name="connsiteX0" fmla="*/ 14097 w 14096"/>
                <a:gd name="connsiteY0" fmla="*/ 7049 h 14097"/>
                <a:gd name="connsiteX1" fmla="*/ 7048 w 14096"/>
                <a:gd name="connsiteY1" fmla="*/ 14097 h 14097"/>
                <a:gd name="connsiteX2" fmla="*/ 0 w 14096"/>
                <a:gd name="connsiteY2" fmla="*/ 7049 h 14097"/>
                <a:gd name="connsiteX3" fmla="*/ 7048 w 14096"/>
                <a:gd name="connsiteY3" fmla="*/ 0 h 14097"/>
                <a:gd name="connsiteX4" fmla="*/ 14097 w 14096"/>
                <a:gd name="connsiteY4" fmla="*/ 7049 h 14097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14096" h="14097">
                  <a:moveTo>
                    <a:pt x="14097" y="7049"/>
                  </a:moveTo>
                  <a:cubicBezTo>
                    <a:pt x="14097" y="10954"/>
                    <a:pt x="10954" y="14097"/>
                    <a:pt x="7048" y="14097"/>
                  </a:cubicBezTo>
                  <a:cubicBezTo>
                    <a:pt x="3143" y="14097"/>
                    <a:pt x="0" y="10954"/>
                    <a:pt x="0" y="7049"/>
                  </a:cubicBezTo>
                  <a:cubicBezTo>
                    <a:pt x="0" y="3143"/>
                    <a:pt x="3143" y="0"/>
                    <a:pt x="7048" y="0"/>
                  </a:cubicBezTo>
                  <a:cubicBezTo>
                    <a:pt x="10954" y="0"/>
                    <a:pt x="14097" y="3143"/>
                    <a:pt x="14097" y="7049"/>
                  </a:cubicBezTo>
                  <a:close/>
                </a:path>
              </a:pathLst>
            </a:custGeom>
            <a:grpFill/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370" name="Freeform: Shape 23">
              <a:extLst>
                <a:ext uri="{FF2B5EF4-FFF2-40B4-BE49-F238E27FC236}">
                  <a16:creationId xmlns:a16="http://schemas.microsoft.com/office/drawing/2014/main" id="{CB483D20-A128-4076-AF54-88646172B80A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5911678" y="3067039"/>
              <a:ext cx="14096" cy="14097"/>
            </a:xfrm>
            <a:custGeom>
              <a:avLst/>
              <a:gdLst>
                <a:gd name="connsiteX0" fmla="*/ 14097 w 14096"/>
                <a:gd name="connsiteY0" fmla="*/ 7049 h 14097"/>
                <a:gd name="connsiteX1" fmla="*/ 7048 w 14096"/>
                <a:gd name="connsiteY1" fmla="*/ 14097 h 14097"/>
                <a:gd name="connsiteX2" fmla="*/ 0 w 14096"/>
                <a:gd name="connsiteY2" fmla="*/ 7049 h 14097"/>
                <a:gd name="connsiteX3" fmla="*/ 7048 w 14096"/>
                <a:gd name="connsiteY3" fmla="*/ 0 h 14097"/>
                <a:gd name="connsiteX4" fmla="*/ 14097 w 14096"/>
                <a:gd name="connsiteY4" fmla="*/ 7049 h 14097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14096" h="14097">
                  <a:moveTo>
                    <a:pt x="14097" y="7049"/>
                  </a:moveTo>
                  <a:cubicBezTo>
                    <a:pt x="14097" y="10954"/>
                    <a:pt x="10954" y="14097"/>
                    <a:pt x="7048" y="14097"/>
                  </a:cubicBezTo>
                  <a:cubicBezTo>
                    <a:pt x="3143" y="14097"/>
                    <a:pt x="0" y="10954"/>
                    <a:pt x="0" y="7049"/>
                  </a:cubicBezTo>
                  <a:cubicBezTo>
                    <a:pt x="0" y="3143"/>
                    <a:pt x="3143" y="0"/>
                    <a:pt x="7048" y="0"/>
                  </a:cubicBezTo>
                  <a:cubicBezTo>
                    <a:pt x="10954" y="0"/>
                    <a:pt x="14097" y="3143"/>
                    <a:pt x="14097" y="7049"/>
                  </a:cubicBezTo>
                  <a:close/>
                </a:path>
              </a:pathLst>
            </a:custGeom>
            <a:grpFill/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25" name="Freeform: Shape 24">
              <a:extLst>
                <a:ext uri="{FF2B5EF4-FFF2-40B4-BE49-F238E27FC236}">
                  <a16:creationId xmlns:a16="http://schemas.microsoft.com/office/drawing/2014/main" id="{E5EFA818-FDDA-49E9-B11F-E9DC1854A99F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5970828" y="3067039"/>
              <a:ext cx="14096" cy="14097"/>
            </a:xfrm>
            <a:custGeom>
              <a:avLst/>
              <a:gdLst>
                <a:gd name="connsiteX0" fmla="*/ 14097 w 14096"/>
                <a:gd name="connsiteY0" fmla="*/ 7049 h 14097"/>
                <a:gd name="connsiteX1" fmla="*/ 7048 w 14096"/>
                <a:gd name="connsiteY1" fmla="*/ 14097 h 14097"/>
                <a:gd name="connsiteX2" fmla="*/ 0 w 14096"/>
                <a:gd name="connsiteY2" fmla="*/ 7049 h 14097"/>
                <a:gd name="connsiteX3" fmla="*/ 7048 w 14096"/>
                <a:gd name="connsiteY3" fmla="*/ 0 h 14097"/>
                <a:gd name="connsiteX4" fmla="*/ 14097 w 14096"/>
                <a:gd name="connsiteY4" fmla="*/ 7049 h 14097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14096" h="14097">
                  <a:moveTo>
                    <a:pt x="14097" y="7049"/>
                  </a:moveTo>
                  <a:cubicBezTo>
                    <a:pt x="14097" y="10954"/>
                    <a:pt x="10954" y="14097"/>
                    <a:pt x="7048" y="14097"/>
                  </a:cubicBezTo>
                  <a:cubicBezTo>
                    <a:pt x="3143" y="14097"/>
                    <a:pt x="0" y="10954"/>
                    <a:pt x="0" y="7049"/>
                  </a:cubicBezTo>
                  <a:cubicBezTo>
                    <a:pt x="0" y="3143"/>
                    <a:pt x="3143" y="0"/>
                    <a:pt x="7048" y="0"/>
                  </a:cubicBezTo>
                  <a:cubicBezTo>
                    <a:pt x="10954" y="0"/>
                    <a:pt x="14097" y="3143"/>
                    <a:pt x="14097" y="7049"/>
                  </a:cubicBezTo>
                  <a:close/>
                </a:path>
              </a:pathLst>
            </a:custGeom>
            <a:grpFill/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371" name="Freeform: Shape 25">
              <a:extLst>
                <a:ext uri="{FF2B5EF4-FFF2-40B4-BE49-F238E27FC236}">
                  <a16:creationId xmlns:a16="http://schemas.microsoft.com/office/drawing/2014/main" id="{EA1F8728-F8F7-4828-A718-A15E7663EABB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6030074" y="3067039"/>
              <a:ext cx="14097" cy="14097"/>
            </a:xfrm>
            <a:custGeom>
              <a:avLst/>
              <a:gdLst>
                <a:gd name="connsiteX0" fmla="*/ 14097 w 14097"/>
                <a:gd name="connsiteY0" fmla="*/ 7049 h 14097"/>
                <a:gd name="connsiteX1" fmla="*/ 7049 w 14097"/>
                <a:gd name="connsiteY1" fmla="*/ 14097 h 14097"/>
                <a:gd name="connsiteX2" fmla="*/ 0 w 14097"/>
                <a:gd name="connsiteY2" fmla="*/ 7049 h 14097"/>
                <a:gd name="connsiteX3" fmla="*/ 7049 w 14097"/>
                <a:gd name="connsiteY3" fmla="*/ 0 h 14097"/>
                <a:gd name="connsiteX4" fmla="*/ 14097 w 14097"/>
                <a:gd name="connsiteY4" fmla="*/ 7049 h 14097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14097" h="14097">
                  <a:moveTo>
                    <a:pt x="14097" y="7049"/>
                  </a:moveTo>
                  <a:cubicBezTo>
                    <a:pt x="14097" y="10941"/>
                    <a:pt x="10941" y="14097"/>
                    <a:pt x="7049" y="14097"/>
                  </a:cubicBezTo>
                  <a:cubicBezTo>
                    <a:pt x="3156" y="14097"/>
                    <a:pt x="0" y="10941"/>
                    <a:pt x="0" y="7049"/>
                  </a:cubicBezTo>
                  <a:cubicBezTo>
                    <a:pt x="0" y="3156"/>
                    <a:pt x="3156" y="0"/>
                    <a:pt x="7049" y="0"/>
                  </a:cubicBezTo>
                  <a:cubicBezTo>
                    <a:pt x="10941" y="0"/>
                    <a:pt x="14097" y="3156"/>
                    <a:pt x="14097" y="7049"/>
                  </a:cubicBezTo>
                  <a:close/>
                </a:path>
              </a:pathLst>
            </a:custGeom>
            <a:grpFill/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27" name="Freeform: Shape 26">
              <a:extLst>
                <a:ext uri="{FF2B5EF4-FFF2-40B4-BE49-F238E27FC236}">
                  <a16:creationId xmlns:a16="http://schemas.microsoft.com/office/drawing/2014/main" id="{8DA1F73F-AA1D-41D7-BAAB-292FD94A3E5C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6089224" y="3067039"/>
              <a:ext cx="14096" cy="14097"/>
            </a:xfrm>
            <a:custGeom>
              <a:avLst/>
              <a:gdLst>
                <a:gd name="connsiteX0" fmla="*/ 14097 w 14096"/>
                <a:gd name="connsiteY0" fmla="*/ 7049 h 14097"/>
                <a:gd name="connsiteX1" fmla="*/ 7048 w 14096"/>
                <a:gd name="connsiteY1" fmla="*/ 14097 h 14097"/>
                <a:gd name="connsiteX2" fmla="*/ 0 w 14096"/>
                <a:gd name="connsiteY2" fmla="*/ 7049 h 14097"/>
                <a:gd name="connsiteX3" fmla="*/ 7048 w 14096"/>
                <a:gd name="connsiteY3" fmla="*/ 0 h 14097"/>
                <a:gd name="connsiteX4" fmla="*/ 14097 w 14096"/>
                <a:gd name="connsiteY4" fmla="*/ 7049 h 14097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14096" h="14097">
                  <a:moveTo>
                    <a:pt x="14097" y="7049"/>
                  </a:moveTo>
                  <a:cubicBezTo>
                    <a:pt x="14097" y="10954"/>
                    <a:pt x="10954" y="14097"/>
                    <a:pt x="7048" y="14097"/>
                  </a:cubicBezTo>
                  <a:cubicBezTo>
                    <a:pt x="3143" y="14097"/>
                    <a:pt x="0" y="10954"/>
                    <a:pt x="0" y="7049"/>
                  </a:cubicBezTo>
                  <a:cubicBezTo>
                    <a:pt x="0" y="3143"/>
                    <a:pt x="3143" y="0"/>
                    <a:pt x="7048" y="0"/>
                  </a:cubicBezTo>
                  <a:cubicBezTo>
                    <a:pt x="10954" y="0"/>
                    <a:pt x="14097" y="3143"/>
                    <a:pt x="14097" y="7049"/>
                  </a:cubicBezTo>
                  <a:close/>
                </a:path>
              </a:pathLst>
            </a:custGeom>
            <a:grpFill/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372" name="Freeform: Shape 27">
              <a:extLst>
                <a:ext uri="{FF2B5EF4-FFF2-40B4-BE49-F238E27FC236}">
                  <a16:creationId xmlns:a16="http://schemas.microsoft.com/office/drawing/2014/main" id="{D9441DEA-C85E-4B9C-A48D-8437854C4C58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5734038" y="3126284"/>
              <a:ext cx="14192" cy="14097"/>
            </a:xfrm>
            <a:custGeom>
              <a:avLst/>
              <a:gdLst>
                <a:gd name="connsiteX0" fmla="*/ 14192 w 14192"/>
                <a:gd name="connsiteY0" fmla="*/ 7049 h 14097"/>
                <a:gd name="connsiteX1" fmla="*/ 7144 w 14192"/>
                <a:gd name="connsiteY1" fmla="*/ 14097 h 14097"/>
                <a:gd name="connsiteX2" fmla="*/ 0 w 14192"/>
                <a:gd name="connsiteY2" fmla="*/ 7049 h 14097"/>
                <a:gd name="connsiteX3" fmla="*/ 7049 w 14192"/>
                <a:gd name="connsiteY3" fmla="*/ 0 h 14097"/>
                <a:gd name="connsiteX4" fmla="*/ 14192 w 14192"/>
                <a:gd name="connsiteY4" fmla="*/ 7049 h 14097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14192" h="14097">
                  <a:moveTo>
                    <a:pt x="14192" y="7049"/>
                  </a:moveTo>
                  <a:cubicBezTo>
                    <a:pt x="14192" y="10954"/>
                    <a:pt x="11049" y="14097"/>
                    <a:pt x="7144" y="14097"/>
                  </a:cubicBezTo>
                  <a:cubicBezTo>
                    <a:pt x="3239" y="14097"/>
                    <a:pt x="0" y="10954"/>
                    <a:pt x="0" y="7049"/>
                  </a:cubicBezTo>
                  <a:cubicBezTo>
                    <a:pt x="0" y="3143"/>
                    <a:pt x="3143" y="0"/>
                    <a:pt x="7049" y="0"/>
                  </a:cubicBezTo>
                  <a:cubicBezTo>
                    <a:pt x="10954" y="0"/>
                    <a:pt x="14192" y="3143"/>
                    <a:pt x="14192" y="7049"/>
                  </a:cubicBezTo>
                  <a:close/>
                </a:path>
              </a:pathLst>
            </a:custGeom>
            <a:grpFill/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373" name="Freeform: Shape 28">
              <a:extLst>
                <a:ext uri="{FF2B5EF4-FFF2-40B4-BE49-F238E27FC236}">
                  <a16:creationId xmlns:a16="http://schemas.microsoft.com/office/drawing/2014/main" id="{15EBAA20-1368-4495-8D7C-820FAD8ECF8F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5793283" y="3126282"/>
              <a:ext cx="14097" cy="14099"/>
            </a:xfrm>
            <a:custGeom>
              <a:avLst/>
              <a:gdLst>
                <a:gd name="connsiteX0" fmla="*/ 14097 w 14097"/>
                <a:gd name="connsiteY0" fmla="*/ 7051 h 14099"/>
                <a:gd name="connsiteX1" fmla="*/ 7049 w 14097"/>
                <a:gd name="connsiteY1" fmla="*/ 14099 h 14099"/>
                <a:gd name="connsiteX2" fmla="*/ 0 w 14097"/>
                <a:gd name="connsiteY2" fmla="*/ 7051 h 14099"/>
                <a:gd name="connsiteX3" fmla="*/ 7049 w 14097"/>
                <a:gd name="connsiteY3" fmla="*/ 2 h 14099"/>
                <a:gd name="connsiteX4" fmla="*/ 14097 w 14097"/>
                <a:gd name="connsiteY4" fmla="*/ 7051 h 14099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14097" h="14099">
                  <a:moveTo>
                    <a:pt x="14097" y="7051"/>
                  </a:moveTo>
                  <a:cubicBezTo>
                    <a:pt x="14097" y="10956"/>
                    <a:pt x="10954" y="14099"/>
                    <a:pt x="7049" y="14099"/>
                  </a:cubicBezTo>
                  <a:cubicBezTo>
                    <a:pt x="3143" y="14099"/>
                    <a:pt x="0" y="10956"/>
                    <a:pt x="0" y="7051"/>
                  </a:cubicBezTo>
                  <a:cubicBezTo>
                    <a:pt x="0" y="3145"/>
                    <a:pt x="3143" y="2"/>
                    <a:pt x="7049" y="2"/>
                  </a:cubicBezTo>
                  <a:cubicBezTo>
                    <a:pt x="10954" y="-93"/>
                    <a:pt x="14097" y="3145"/>
                    <a:pt x="14097" y="7051"/>
                  </a:cubicBezTo>
                  <a:close/>
                </a:path>
              </a:pathLst>
            </a:custGeom>
            <a:grpFill/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374" name="Freeform: Shape 29">
              <a:extLst>
                <a:ext uri="{FF2B5EF4-FFF2-40B4-BE49-F238E27FC236}">
                  <a16:creationId xmlns:a16="http://schemas.microsoft.com/office/drawing/2014/main" id="{0FB92591-626C-4D2B-A3E6-EC8742D67B24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5852433" y="3126282"/>
              <a:ext cx="14096" cy="14099"/>
            </a:xfrm>
            <a:custGeom>
              <a:avLst/>
              <a:gdLst>
                <a:gd name="connsiteX0" fmla="*/ 14097 w 14096"/>
                <a:gd name="connsiteY0" fmla="*/ 7051 h 14099"/>
                <a:gd name="connsiteX1" fmla="*/ 7048 w 14096"/>
                <a:gd name="connsiteY1" fmla="*/ 14099 h 14099"/>
                <a:gd name="connsiteX2" fmla="*/ 0 w 14096"/>
                <a:gd name="connsiteY2" fmla="*/ 7051 h 14099"/>
                <a:gd name="connsiteX3" fmla="*/ 7048 w 14096"/>
                <a:gd name="connsiteY3" fmla="*/ 2 h 14099"/>
                <a:gd name="connsiteX4" fmla="*/ 14097 w 14096"/>
                <a:gd name="connsiteY4" fmla="*/ 7051 h 14099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14096" h="14099">
                  <a:moveTo>
                    <a:pt x="14097" y="7051"/>
                  </a:moveTo>
                  <a:cubicBezTo>
                    <a:pt x="14097" y="10956"/>
                    <a:pt x="10954" y="14099"/>
                    <a:pt x="7048" y="14099"/>
                  </a:cubicBezTo>
                  <a:cubicBezTo>
                    <a:pt x="3143" y="14099"/>
                    <a:pt x="0" y="10956"/>
                    <a:pt x="0" y="7051"/>
                  </a:cubicBezTo>
                  <a:cubicBezTo>
                    <a:pt x="0" y="3145"/>
                    <a:pt x="3143" y="2"/>
                    <a:pt x="7048" y="2"/>
                  </a:cubicBezTo>
                  <a:cubicBezTo>
                    <a:pt x="10954" y="-93"/>
                    <a:pt x="14097" y="3145"/>
                    <a:pt x="14097" y="7051"/>
                  </a:cubicBezTo>
                  <a:close/>
                </a:path>
              </a:pathLst>
            </a:custGeom>
            <a:grpFill/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375" name="Freeform: Shape 30">
              <a:extLst>
                <a:ext uri="{FF2B5EF4-FFF2-40B4-BE49-F238E27FC236}">
                  <a16:creationId xmlns:a16="http://schemas.microsoft.com/office/drawing/2014/main" id="{D392448D-513F-4528-9D8D-A151982041B5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5911678" y="3126282"/>
              <a:ext cx="14096" cy="14099"/>
            </a:xfrm>
            <a:custGeom>
              <a:avLst/>
              <a:gdLst>
                <a:gd name="connsiteX0" fmla="*/ 14097 w 14096"/>
                <a:gd name="connsiteY0" fmla="*/ 7051 h 14099"/>
                <a:gd name="connsiteX1" fmla="*/ 7048 w 14096"/>
                <a:gd name="connsiteY1" fmla="*/ 14099 h 14099"/>
                <a:gd name="connsiteX2" fmla="*/ 0 w 14096"/>
                <a:gd name="connsiteY2" fmla="*/ 7051 h 14099"/>
                <a:gd name="connsiteX3" fmla="*/ 7048 w 14096"/>
                <a:gd name="connsiteY3" fmla="*/ 2 h 14099"/>
                <a:gd name="connsiteX4" fmla="*/ 14097 w 14096"/>
                <a:gd name="connsiteY4" fmla="*/ 7051 h 14099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14096" h="14099">
                  <a:moveTo>
                    <a:pt x="14097" y="7051"/>
                  </a:moveTo>
                  <a:cubicBezTo>
                    <a:pt x="14097" y="10956"/>
                    <a:pt x="10954" y="14099"/>
                    <a:pt x="7048" y="14099"/>
                  </a:cubicBezTo>
                  <a:cubicBezTo>
                    <a:pt x="3143" y="14099"/>
                    <a:pt x="0" y="10956"/>
                    <a:pt x="0" y="7051"/>
                  </a:cubicBezTo>
                  <a:cubicBezTo>
                    <a:pt x="0" y="3145"/>
                    <a:pt x="3143" y="2"/>
                    <a:pt x="7048" y="2"/>
                  </a:cubicBezTo>
                  <a:cubicBezTo>
                    <a:pt x="10954" y="-93"/>
                    <a:pt x="14097" y="3145"/>
                    <a:pt x="14097" y="7051"/>
                  </a:cubicBezTo>
                  <a:close/>
                </a:path>
              </a:pathLst>
            </a:custGeom>
            <a:grpFill/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376" name="Freeform: Shape 31">
              <a:extLst>
                <a:ext uri="{FF2B5EF4-FFF2-40B4-BE49-F238E27FC236}">
                  <a16:creationId xmlns:a16="http://schemas.microsoft.com/office/drawing/2014/main" id="{61946BAE-1546-4EA4-A108-A799BF5D2CAB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5970828" y="3126282"/>
              <a:ext cx="14096" cy="14099"/>
            </a:xfrm>
            <a:custGeom>
              <a:avLst/>
              <a:gdLst>
                <a:gd name="connsiteX0" fmla="*/ 14097 w 14096"/>
                <a:gd name="connsiteY0" fmla="*/ 7051 h 14099"/>
                <a:gd name="connsiteX1" fmla="*/ 7048 w 14096"/>
                <a:gd name="connsiteY1" fmla="*/ 14099 h 14099"/>
                <a:gd name="connsiteX2" fmla="*/ 0 w 14096"/>
                <a:gd name="connsiteY2" fmla="*/ 7051 h 14099"/>
                <a:gd name="connsiteX3" fmla="*/ 7048 w 14096"/>
                <a:gd name="connsiteY3" fmla="*/ 2 h 14099"/>
                <a:gd name="connsiteX4" fmla="*/ 14097 w 14096"/>
                <a:gd name="connsiteY4" fmla="*/ 7051 h 14099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14096" h="14099">
                  <a:moveTo>
                    <a:pt x="14097" y="7051"/>
                  </a:moveTo>
                  <a:cubicBezTo>
                    <a:pt x="14097" y="10956"/>
                    <a:pt x="10954" y="14099"/>
                    <a:pt x="7048" y="14099"/>
                  </a:cubicBezTo>
                  <a:cubicBezTo>
                    <a:pt x="3143" y="14099"/>
                    <a:pt x="0" y="10956"/>
                    <a:pt x="0" y="7051"/>
                  </a:cubicBezTo>
                  <a:cubicBezTo>
                    <a:pt x="0" y="3145"/>
                    <a:pt x="3143" y="2"/>
                    <a:pt x="7048" y="2"/>
                  </a:cubicBezTo>
                  <a:cubicBezTo>
                    <a:pt x="10954" y="-93"/>
                    <a:pt x="14097" y="3145"/>
                    <a:pt x="14097" y="7051"/>
                  </a:cubicBezTo>
                  <a:close/>
                </a:path>
              </a:pathLst>
            </a:custGeom>
            <a:grpFill/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377" name="Freeform: Shape 32">
              <a:extLst>
                <a:ext uri="{FF2B5EF4-FFF2-40B4-BE49-F238E27FC236}">
                  <a16:creationId xmlns:a16="http://schemas.microsoft.com/office/drawing/2014/main" id="{42A8EC93-6A35-4D37-A8CB-59362BF87504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6030073" y="3126284"/>
              <a:ext cx="14097" cy="14097"/>
            </a:xfrm>
            <a:custGeom>
              <a:avLst/>
              <a:gdLst>
                <a:gd name="connsiteX0" fmla="*/ 14097 w 14097"/>
                <a:gd name="connsiteY0" fmla="*/ 7049 h 14097"/>
                <a:gd name="connsiteX1" fmla="*/ 7048 w 14097"/>
                <a:gd name="connsiteY1" fmla="*/ 14097 h 14097"/>
                <a:gd name="connsiteX2" fmla="*/ 0 w 14097"/>
                <a:gd name="connsiteY2" fmla="*/ 7049 h 14097"/>
                <a:gd name="connsiteX3" fmla="*/ 7048 w 14097"/>
                <a:gd name="connsiteY3" fmla="*/ 0 h 14097"/>
                <a:gd name="connsiteX4" fmla="*/ 14097 w 14097"/>
                <a:gd name="connsiteY4" fmla="*/ 7049 h 14097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14097" h="14097">
                  <a:moveTo>
                    <a:pt x="14097" y="7049"/>
                  </a:moveTo>
                  <a:cubicBezTo>
                    <a:pt x="14097" y="10954"/>
                    <a:pt x="10954" y="14097"/>
                    <a:pt x="7048" y="14097"/>
                  </a:cubicBezTo>
                  <a:cubicBezTo>
                    <a:pt x="3143" y="14097"/>
                    <a:pt x="0" y="10954"/>
                    <a:pt x="0" y="7049"/>
                  </a:cubicBezTo>
                  <a:cubicBezTo>
                    <a:pt x="0" y="3143"/>
                    <a:pt x="3143" y="0"/>
                    <a:pt x="7048" y="0"/>
                  </a:cubicBezTo>
                  <a:cubicBezTo>
                    <a:pt x="10954" y="0"/>
                    <a:pt x="14097" y="3143"/>
                    <a:pt x="14097" y="7049"/>
                  </a:cubicBezTo>
                  <a:close/>
                </a:path>
              </a:pathLst>
            </a:custGeom>
            <a:grpFill/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378" name="Freeform: Shape 33">
              <a:extLst>
                <a:ext uri="{FF2B5EF4-FFF2-40B4-BE49-F238E27FC236}">
                  <a16:creationId xmlns:a16="http://schemas.microsoft.com/office/drawing/2014/main" id="{AFC3ECA2-E914-4D83-ABF9-B9FFD96E92B4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6089224" y="3126282"/>
              <a:ext cx="14096" cy="14099"/>
            </a:xfrm>
            <a:custGeom>
              <a:avLst/>
              <a:gdLst>
                <a:gd name="connsiteX0" fmla="*/ 14097 w 14096"/>
                <a:gd name="connsiteY0" fmla="*/ 7051 h 14099"/>
                <a:gd name="connsiteX1" fmla="*/ 7048 w 14096"/>
                <a:gd name="connsiteY1" fmla="*/ 14099 h 14099"/>
                <a:gd name="connsiteX2" fmla="*/ 0 w 14096"/>
                <a:gd name="connsiteY2" fmla="*/ 7051 h 14099"/>
                <a:gd name="connsiteX3" fmla="*/ 7048 w 14096"/>
                <a:gd name="connsiteY3" fmla="*/ 2 h 14099"/>
                <a:gd name="connsiteX4" fmla="*/ 14097 w 14096"/>
                <a:gd name="connsiteY4" fmla="*/ 7051 h 14099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14096" h="14099">
                  <a:moveTo>
                    <a:pt x="14097" y="7051"/>
                  </a:moveTo>
                  <a:cubicBezTo>
                    <a:pt x="14097" y="10956"/>
                    <a:pt x="10954" y="14099"/>
                    <a:pt x="7048" y="14099"/>
                  </a:cubicBezTo>
                  <a:cubicBezTo>
                    <a:pt x="3143" y="14099"/>
                    <a:pt x="0" y="10956"/>
                    <a:pt x="0" y="7051"/>
                  </a:cubicBezTo>
                  <a:cubicBezTo>
                    <a:pt x="0" y="3145"/>
                    <a:pt x="3143" y="2"/>
                    <a:pt x="7048" y="2"/>
                  </a:cubicBezTo>
                  <a:cubicBezTo>
                    <a:pt x="10954" y="-93"/>
                    <a:pt x="14097" y="3145"/>
                    <a:pt x="14097" y="7051"/>
                  </a:cubicBezTo>
                  <a:close/>
                </a:path>
              </a:pathLst>
            </a:custGeom>
            <a:grpFill/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379" name="Freeform: Shape 34">
              <a:extLst>
                <a:ext uri="{FF2B5EF4-FFF2-40B4-BE49-F238E27FC236}">
                  <a16:creationId xmlns:a16="http://schemas.microsoft.com/office/drawing/2014/main" id="{712B1108-9AAC-4F10-A64F-0D6963E5187A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5734038" y="3185434"/>
              <a:ext cx="14192" cy="14096"/>
            </a:xfrm>
            <a:custGeom>
              <a:avLst/>
              <a:gdLst>
                <a:gd name="connsiteX0" fmla="*/ 14192 w 14192"/>
                <a:gd name="connsiteY0" fmla="*/ 7048 h 14096"/>
                <a:gd name="connsiteX1" fmla="*/ 7144 w 14192"/>
                <a:gd name="connsiteY1" fmla="*/ 14097 h 14096"/>
                <a:gd name="connsiteX2" fmla="*/ 0 w 14192"/>
                <a:gd name="connsiteY2" fmla="*/ 7048 h 14096"/>
                <a:gd name="connsiteX3" fmla="*/ 7049 w 14192"/>
                <a:gd name="connsiteY3" fmla="*/ 0 h 14096"/>
                <a:gd name="connsiteX4" fmla="*/ 14192 w 14192"/>
                <a:gd name="connsiteY4" fmla="*/ 7048 h 1409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14192" h="14096">
                  <a:moveTo>
                    <a:pt x="14192" y="7048"/>
                  </a:moveTo>
                  <a:cubicBezTo>
                    <a:pt x="14192" y="10954"/>
                    <a:pt x="11049" y="14097"/>
                    <a:pt x="7144" y="14097"/>
                  </a:cubicBezTo>
                  <a:cubicBezTo>
                    <a:pt x="3239" y="14097"/>
                    <a:pt x="0" y="10954"/>
                    <a:pt x="0" y="7048"/>
                  </a:cubicBezTo>
                  <a:cubicBezTo>
                    <a:pt x="0" y="3143"/>
                    <a:pt x="3143" y="0"/>
                    <a:pt x="7049" y="0"/>
                  </a:cubicBezTo>
                  <a:cubicBezTo>
                    <a:pt x="10954" y="0"/>
                    <a:pt x="14192" y="3143"/>
                    <a:pt x="14192" y="7048"/>
                  </a:cubicBezTo>
                  <a:close/>
                </a:path>
              </a:pathLst>
            </a:custGeom>
            <a:grpFill/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380" name="Freeform: Shape 35">
              <a:extLst>
                <a:ext uri="{FF2B5EF4-FFF2-40B4-BE49-F238E27FC236}">
                  <a16:creationId xmlns:a16="http://schemas.microsoft.com/office/drawing/2014/main" id="{284CDA0C-B2AB-4791-83B1-C053C061D61F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5793283" y="3185434"/>
              <a:ext cx="14097" cy="14097"/>
            </a:xfrm>
            <a:custGeom>
              <a:avLst/>
              <a:gdLst>
                <a:gd name="connsiteX0" fmla="*/ 14097 w 14097"/>
                <a:gd name="connsiteY0" fmla="*/ 7049 h 14097"/>
                <a:gd name="connsiteX1" fmla="*/ 7049 w 14097"/>
                <a:gd name="connsiteY1" fmla="*/ 14097 h 14097"/>
                <a:gd name="connsiteX2" fmla="*/ 0 w 14097"/>
                <a:gd name="connsiteY2" fmla="*/ 7049 h 14097"/>
                <a:gd name="connsiteX3" fmla="*/ 7049 w 14097"/>
                <a:gd name="connsiteY3" fmla="*/ 0 h 14097"/>
                <a:gd name="connsiteX4" fmla="*/ 14097 w 14097"/>
                <a:gd name="connsiteY4" fmla="*/ 7049 h 14097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14097" h="14097">
                  <a:moveTo>
                    <a:pt x="14097" y="7049"/>
                  </a:moveTo>
                  <a:cubicBezTo>
                    <a:pt x="14097" y="10941"/>
                    <a:pt x="10941" y="14097"/>
                    <a:pt x="7049" y="14097"/>
                  </a:cubicBezTo>
                  <a:cubicBezTo>
                    <a:pt x="3156" y="14097"/>
                    <a:pt x="0" y="10941"/>
                    <a:pt x="0" y="7049"/>
                  </a:cubicBezTo>
                  <a:cubicBezTo>
                    <a:pt x="0" y="3156"/>
                    <a:pt x="3156" y="0"/>
                    <a:pt x="7049" y="0"/>
                  </a:cubicBezTo>
                  <a:cubicBezTo>
                    <a:pt x="10941" y="0"/>
                    <a:pt x="14097" y="3156"/>
                    <a:pt x="14097" y="7049"/>
                  </a:cubicBezTo>
                  <a:close/>
                </a:path>
              </a:pathLst>
            </a:custGeom>
            <a:grpFill/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381" name="Freeform: Shape 36">
              <a:extLst>
                <a:ext uri="{FF2B5EF4-FFF2-40B4-BE49-F238E27FC236}">
                  <a16:creationId xmlns:a16="http://schemas.microsoft.com/office/drawing/2014/main" id="{F857BF6B-E0CA-49C0-8827-B44CE8B92859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5852433" y="3185434"/>
              <a:ext cx="14096" cy="14096"/>
            </a:xfrm>
            <a:custGeom>
              <a:avLst/>
              <a:gdLst>
                <a:gd name="connsiteX0" fmla="*/ 14097 w 14096"/>
                <a:gd name="connsiteY0" fmla="*/ 7048 h 14096"/>
                <a:gd name="connsiteX1" fmla="*/ 7048 w 14096"/>
                <a:gd name="connsiteY1" fmla="*/ 14097 h 14096"/>
                <a:gd name="connsiteX2" fmla="*/ 0 w 14096"/>
                <a:gd name="connsiteY2" fmla="*/ 7048 h 14096"/>
                <a:gd name="connsiteX3" fmla="*/ 7048 w 14096"/>
                <a:gd name="connsiteY3" fmla="*/ 0 h 14096"/>
                <a:gd name="connsiteX4" fmla="*/ 14097 w 14096"/>
                <a:gd name="connsiteY4" fmla="*/ 7048 h 1409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14096" h="14096">
                  <a:moveTo>
                    <a:pt x="14097" y="7048"/>
                  </a:moveTo>
                  <a:cubicBezTo>
                    <a:pt x="14097" y="10954"/>
                    <a:pt x="10954" y="14097"/>
                    <a:pt x="7048" y="14097"/>
                  </a:cubicBezTo>
                  <a:cubicBezTo>
                    <a:pt x="3143" y="14097"/>
                    <a:pt x="0" y="10954"/>
                    <a:pt x="0" y="7048"/>
                  </a:cubicBezTo>
                  <a:cubicBezTo>
                    <a:pt x="0" y="3143"/>
                    <a:pt x="3143" y="0"/>
                    <a:pt x="7048" y="0"/>
                  </a:cubicBezTo>
                  <a:cubicBezTo>
                    <a:pt x="10954" y="0"/>
                    <a:pt x="14097" y="3143"/>
                    <a:pt x="14097" y="7048"/>
                  </a:cubicBezTo>
                  <a:close/>
                </a:path>
              </a:pathLst>
            </a:custGeom>
            <a:grpFill/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382" name="Freeform: Shape 37">
              <a:extLst>
                <a:ext uri="{FF2B5EF4-FFF2-40B4-BE49-F238E27FC236}">
                  <a16:creationId xmlns:a16="http://schemas.microsoft.com/office/drawing/2014/main" id="{6D7B06A7-ADDF-4F27-B11F-08422FC18081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5911678" y="3185434"/>
              <a:ext cx="14096" cy="14096"/>
            </a:xfrm>
            <a:custGeom>
              <a:avLst/>
              <a:gdLst>
                <a:gd name="connsiteX0" fmla="*/ 14097 w 14096"/>
                <a:gd name="connsiteY0" fmla="*/ 7048 h 14096"/>
                <a:gd name="connsiteX1" fmla="*/ 7048 w 14096"/>
                <a:gd name="connsiteY1" fmla="*/ 14097 h 14096"/>
                <a:gd name="connsiteX2" fmla="*/ 0 w 14096"/>
                <a:gd name="connsiteY2" fmla="*/ 7048 h 14096"/>
                <a:gd name="connsiteX3" fmla="*/ 7048 w 14096"/>
                <a:gd name="connsiteY3" fmla="*/ 0 h 14096"/>
                <a:gd name="connsiteX4" fmla="*/ 14097 w 14096"/>
                <a:gd name="connsiteY4" fmla="*/ 7048 h 1409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14096" h="14096">
                  <a:moveTo>
                    <a:pt x="14097" y="7048"/>
                  </a:moveTo>
                  <a:cubicBezTo>
                    <a:pt x="14097" y="10954"/>
                    <a:pt x="10954" y="14097"/>
                    <a:pt x="7048" y="14097"/>
                  </a:cubicBezTo>
                  <a:cubicBezTo>
                    <a:pt x="3143" y="14097"/>
                    <a:pt x="0" y="10954"/>
                    <a:pt x="0" y="7048"/>
                  </a:cubicBezTo>
                  <a:cubicBezTo>
                    <a:pt x="0" y="3143"/>
                    <a:pt x="3143" y="0"/>
                    <a:pt x="7048" y="0"/>
                  </a:cubicBezTo>
                  <a:cubicBezTo>
                    <a:pt x="10954" y="0"/>
                    <a:pt x="14097" y="3143"/>
                    <a:pt x="14097" y="7048"/>
                  </a:cubicBezTo>
                  <a:close/>
                </a:path>
              </a:pathLst>
            </a:custGeom>
            <a:grpFill/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383" name="Freeform: Shape 38">
              <a:extLst>
                <a:ext uri="{FF2B5EF4-FFF2-40B4-BE49-F238E27FC236}">
                  <a16:creationId xmlns:a16="http://schemas.microsoft.com/office/drawing/2014/main" id="{E8B0DA6C-71D7-4FCB-AE4C-035E0ADB50E8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5970828" y="3185434"/>
              <a:ext cx="14096" cy="14096"/>
            </a:xfrm>
            <a:custGeom>
              <a:avLst/>
              <a:gdLst>
                <a:gd name="connsiteX0" fmla="*/ 14097 w 14096"/>
                <a:gd name="connsiteY0" fmla="*/ 7048 h 14096"/>
                <a:gd name="connsiteX1" fmla="*/ 7048 w 14096"/>
                <a:gd name="connsiteY1" fmla="*/ 14097 h 14096"/>
                <a:gd name="connsiteX2" fmla="*/ 0 w 14096"/>
                <a:gd name="connsiteY2" fmla="*/ 7048 h 14096"/>
                <a:gd name="connsiteX3" fmla="*/ 7048 w 14096"/>
                <a:gd name="connsiteY3" fmla="*/ 0 h 14096"/>
                <a:gd name="connsiteX4" fmla="*/ 14097 w 14096"/>
                <a:gd name="connsiteY4" fmla="*/ 7048 h 1409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14096" h="14096">
                  <a:moveTo>
                    <a:pt x="14097" y="7048"/>
                  </a:moveTo>
                  <a:cubicBezTo>
                    <a:pt x="14097" y="10954"/>
                    <a:pt x="10954" y="14097"/>
                    <a:pt x="7048" y="14097"/>
                  </a:cubicBezTo>
                  <a:cubicBezTo>
                    <a:pt x="3143" y="14097"/>
                    <a:pt x="0" y="10954"/>
                    <a:pt x="0" y="7048"/>
                  </a:cubicBezTo>
                  <a:cubicBezTo>
                    <a:pt x="0" y="3143"/>
                    <a:pt x="3143" y="0"/>
                    <a:pt x="7048" y="0"/>
                  </a:cubicBezTo>
                  <a:cubicBezTo>
                    <a:pt x="10954" y="0"/>
                    <a:pt x="14097" y="3143"/>
                    <a:pt x="14097" y="7048"/>
                  </a:cubicBezTo>
                  <a:close/>
                </a:path>
              </a:pathLst>
            </a:custGeom>
            <a:grpFill/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384" name="Freeform: Shape 39">
              <a:extLst>
                <a:ext uri="{FF2B5EF4-FFF2-40B4-BE49-F238E27FC236}">
                  <a16:creationId xmlns:a16="http://schemas.microsoft.com/office/drawing/2014/main" id="{EB078173-ADFB-480D-91A4-4D71C010988F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6030074" y="3185434"/>
              <a:ext cx="14097" cy="14097"/>
            </a:xfrm>
            <a:custGeom>
              <a:avLst/>
              <a:gdLst>
                <a:gd name="connsiteX0" fmla="*/ 14097 w 14097"/>
                <a:gd name="connsiteY0" fmla="*/ 7049 h 14097"/>
                <a:gd name="connsiteX1" fmla="*/ 7049 w 14097"/>
                <a:gd name="connsiteY1" fmla="*/ 14097 h 14097"/>
                <a:gd name="connsiteX2" fmla="*/ 0 w 14097"/>
                <a:gd name="connsiteY2" fmla="*/ 7049 h 14097"/>
                <a:gd name="connsiteX3" fmla="*/ 7049 w 14097"/>
                <a:gd name="connsiteY3" fmla="*/ 0 h 14097"/>
                <a:gd name="connsiteX4" fmla="*/ 14097 w 14097"/>
                <a:gd name="connsiteY4" fmla="*/ 7049 h 14097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14097" h="14097">
                  <a:moveTo>
                    <a:pt x="14097" y="7049"/>
                  </a:moveTo>
                  <a:cubicBezTo>
                    <a:pt x="14097" y="10941"/>
                    <a:pt x="10941" y="14097"/>
                    <a:pt x="7049" y="14097"/>
                  </a:cubicBezTo>
                  <a:cubicBezTo>
                    <a:pt x="3156" y="14097"/>
                    <a:pt x="0" y="10941"/>
                    <a:pt x="0" y="7049"/>
                  </a:cubicBezTo>
                  <a:cubicBezTo>
                    <a:pt x="0" y="3156"/>
                    <a:pt x="3156" y="0"/>
                    <a:pt x="7049" y="0"/>
                  </a:cubicBezTo>
                  <a:cubicBezTo>
                    <a:pt x="10941" y="0"/>
                    <a:pt x="14097" y="3156"/>
                    <a:pt x="14097" y="7049"/>
                  </a:cubicBezTo>
                  <a:close/>
                </a:path>
              </a:pathLst>
            </a:custGeom>
            <a:grpFill/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385" name="Freeform: Shape 40">
              <a:extLst>
                <a:ext uri="{FF2B5EF4-FFF2-40B4-BE49-F238E27FC236}">
                  <a16:creationId xmlns:a16="http://schemas.microsoft.com/office/drawing/2014/main" id="{AAA4027A-C97B-4C9A-B04C-EBE2112200AB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6089224" y="3185434"/>
              <a:ext cx="14096" cy="14096"/>
            </a:xfrm>
            <a:custGeom>
              <a:avLst/>
              <a:gdLst>
                <a:gd name="connsiteX0" fmla="*/ 14097 w 14096"/>
                <a:gd name="connsiteY0" fmla="*/ 7048 h 14096"/>
                <a:gd name="connsiteX1" fmla="*/ 7048 w 14096"/>
                <a:gd name="connsiteY1" fmla="*/ 14097 h 14096"/>
                <a:gd name="connsiteX2" fmla="*/ 0 w 14096"/>
                <a:gd name="connsiteY2" fmla="*/ 7048 h 14096"/>
                <a:gd name="connsiteX3" fmla="*/ 7048 w 14096"/>
                <a:gd name="connsiteY3" fmla="*/ 0 h 14096"/>
                <a:gd name="connsiteX4" fmla="*/ 14097 w 14096"/>
                <a:gd name="connsiteY4" fmla="*/ 7048 h 1409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14096" h="14096">
                  <a:moveTo>
                    <a:pt x="14097" y="7048"/>
                  </a:moveTo>
                  <a:cubicBezTo>
                    <a:pt x="14097" y="10954"/>
                    <a:pt x="10954" y="14097"/>
                    <a:pt x="7048" y="14097"/>
                  </a:cubicBezTo>
                  <a:cubicBezTo>
                    <a:pt x="3143" y="14097"/>
                    <a:pt x="0" y="10954"/>
                    <a:pt x="0" y="7048"/>
                  </a:cubicBezTo>
                  <a:cubicBezTo>
                    <a:pt x="0" y="3143"/>
                    <a:pt x="3143" y="0"/>
                    <a:pt x="7048" y="0"/>
                  </a:cubicBezTo>
                  <a:cubicBezTo>
                    <a:pt x="10954" y="0"/>
                    <a:pt x="14097" y="3143"/>
                    <a:pt x="14097" y="7048"/>
                  </a:cubicBezTo>
                  <a:close/>
                </a:path>
              </a:pathLst>
            </a:custGeom>
            <a:grpFill/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386" name="Freeform: Shape 41">
              <a:extLst>
                <a:ext uri="{FF2B5EF4-FFF2-40B4-BE49-F238E27FC236}">
                  <a16:creationId xmlns:a16="http://schemas.microsoft.com/office/drawing/2014/main" id="{C06DA92D-C6D0-4C7D-98CF-D9576912EBD6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5734038" y="3244679"/>
              <a:ext cx="14192" cy="14096"/>
            </a:xfrm>
            <a:custGeom>
              <a:avLst/>
              <a:gdLst>
                <a:gd name="connsiteX0" fmla="*/ 14192 w 14192"/>
                <a:gd name="connsiteY0" fmla="*/ 7048 h 14096"/>
                <a:gd name="connsiteX1" fmla="*/ 7144 w 14192"/>
                <a:gd name="connsiteY1" fmla="*/ 14097 h 14096"/>
                <a:gd name="connsiteX2" fmla="*/ 0 w 14192"/>
                <a:gd name="connsiteY2" fmla="*/ 7048 h 14096"/>
                <a:gd name="connsiteX3" fmla="*/ 7049 w 14192"/>
                <a:gd name="connsiteY3" fmla="*/ 0 h 14096"/>
                <a:gd name="connsiteX4" fmla="*/ 14192 w 14192"/>
                <a:gd name="connsiteY4" fmla="*/ 7048 h 1409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14192" h="14096">
                  <a:moveTo>
                    <a:pt x="14192" y="7048"/>
                  </a:moveTo>
                  <a:cubicBezTo>
                    <a:pt x="14192" y="10954"/>
                    <a:pt x="11049" y="14097"/>
                    <a:pt x="7144" y="14097"/>
                  </a:cubicBezTo>
                  <a:cubicBezTo>
                    <a:pt x="3239" y="14097"/>
                    <a:pt x="0" y="10954"/>
                    <a:pt x="0" y="7048"/>
                  </a:cubicBezTo>
                  <a:cubicBezTo>
                    <a:pt x="0" y="3143"/>
                    <a:pt x="3143" y="0"/>
                    <a:pt x="7049" y="0"/>
                  </a:cubicBezTo>
                  <a:cubicBezTo>
                    <a:pt x="10954" y="0"/>
                    <a:pt x="14192" y="3143"/>
                    <a:pt x="14192" y="7048"/>
                  </a:cubicBezTo>
                  <a:close/>
                </a:path>
              </a:pathLst>
            </a:custGeom>
            <a:grpFill/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387" name="Freeform: Shape 42">
              <a:extLst>
                <a:ext uri="{FF2B5EF4-FFF2-40B4-BE49-F238E27FC236}">
                  <a16:creationId xmlns:a16="http://schemas.microsoft.com/office/drawing/2014/main" id="{D6601653-3941-4C9B-BD39-62EECE23AE6A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5793283" y="3244677"/>
              <a:ext cx="14097" cy="14099"/>
            </a:xfrm>
            <a:custGeom>
              <a:avLst/>
              <a:gdLst>
                <a:gd name="connsiteX0" fmla="*/ 14097 w 14097"/>
                <a:gd name="connsiteY0" fmla="*/ 7051 h 14099"/>
                <a:gd name="connsiteX1" fmla="*/ 7049 w 14097"/>
                <a:gd name="connsiteY1" fmla="*/ 14099 h 14099"/>
                <a:gd name="connsiteX2" fmla="*/ 0 w 14097"/>
                <a:gd name="connsiteY2" fmla="*/ 7051 h 14099"/>
                <a:gd name="connsiteX3" fmla="*/ 7049 w 14097"/>
                <a:gd name="connsiteY3" fmla="*/ 2 h 14099"/>
                <a:gd name="connsiteX4" fmla="*/ 14097 w 14097"/>
                <a:gd name="connsiteY4" fmla="*/ 7051 h 14099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14097" h="14099">
                  <a:moveTo>
                    <a:pt x="14097" y="7051"/>
                  </a:moveTo>
                  <a:cubicBezTo>
                    <a:pt x="14097" y="10956"/>
                    <a:pt x="10954" y="14099"/>
                    <a:pt x="7049" y="14099"/>
                  </a:cubicBezTo>
                  <a:cubicBezTo>
                    <a:pt x="3143" y="14099"/>
                    <a:pt x="0" y="10956"/>
                    <a:pt x="0" y="7051"/>
                  </a:cubicBezTo>
                  <a:cubicBezTo>
                    <a:pt x="0" y="3145"/>
                    <a:pt x="3143" y="2"/>
                    <a:pt x="7049" y="2"/>
                  </a:cubicBezTo>
                  <a:cubicBezTo>
                    <a:pt x="10954" y="-93"/>
                    <a:pt x="14097" y="3145"/>
                    <a:pt x="14097" y="7051"/>
                  </a:cubicBezTo>
                  <a:close/>
                </a:path>
              </a:pathLst>
            </a:custGeom>
            <a:grpFill/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388" name="Freeform: Shape 43">
              <a:extLst>
                <a:ext uri="{FF2B5EF4-FFF2-40B4-BE49-F238E27FC236}">
                  <a16:creationId xmlns:a16="http://schemas.microsoft.com/office/drawing/2014/main" id="{2BC4A394-4FFE-4BFE-9A59-2B624E07111A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5852433" y="3244677"/>
              <a:ext cx="14096" cy="14099"/>
            </a:xfrm>
            <a:custGeom>
              <a:avLst/>
              <a:gdLst>
                <a:gd name="connsiteX0" fmla="*/ 14097 w 14096"/>
                <a:gd name="connsiteY0" fmla="*/ 7051 h 14099"/>
                <a:gd name="connsiteX1" fmla="*/ 7048 w 14096"/>
                <a:gd name="connsiteY1" fmla="*/ 14099 h 14099"/>
                <a:gd name="connsiteX2" fmla="*/ 0 w 14096"/>
                <a:gd name="connsiteY2" fmla="*/ 7051 h 14099"/>
                <a:gd name="connsiteX3" fmla="*/ 7048 w 14096"/>
                <a:gd name="connsiteY3" fmla="*/ 2 h 14099"/>
                <a:gd name="connsiteX4" fmla="*/ 14097 w 14096"/>
                <a:gd name="connsiteY4" fmla="*/ 7051 h 14099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14096" h="14099">
                  <a:moveTo>
                    <a:pt x="14097" y="7051"/>
                  </a:moveTo>
                  <a:cubicBezTo>
                    <a:pt x="14097" y="10956"/>
                    <a:pt x="10954" y="14099"/>
                    <a:pt x="7048" y="14099"/>
                  </a:cubicBezTo>
                  <a:cubicBezTo>
                    <a:pt x="3143" y="14099"/>
                    <a:pt x="0" y="10956"/>
                    <a:pt x="0" y="7051"/>
                  </a:cubicBezTo>
                  <a:cubicBezTo>
                    <a:pt x="0" y="3145"/>
                    <a:pt x="3143" y="2"/>
                    <a:pt x="7048" y="2"/>
                  </a:cubicBezTo>
                  <a:cubicBezTo>
                    <a:pt x="10954" y="-93"/>
                    <a:pt x="14097" y="3145"/>
                    <a:pt x="14097" y="7051"/>
                  </a:cubicBezTo>
                  <a:close/>
                </a:path>
              </a:pathLst>
            </a:custGeom>
            <a:grpFill/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389" name="Freeform: Shape 44">
              <a:extLst>
                <a:ext uri="{FF2B5EF4-FFF2-40B4-BE49-F238E27FC236}">
                  <a16:creationId xmlns:a16="http://schemas.microsoft.com/office/drawing/2014/main" id="{EB4EABA5-FDCF-4F6F-8FF1-6FDFF505809A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5911678" y="3244677"/>
              <a:ext cx="14096" cy="14099"/>
            </a:xfrm>
            <a:custGeom>
              <a:avLst/>
              <a:gdLst>
                <a:gd name="connsiteX0" fmla="*/ 14097 w 14096"/>
                <a:gd name="connsiteY0" fmla="*/ 7051 h 14099"/>
                <a:gd name="connsiteX1" fmla="*/ 7048 w 14096"/>
                <a:gd name="connsiteY1" fmla="*/ 14099 h 14099"/>
                <a:gd name="connsiteX2" fmla="*/ 0 w 14096"/>
                <a:gd name="connsiteY2" fmla="*/ 7051 h 14099"/>
                <a:gd name="connsiteX3" fmla="*/ 7048 w 14096"/>
                <a:gd name="connsiteY3" fmla="*/ 2 h 14099"/>
                <a:gd name="connsiteX4" fmla="*/ 14097 w 14096"/>
                <a:gd name="connsiteY4" fmla="*/ 7051 h 14099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14096" h="14099">
                  <a:moveTo>
                    <a:pt x="14097" y="7051"/>
                  </a:moveTo>
                  <a:cubicBezTo>
                    <a:pt x="14097" y="10956"/>
                    <a:pt x="10954" y="14099"/>
                    <a:pt x="7048" y="14099"/>
                  </a:cubicBezTo>
                  <a:cubicBezTo>
                    <a:pt x="3143" y="14099"/>
                    <a:pt x="0" y="10956"/>
                    <a:pt x="0" y="7051"/>
                  </a:cubicBezTo>
                  <a:cubicBezTo>
                    <a:pt x="0" y="3145"/>
                    <a:pt x="3143" y="2"/>
                    <a:pt x="7048" y="2"/>
                  </a:cubicBezTo>
                  <a:cubicBezTo>
                    <a:pt x="10954" y="-93"/>
                    <a:pt x="14097" y="3145"/>
                    <a:pt x="14097" y="7051"/>
                  </a:cubicBezTo>
                  <a:close/>
                </a:path>
              </a:pathLst>
            </a:custGeom>
            <a:grpFill/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390" name="Freeform: Shape 45">
              <a:extLst>
                <a:ext uri="{FF2B5EF4-FFF2-40B4-BE49-F238E27FC236}">
                  <a16:creationId xmlns:a16="http://schemas.microsoft.com/office/drawing/2014/main" id="{10F3C940-2320-488A-B24C-AB0A4FB539B1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5970828" y="3244677"/>
              <a:ext cx="14096" cy="14099"/>
            </a:xfrm>
            <a:custGeom>
              <a:avLst/>
              <a:gdLst>
                <a:gd name="connsiteX0" fmla="*/ 14097 w 14096"/>
                <a:gd name="connsiteY0" fmla="*/ 7051 h 14099"/>
                <a:gd name="connsiteX1" fmla="*/ 7048 w 14096"/>
                <a:gd name="connsiteY1" fmla="*/ 14099 h 14099"/>
                <a:gd name="connsiteX2" fmla="*/ 0 w 14096"/>
                <a:gd name="connsiteY2" fmla="*/ 7051 h 14099"/>
                <a:gd name="connsiteX3" fmla="*/ 7048 w 14096"/>
                <a:gd name="connsiteY3" fmla="*/ 2 h 14099"/>
                <a:gd name="connsiteX4" fmla="*/ 14097 w 14096"/>
                <a:gd name="connsiteY4" fmla="*/ 7051 h 14099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14096" h="14099">
                  <a:moveTo>
                    <a:pt x="14097" y="7051"/>
                  </a:moveTo>
                  <a:cubicBezTo>
                    <a:pt x="14097" y="10956"/>
                    <a:pt x="10954" y="14099"/>
                    <a:pt x="7048" y="14099"/>
                  </a:cubicBezTo>
                  <a:cubicBezTo>
                    <a:pt x="3143" y="14099"/>
                    <a:pt x="0" y="10956"/>
                    <a:pt x="0" y="7051"/>
                  </a:cubicBezTo>
                  <a:cubicBezTo>
                    <a:pt x="0" y="3145"/>
                    <a:pt x="3143" y="2"/>
                    <a:pt x="7048" y="2"/>
                  </a:cubicBezTo>
                  <a:cubicBezTo>
                    <a:pt x="10954" y="-93"/>
                    <a:pt x="14097" y="3145"/>
                    <a:pt x="14097" y="7051"/>
                  </a:cubicBezTo>
                  <a:close/>
                </a:path>
              </a:pathLst>
            </a:custGeom>
            <a:grpFill/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391" name="Freeform: Shape 46">
              <a:extLst>
                <a:ext uri="{FF2B5EF4-FFF2-40B4-BE49-F238E27FC236}">
                  <a16:creationId xmlns:a16="http://schemas.microsoft.com/office/drawing/2014/main" id="{F525BA82-37D8-47ED-AFF6-AE57124A4E7F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6030073" y="3244679"/>
              <a:ext cx="14097" cy="14096"/>
            </a:xfrm>
            <a:custGeom>
              <a:avLst/>
              <a:gdLst>
                <a:gd name="connsiteX0" fmla="*/ 14097 w 14097"/>
                <a:gd name="connsiteY0" fmla="*/ 7048 h 14096"/>
                <a:gd name="connsiteX1" fmla="*/ 7048 w 14097"/>
                <a:gd name="connsiteY1" fmla="*/ 14097 h 14096"/>
                <a:gd name="connsiteX2" fmla="*/ 0 w 14097"/>
                <a:gd name="connsiteY2" fmla="*/ 7048 h 14096"/>
                <a:gd name="connsiteX3" fmla="*/ 7048 w 14097"/>
                <a:gd name="connsiteY3" fmla="*/ 0 h 14096"/>
                <a:gd name="connsiteX4" fmla="*/ 14097 w 14097"/>
                <a:gd name="connsiteY4" fmla="*/ 7048 h 1409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14097" h="14096">
                  <a:moveTo>
                    <a:pt x="14097" y="7048"/>
                  </a:moveTo>
                  <a:cubicBezTo>
                    <a:pt x="14097" y="10954"/>
                    <a:pt x="10954" y="14097"/>
                    <a:pt x="7048" y="14097"/>
                  </a:cubicBezTo>
                  <a:cubicBezTo>
                    <a:pt x="3143" y="14097"/>
                    <a:pt x="0" y="10954"/>
                    <a:pt x="0" y="7048"/>
                  </a:cubicBezTo>
                  <a:cubicBezTo>
                    <a:pt x="0" y="3143"/>
                    <a:pt x="3143" y="0"/>
                    <a:pt x="7048" y="0"/>
                  </a:cubicBezTo>
                  <a:cubicBezTo>
                    <a:pt x="10954" y="0"/>
                    <a:pt x="14097" y="3143"/>
                    <a:pt x="14097" y="7048"/>
                  </a:cubicBezTo>
                  <a:close/>
                </a:path>
              </a:pathLst>
            </a:custGeom>
            <a:grpFill/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392" name="Freeform: Shape 47">
              <a:extLst>
                <a:ext uri="{FF2B5EF4-FFF2-40B4-BE49-F238E27FC236}">
                  <a16:creationId xmlns:a16="http://schemas.microsoft.com/office/drawing/2014/main" id="{C2D78955-C80F-4DA3-83AA-D28A5A6FADA4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6089224" y="3244677"/>
              <a:ext cx="14096" cy="14099"/>
            </a:xfrm>
            <a:custGeom>
              <a:avLst/>
              <a:gdLst>
                <a:gd name="connsiteX0" fmla="*/ 14097 w 14096"/>
                <a:gd name="connsiteY0" fmla="*/ 7051 h 14099"/>
                <a:gd name="connsiteX1" fmla="*/ 7048 w 14096"/>
                <a:gd name="connsiteY1" fmla="*/ 14099 h 14099"/>
                <a:gd name="connsiteX2" fmla="*/ 0 w 14096"/>
                <a:gd name="connsiteY2" fmla="*/ 7051 h 14099"/>
                <a:gd name="connsiteX3" fmla="*/ 7048 w 14096"/>
                <a:gd name="connsiteY3" fmla="*/ 2 h 14099"/>
                <a:gd name="connsiteX4" fmla="*/ 14097 w 14096"/>
                <a:gd name="connsiteY4" fmla="*/ 7051 h 14099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14096" h="14099">
                  <a:moveTo>
                    <a:pt x="14097" y="7051"/>
                  </a:moveTo>
                  <a:cubicBezTo>
                    <a:pt x="14097" y="10956"/>
                    <a:pt x="10954" y="14099"/>
                    <a:pt x="7048" y="14099"/>
                  </a:cubicBezTo>
                  <a:cubicBezTo>
                    <a:pt x="3143" y="14099"/>
                    <a:pt x="0" y="10956"/>
                    <a:pt x="0" y="7051"/>
                  </a:cubicBezTo>
                  <a:cubicBezTo>
                    <a:pt x="0" y="3145"/>
                    <a:pt x="3143" y="2"/>
                    <a:pt x="7048" y="2"/>
                  </a:cubicBezTo>
                  <a:cubicBezTo>
                    <a:pt x="10954" y="-93"/>
                    <a:pt x="14097" y="3145"/>
                    <a:pt x="14097" y="7051"/>
                  </a:cubicBezTo>
                  <a:close/>
                </a:path>
              </a:pathLst>
            </a:custGeom>
            <a:grpFill/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393" name="Freeform: Shape 48">
              <a:extLst>
                <a:ext uri="{FF2B5EF4-FFF2-40B4-BE49-F238E27FC236}">
                  <a16:creationId xmlns:a16="http://schemas.microsoft.com/office/drawing/2014/main" id="{BC23DAAC-7C06-4012-8CBB-8E3126B68B58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5734038" y="3303829"/>
              <a:ext cx="14192" cy="14096"/>
            </a:xfrm>
            <a:custGeom>
              <a:avLst/>
              <a:gdLst>
                <a:gd name="connsiteX0" fmla="*/ 14192 w 14192"/>
                <a:gd name="connsiteY0" fmla="*/ 7048 h 14096"/>
                <a:gd name="connsiteX1" fmla="*/ 7144 w 14192"/>
                <a:gd name="connsiteY1" fmla="*/ 14097 h 14096"/>
                <a:gd name="connsiteX2" fmla="*/ 0 w 14192"/>
                <a:gd name="connsiteY2" fmla="*/ 7048 h 14096"/>
                <a:gd name="connsiteX3" fmla="*/ 7049 w 14192"/>
                <a:gd name="connsiteY3" fmla="*/ 0 h 14096"/>
                <a:gd name="connsiteX4" fmla="*/ 14192 w 14192"/>
                <a:gd name="connsiteY4" fmla="*/ 7048 h 1409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14192" h="14096">
                  <a:moveTo>
                    <a:pt x="14192" y="7048"/>
                  </a:moveTo>
                  <a:cubicBezTo>
                    <a:pt x="14192" y="10954"/>
                    <a:pt x="11049" y="14097"/>
                    <a:pt x="7144" y="14097"/>
                  </a:cubicBezTo>
                  <a:cubicBezTo>
                    <a:pt x="3239" y="14097"/>
                    <a:pt x="0" y="10954"/>
                    <a:pt x="0" y="7048"/>
                  </a:cubicBezTo>
                  <a:cubicBezTo>
                    <a:pt x="0" y="3143"/>
                    <a:pt x="3143" y="0"/>
                    <a:pt x="7049" y="0"/>
                  </a:cubicBezTo>
                  <a:cubicBezTo>
                    <a:pt x="10954" y="0"/>
                    <a:pt x="14192" y="3143"/>
                    <a:pt x="14192" y="7048"/>
                  </a:cubicBezTo>
                  <a:close/>
                </a:path>
              </a:pathLst>
            </a:custGeom>
            <a:grpFill/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394" name="Freeform: Shape 49">
              <a:extLst>
                <a:ext uri="{FF2B5EF4-FFF2-40B4-BE49-F238E27FC236}">
                  <a16:creationId xmlns:a16="http://schemas.microsoft.com/office/drawing/2014/main" id="{60D19F80-DC80-49EC-8EDD-7889092C181C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5793283" y="3303829"/>
              <a:ext cx="14097" cy="14096"/>
            </a:xfrm>
            <a:custGeom>
              <a:avLst/>
              <a:gdLst>
                <a:gd name="connsiteX0" fmla="*/ 14097 w 14097"/>
                <a:gd name="connsiteY0" fmla="*/ 7048 h 14096"/>
                <a:gd name="connsiteX1" fmla="*/ 7049 w 14097"/>
                <a:gd name="connsiteY1" fmla="*/ 14097 h 14096"/>
                <a:gd name="connsiteX2" fmla="*/ 0 w 14097"/>
                <a:gd name="connsiteY2" fmla="*/ 7048 h 14096"/>
                <a:gd name="connsiteX3" fmla="*/ 7049 w 14097"/>
                <a:gd name="connsiteY3" fmla="*/ 0 h 14096"/>
                <a:gd name="connsiteX4" fmla="*/ 14097 w 14097"/>
                <a:gd name="connsiteY4" fmla="*/ 7048 h 1409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14097" h="14096">
                  <a:moveTo>
                    <a:pt x="14097" y="7048"/>
                  </a:moveTo>
                  <a:cubicBezTo>
                    <a:pt x="14097" y="10954"/>
                    <a:pt x="10954" y="14097"/>
                    <a:pt x="7049" y="14097"/>
                  </a:cubicBezTo>
                  <a:cubicBezTo>
                    <a:pt x="3143" y="14097"/>
                    <a:pt x="0" y="10954"/>
                    <a:pt x="0" y="7048"/>
                  </a:cubicBezTo>
                  <a:cubicBezTo>
                    <a:pt x="0" y="3143"/>
                    <a:pt x="3143" y="0"/>
                    <a:pt x="7049" y="0"/>
                  </a:cubicBezTo>
                  <a:cubicBezTo>
                    <a:pt x="10954" y="0"/>
                    <a:pt x="14097" y="3143"/>
                    <a:pt x="14097" y="7048"/>
                  </a:cubicBezTo>
                  <a:close/>
                </a:path>
              </a:pathLst>
            </a:custGeom>
            <a:grpFill/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395" name="Freeform: Shape 50">
              <a:extLst>
                <a:ext uri="{FF2B5EF4-FFF2-40B4-BE49-F238E27FC236}">
                  <a16:creationId xmlns:a16="http://schemas.microsoft.com/office/drawing/2014/main" id="{11F50BB3-EA39-4693-BAE1-1101EF0A410E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5852433" y="3303829"/>
              <a:ext cx="14096" cy="14096"/>
            </a:xfrm>
            <a:custGeom>
              <a:avLst/>
              <a:gdLst>
                <a:gd name="connsiteX0" fmla="*/ 14097 w 14096"/>
                <a:gd name="connsiteY0" fmla="*/ 7048 h 14096"/>
                <a:gd name="connsiteX1" fmla="*/ 7048 w 14096"/>
                <a:gd name="connsiteY1" fmla="*/ 14097 h 14096"/>
                <a:gd name="connsiteX2" fmla="*/ 0 w 14096"/>
                <a:gd name="connsiteY2" fmla="*/ 7048 h 14096"/>
                <a:gd name="connsiteX3" fmla="*/ 7048 w 14096"/>
                <a:gd name="connsiteY3" fmla="*/ 0 h 14096"/>
                <a:gd name="connsiteX4" fmla="*/ 14097 w 14096"/>
                <a:gd name="connsiteY4" fmla="*/ 7048 h 1409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14096" h="14096">
                  <a:moveTo>
                    <a:pt x="14097" y="7048"/>
                  </a:moveTo>
                  <a:cubicBezTo>
                    <a:pt x="14097" y="10954"/>
                    <a:pt x="10954" y="14097"/>
                    <a:pt x="7048" y="14097"/>
                  </a:cubicBezTo>
                  <a:cubicBezTo>
                    <a:pt x="3143" y="14097"/>
                    <a:pt x="0" y="10954"/>
                    <a:pt x="0" y="7048"/>
                  </a:cubicBezTo>
                  <a:cubicBezTo>
                    <a:pt x="0" y="3143"/>
                    <a:pt x="3143" y="0"/>
                    <a:pt x="7048" y="0"/>
                  </a:cubicBezTo>
                  <a:cubicBezTo>
                    <a:pt x="10954" y="0"/>
                    <a:pt x="14097" y="3143"/>
                    <a:pt x="14097" y="7048"/>
                  </a:cubicBezTo>
                  <a:close/>
                </a:path>
              </a:pathLst>
            </a:custGeom>
            <a:grpFill/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396" name="Freeform: Shape 51">
              <a:extLst>
                <a:ext uri="{FF2B5EF4-FFF2-40B4-BE49-F238E27FC236}">
                  <a16:creationId xmlns:a16="http://schemas.microsoft.com/office/drawing/2014/main" id="{00EFD45B-69A8-47F6-A5BF-779F7EB49F7A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5911678" y="3303829"/>
              <a:ext cx="14096" cy="14096"/>
            </a:xfrm>
            <a:custGeom>
              <a:avLst/>
              <a:gdLst>
                <a:gd name="connsiteX0" fmla="*/ 14097 w 14096"/>
                <a:gd name="connsiteY0" fmla="*/ 7048 h 14096"/>
                <a:gd name="connsiteX1" fmla="*/ 7048 w 14096"/>
                <a:gd name="connsiteY1" fmla="*/ 14097 h 14096"/>
                <a:gd name="connsiteX2" fmla="*/ 0 w 14096"/>
                <a:gd name="connsiteY2" fmla="*/ 7048 h 14096"/>
                <a:gd name="connsiteX3" fmla="*/ 7048 w 14096"/>
                <a:gd name="connsiteY3" fmla="*/ 0 h 14096"/>
                <a:gd name="connsiteX4" fmla="*/ 14097 w 14096"/>
                <a:gd name="connsiteY4" fmla="*/ 7048 h 1409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14096" h="14096">
                  <a:moveTo>
                    <a:pt x="14097" y="7048"/>
                  </a:moveTo>
                  <a:cubicBezTo>
                    <a:pt x="14097" y="10954"/>
                    <a:pt x="10954" y="14097"/>
                    <a:pt x="7048" y="14097"/>
                  </a:cubicBezTo>
                  <a:cubicBezTo>
                    <a:pt x="3143" y="14097"/>
                    <a:pt x="0" y="10954"/>
                    <a:pt x="0" y="7048"/>
                  </a:cubicBezTo>
                  <a:cubicBezTo>
                    <a:pt x="0" y="3143"/>
                    <a:pt x="3143" y="0"/>
                    <a:pt x="7048" y="0"/>
                  </a:cubicBezTo>
                  <a:cubicBezTo>
                    <a:pt x="10954" y="0"/>
                    <a:pt x="14097" y="3143"/>
                    <a:pt x="14097" y="7048"/>
                  </a:cubicBezTo>
                  <a:close/>
                </a:path>
              </a:pathLst>
            </a:custGeom>
            <a:grpFill/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397" name="Freeform: Shape 52">
              <a:extLst>
                <a:ext uri="{FF2B5EF4-FFF2-40B4-BE49-F238E27FC236}">
                  <a16:creationId xmlns:a16="http://schemas.microsoft.com/office/drawing/2014/main" id="{9E53C464-7272-4EBC-830B-CB29A969886D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5970828" y="3303829"/>
              <a:ext cx="14096" cy="14096"/>
            </a:xfrm>
            <a:custGeom>
              <a:avLst/>
              <a:gdLst>
                <a:gd name="connsiteX0" fmla="*/ 14097 w 14096"/>
                <a:gd name="connsiteY0" fmla="*/ 7048 h 14096"/>
                <a:gd name="connsiteX1" fmla="*/ 7048 w 14096"/>
                <a:gd name="connsiteY1" fmla="*/ 14097 h 14096"/>
                <a:gd name="connsiteX2" fmla="*/ 0 w 14096"/>
                <a:gd name="connsiteY2" fmla="*/ 7048 h 14096"/>
                <a:gd name="connsiteX3" fmla="*/ 7048 w 14096"/>
                <a:gd name="connsiteY3" fmla="*/ 0 h 14096"/>
                <a:gd name="connsiteX4" fmla="*/ 14097 w 14096"/>
                <a:gd name="connsiteY4" fmla="*/ 7048 h 1409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14096" h="14096">
                  <a:moveTo>
                    <a:pt x="14097" y="7048"/>
                  </a:moveTo>
                  <a:cubicBezTo>
                    <a:pt x="14097" y="10954"/>
                    <a:pt x="10954" y="14097"/>
                    <a:pt x="7048" y="14097"/>
                  </a:cubicBezTo>
                  <a:cubicBezTo>
                    <a:pt x="3143" y="14097"/>
                    <a:pt x="0" y="10954"/>
                    <a:pt x="0" y="7048"/>
                  </a:cubicBezTo>
                  <a:cubicBezTo>
                    <a:pt x="0" y="3143"/>
                    <a:pt x="3143" y="0"/>
                    <a:pt x="7048" y="0"/>
                  </a:cubicBezTo>
                  <a:cubicBezTo>
                    <a:pt x="10954" y="0"/>
                    <a:pt x="14097" y="3143"/>
                    <a:pt x="14097" y="7048"/>
                  </a:cubicBezTo>
                  <a:close/>
                </a:path>
              </a:pathLst>
            </a:custGeom>
            <a:grpFill/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398" name="Freeform: Shape 53">
              <a:extLst>
                <a:ext uri="{FF2B5EF4-FFF2-40B4-BE49-F238E27FC236}">
                  <a16:creationId xmlns:a16="http://schemas.microsoft.com/office/drawing/2014/main" id="{B6BF10CE-C2AD-487A-9402-8D5C746ECF06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6030073" y="3303829"/>
              <a:ext cx="14097" cy="14096"/>
            </a:xfrm>
            <a:custGeom>
              <a:avLst/>
              <a:gdLst>
                <a:gd name="connsiteX0" fmla="*/ 14097 w 14097"/>
                <a:gd name="connsiteY0" fmla="*/ 7048 h 14096"/>
                <a:gd name="connsiteX1" fmla="*/ 7048 w 14097"/>
                <a:gd name="connsiteY1" fmla="*/ 14097 h 14096"/>
                <a:gd name="connsiteX2" fmla="*/ 0 w 14097"/>
                <a:gd name="connsiteY2" fmla="*/ 7048 h 14096"/>
                <a:gd name="connsiteX3" fmla="*/ 7048 w 14097"/>
                <a:gd name="connsiteY3" fmla="*/ 0 h 14096"/>
                <a:gd name="connsiteX4" fmla="*/ 14097 w 14097"/>
                <a:gd name="connsiteY4" fmla="*/ 7048 h 1409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14097" h="14096">
                  <a:moveTo>
                    <a:pt x="14097" y="7048"/>
                  </a:moveTo>
                  <a:cubicBezTo>
                    <a:pt x="14097" y="10954"/>
                    <a:pt x="10954" y="14097"/>
                    <a:pt x="7048" y="14097"/>
                  </a:cubicBezTo>
                  <a:cubicBezTo>
                    <a:pt x="3143" y="14097"/>
                    <a:pt x="0" y="10954"/>
                    <a:pt x="0" y="7048"/>
                  </a:cubicBezTo>
                  <a:cubicBezTo>
                    <a:pt x="0" y="3143"/>
                    <a:pt x="3143" y="0"/>
                    <a:pt x="7048" y="0"/>
                  </a:cubicBezTo>
                  <a:cubicBezTo>
                    <a:pt x="10954" y="0"/>
                    <a:pt x="14097" y="3143"/>
                    <a:pt x="14097" y="7048"/>
                  </a:cubicBezTo>
                  <a:close/>
                </a:path>
              </a:pathLst>
            </a:custGeom>
            <a:grpFill/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399" name="Freeform: Shape 54">
              <a:extLst>
                <a:ext uri="{FF2B5EF4-FFF2-40B4-BE49-F238E27FC236}">
                  <a16:creationId xmlns:a16="http://schemas.microsoft.com/office/drawing/2014/main" id="{1064C7FE-F8EB-47EF-97FA-348A52059956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6089224" y="3303829"/>
              <a:ext cx="14096" cy="14096"/>
            </a:xfrm>
            <a:custGeom>
              <a:avLst/>
              <a:gdLst>
                <a:gd name="connsiteX0" fmla="*/ 14097 w 14096"/>
                <a:gd name="connsiteY0" fmla="*/ 7048 h 14096"/>
                <a:gd name="connsiteX1" fmla="*/ 7048 w 14096"/>
                <a:gd name="connsiteY1" fmla="*/ 14097 h 14096"/>
                <a:gd name="connsiteX2" fmla="*/ 0 w 14096"/>
                <a:gd name="connsiteY2" fmla="*/ 7048 h 14096"/>
                <a:gd name="connsiteX3" fmla="*/ 7048 w 14096"/>
                <a:gd name="connsiteY3" fmla="*/ 0 h 14096"/>
                <a:gd name="connsiteX4" fmla="*/ 14097 w 14096"/>
                <a:gd name="connsiteY4" fmla="*/ 7048 h 1409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14096" h="14096">
                  <a:moveTo>
                    <a:pt x="14097" y="7048"/>
                  </a:moveTo>
                  <a:cubicBezTo>
                    <a:pt x="14097" y="10954"/>
                    <a:pt x="10954" y="14097"/>
                    <a:pt x="7048" y="14097"/>
                  </a:cubicBezTo>
                  <a:cubicBezTo>
                    <a:pt x="3143" y="14097"/>
                    <a:pt x="0" y="10954"/>
                    <a:pt x="0" y="7048"/>
                  </a:cubicBezTo>
                  <a:cubicBezTo>
                    <a:pt x="0" y="3143"/>
                    <a:pt x="3143" y="0"/>
                    <a:pt x="7048" y="0"/>
                  </a:cubicBezTo>
                  <a:cubicBezTo>
                    <a:pt x="10954" y="0"/>
                    <a:pt x="14097" y="3143"/>
                    <a:pt x="14097" y="7048"/>
                  </a:cubicBezTo>
                  <a:close/>
                </a:path>
              </a:pathLst>
            </a:custGeom>
            <a:grpFill/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400" name="Freeform: Shape 55">
              <a:extLst>
                <a:ext uri="{FF2B5EF4-FFF2-40B4-BE49-F238E27FC236}">
                  <a16:creationId xmlns:a16="http://schemas.microsoft.com/office/drawing/2014/main" id="{A991C553-06A1-4F26-BBBC-80F7E11E7A36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5734038" y="3363074"/>
              <a:ext cx="14192" cy="14097"/>
            </a:xfrm>
            <a:custGeom>
              <a:avLst/>
              <a:gdLst>
                <a:gd name="connsiteX0" fmla="*/ 14192 w 14192"/>
                <a:gd name="connsiteY0" fmla="*/ 7048 h 14097"/>
                <a:gd name="connsiteX1" fmla="*/ 7144 w 14192"/>
                <a:gd name="connsiteY1" fmla="*/ 14097 h 14097"/>
                <a:gd name="connsiteX2" fmla="*/ 0 w 14192"/>
                <a:gd name="connsiteY2" fmla="*/ 7048 h 14097"/>
                <a:gd name="connsiteX3" fmla="*/ 7049 w 14192"/>
                <a:gd name="connsiteY3" fmla="*/ 0 h 14097"/>
                <a:gd name="connsiteX4" fmla="*/ 14192 w 14192"/>
                <a:gd name="connsiteY4" fmla="*/ 7048 h 14097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14192" h="14097">
                  <a:moveTo>
                    <a:pt x="14192" y="7048"/>
                  </a:moveTo>
                  <a:cubicBezTo>
                    <a:pt x="14192" y="10954"/>
                    <a:pt x="11049" y="14097"/>
                    <a:pt x="7144" y="14097"/>
                  </a:cubicBezTo>
                  <a:cubicBezTo>
                    <a:pt x="3239" y="14097"/>
                    <a:pt x="0" y="10954"/>
                    <a:pt x="0" y="7048"/>
                  </a:cubicBezTo>
                  <a:cubicBezTo>
                    <a:pt x="0" y="3143"/>
                    <a:pt x="3143" y="0"/>
                    <a:pt x="7049" y="0"/>
                  </a:cubicBezTo>
                  <a:cubicBezTo>
                    <a:pt x="10954" y="0"/>
                    <a:pt x="14192" y="3143"/>
                    <a:pt x="14192" y="7048"/>
                  </a:cubicBezTo>
                  <a:close/>
                </a:path>
              </a:pathLst>
            </a:custGeom>
            <a:grpFill/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401" name="Freeform: Shape 56">
              <a:extLst>
                <a:ext uri="{FF2B5EF4-FFF2-40B4-BE49-F238E27FC236}">
                  <a16:creationId xmlns:a16="http://schemas.microsoft.com/office/drawing/2014/main" id="{BCE9C081-2191-4C84-956E-F106BB015C9D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5793283" y="3363072"/>
              <a:ext cx="14097" cy="14099"/>
            </a:xfrm>
            <a:custGeom>
              <a:avLst/>
              <a:gdLst>
                <a:gd name="connsiteX0" fmla="*/ 14097 w 14097"/>
                <a:gd name="connsiteY0" fmla="*/ 7051 h 14099"/>
                <a:gd name="connsiteX1" fmla="*/ 7049 w 14097"/>
                <a:gd name="connsiteY1" fmla="*/ 14099 h 14099"/>
                <a:gd name="connsiteX2" fmla="*/ 0 w 14097"/>
                <a:gd name="connsiteY2" fmla="*/ 7051 h 14099"/>
                <a:gd name="connsiteX3" fmla="*/ 7049 w 14097"/>
                <a:gd name="connsiteY3" fmla="*/ 2 h 14099"/>
                <a:gd name="connsiteX4" fmla="*/ 14097 w 14097"/>
                <a:gd name="connsiteY4" fmla="*/ 7051 h 14099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14097" h="14099">
                  <a:moveTo>
                    <a:pt x="14097" y="7051"/>
                  </a:moveTo>
                  <a:cubicBezTo>
                    <a:pt x="14097" y="10956"/>
                    <a:pt x="10954" y="14099"/>
                    <a:pt x="7049" y="14099"/>
                  </a:cubicBezTo>
                  <a:cubicBezTo>
                    <a:pt x="3143" y="14099"/>
                    <a:pt x="0" y="10956"/>
                    <a:pt x="0" y="7051"/>
                  </a:cubicBezTo>
                  <a:cubicBezTo>
                    <a:pt x="0" y="3145"/>
                    <a:pt x="3143" y="2"/>
                    <a:pt x="7049" y="2"/>
                  </a:cubicBezTo>
                  <a:cubicBezTo>
                    <a:pt x="10954" y="-93"/>
                    <a:pt x="14097" y="3145"/>
                    <a:pt x="14097" y="7051"/>
                  </a:cubicBezTo>
                  <a:close/>
                </a:path>
              </a:pathLst>
            </a:custGeom>
            <a:grpFill/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402" name="Freeform: Shape 57">
              <a:extLst>
                <a:ext uri="{FF2B5EF4-FFF2-40B4-BE49-F238E27FC236}">
                  <a16:creationId xmlns:a16="http://schemas.microsoft.com/office/drawing/2014/main" id="{292F6F03-BC34-40C6-8F17-7A169CD72FE6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5852433" y="3363072"/>
              <a:ext cx="14096" cy="14099"/>
            </a:xfrm>
            <a:custGeom>
              <a:avLst/>
              <a:gdLst>
                <a:gd name="connsiteX0" fmla="*/ 14097 w 14096"/>
                <a:gd name="connsiteY0" fmla="*/ 7051 h 14099"/>
                <a:gd name="connsiteX1" fmla="*/ 7048 w 14096"/>
                <a:gd name="connsiteY1" fmla="*/ 14099 h 14099"/>
                <a:gd name="connsiteX2" fmla="*/ 0 w 14096"/>
                <a:gd name="connsiteY2" fmla="*/ 7051 h 14099"/>
                <a:gd name="connsiteX3" fmla="*/ 7048 w 14096"/>
                <a:gd name="connsiteY3" fmla="*/ 2 h 14099"/>
                <a:gd name="connsiteX4" fmla="*/ 14097 w 14096"/>
                <a:gd name="connsiteY4" fmla="*/ 7051 h 14099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14096" h="14099">
                  <a:moveTo>
                    <a:pt x="14097" y="7051"/>
                  </a:moveTo>
                  <a:cubicBezTo>
                    <a:pt x="14097" y="10956"/>
                    <a:pt x="10954" y="14099"/>
                    <a:pt x="7048" y="14099"/>
                  </a:cubicBezTo>
                  <a:cubicBezTo>
                    <a:pt x="3143" y="14099"/>
                    <a:pt x="0" y="10956"/>
                    <a:pt x="0" y="7051"/>
                  </a:cubicBezTo>
                  <a:cubicBezTo>
                    <a:pt x="0" y="3145"/>
                    <a:pt x="3143" y="2"/>
                    <a:pt x="7048" y="2"/>
                  </a:cubicBezTo>
                  <a:cubicBezTo>
                    <a:pt x="10954" y="-93"/>
                    <a:pt x="14097" y="3145"/>
                    <a:pt x="14097" y="7051"/>
                  </a:cubicBezTo>
                  <a:close/>
                </a:path>
              </a:pathLst>
            </a:custGeom>
            <a:grpFill/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403" name="Freeform: Shape 58">
              <a:extLst>
                <a:ext uri="{FF2B5EF4-FFF2-40B4-BE49-F238E27FC236}">
                  <a16:creationId xmlns:a16="http://schemas.microsoft.com/office/drawing/2014/main" id="{A5101B80-7351-4F0F-AB7D-3E40B4D26643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5911678" y="3363072"/>
              <a:ext cx="14096" cy="14099"/>
            </a:xfrm>
            <a:custGeom>
              <a:avLst/>
              <a:gdLst>
                <a:gd name="connsiteX0" fmla="*/ 14097 w 14096"/>
                <a:gd name="connsiteY0" fmla="*/ 7051 h 14099"/>
                <a:gd name="connsiteX1" fmla="*/ 7048 w 14096"/>
                <a:gd name="connsiteY1" fmla="*/ 14099 h 14099"/>
                <a:gd name="connsiteX2" fmla="*/ 0 w 14096"/>
                <a:gd name="connsiteY2" fmla="*/ 7051 h 14099"/>
                <a:gd name="connsiteX3" fmla="*/ 7048 w 14096"/>
                <a:gd name="connsiteY3" fmla="*/ 2 h 14099"/>
                <a:gd name="connsiteX4" fmla="*/ 14097 w 14096"/>
                <a:gd name="connsiteY4" fmla="*/ 7051 h 14099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14096" h="14099">
                  <a:moveTo>
                    <a:pt x="14097" y="7051"/>
                  </a:moveTo>
                  <a:cubicBezTo>
                    <a:pt x="14097" y="10956"/>
                    <a:pt x="10954" y="14099"/>
                    <a:pt x="7048" y="14099"/>
                  </a:cubicBezTo>
                  <a:cubicBezTo>
                    <a:pt x="3143" y="14099"/>
                    <a:pt x="0" y="10956"/>
                    <a:pt x="0" y="7051"/>
                  </a:cubicBezTo>
                  <a:cubicBezTo>
                    <a:pt x="0" y="3145"/>
                    <a:pt x="3143" y="2"/>
                    <a:pt x="7048" y="2"/>
                  </a:cubicBezTo>
                  <a:cubicBezTo>
                    <a:pt x="10954" y="-93"/>
                    <a:pt x="14097" y="3145"/>
                    <a:pt x="14097" y="7051"/>
                  </a:cubicBezTo>
                  <a:close/>
                </a:path>
              </a:pathLst>
            </a:custGeom>
            <a:grpFill/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404" name="Freeform: Shape 59">
              <a:extLst>
                <a:ext uri="{FF2B5EF4-FFF2-40B4-BE49-F238E27FC236}">
                  <a16:creationId xmlns:a16="http://schemas.microsoft.com/office/drawing/2014/main" id="{0570EE1D-95AC-4660-8E96-7C8A36FEB630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5970828" y="3363072"/>
              <a:ext cx="14096" cy="14099"/>
            </a:xfrm>
            <a:custGeom>
              <a:avLst/>
              <a:gdLst>
                <a:gd name="connsiteX0" fmla="*/ 14097 w 14096"/>
                <a:gd name="connsiteY0" fmla="*/ 7051 h 14099"/>
                <a:gd name="connsiteX1" fmla="*/ 7048 w 14096"/>
                <a:gd name="connsiteY1" fmla="*/ 14099 h 14099"/>
                <a:gd name="connsiteX2" fmla="*/ 0 w 14096"/>
                <a:gd name="connsiteY2" fmla="*/ 7051 h 14099"/>
                <a:gd name="connsiteX3" fmla="*/ 7048 w 14096"/>
                <a:gd name="connsiteY3" fmla="*/ 2 h 14099"/>
                <a:gd name="connsiteX4" fmla="*/ 14097 w 14096"/>
                <a:gd name="connsiteY4" fmla="*/ 7051 h 14099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14096" h="14099">
                  <a:moveTo>
                    <a:pt x="14097" y="7051"/>
                  </a:moveTo>
                  <a:cubicBezTo>
                    <a:pt x="14097" y="10956"/>
                    <a:pt x="10954" y="14099"/>
                    <a:pt x="7048" y="14099"/>
                  </a:cubicBezTo>
                  <a:cubicBezTo>
                    <a:pt x="3143" y="14099"/>
                    <a:pt x="0" y="10956"/>
                    <a:pt x="0" y="7051"/>
                  </a:cubicBezTo>
                  <a:cubicBezTo>
                    <a:pt x="0" y="3145"/>
                    <a:pt x="3143" y="2"/>
                    <a:pt x="7048" y="2"/>
                  </a:cubicBezTo>
                  <a:cubicBezTo>
                    <a:pt x="10954" y="-93"/>
                    <a:pt x="14097" y="3145"/>
                    <a:pt x="14097" y="7051"/>
                  </a:cubicBezTo>
                  <a:close/>
                </a:path>
              </a:pathLst>
            </a:custGeom>
            <a:grpFill/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405" name="Freeform: Shape 60">
              <a:extLst>
                <a:ext uri="{FF2B5EF4-FFF2-40B4-BE49-F238E27FC236}">
                  <a16:creationId xmlns:a16="http://schemas.microsoft.com/office/drawing/2014/main" id="{385D9A56-2D15-4E0A-B981-E168F090644B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6030073" y="3363074"/>
              <a:ext cx="14097" cy="14097"/>
            </a:xfrm>
            <a:custGeom>
              <a:avLst/>
              <a:gdLst>
                <a:gd name="connsiteX0" fmla="*/ 14097 w 14097"/>
                <a:gd name="connsiteY0" fmla="*/ 7048 h 14097"/>
                <a:gd name="connsiteX1" fmla="*/ 7048 w 14097"/>
                <a:gd name="connsiteY1" fmla="*/ 14097 h 14097"/>
                <a:gd name="connsiteX2" fmla="*/ 0 w 14097"/>
                <a:gd name="connsiteY2" fmla="*/ 7048 h 14097"/>
                <a:gd name="connsiteX3" fmla="*/ 7048 w 14097"/>
                <a:gd name="connsiteY3" fmla="*/ 0 h 14097"/>
                <a:gd name="connsiteX4" fmla="*/ 14097 w 14097"/>
                <a:gd name="connsiteY4" fmla="*/ 7048 h 14097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14097" h="14097">
                  <a:moveTo>
                    <a:pt x="14097" y="7048"/>
                  </a:moveTo>
                  <a:cubicBezTo>
                    <a:pt x="14097" y="10954"/>
                    <a:pt x="10954" y="14097"/>
                    <a:pt x="7048" y="14097"/>
                  </a:cubicBezTo>
                  <a:cubicBezTo>
                    <a:pt x="3143" y="14097"/>
                    <a:pt x="0" y="10954"/>
                    <a:pt x="0" y="7048"/>
                  </a:cubicBezTo>
                  <a:cubicBezTo>
                    <a:pt x="0" y="3143"/>
                    <a:pt x="3143" y="0"/>
                    <a:pt x="7048" y="0"/>
                  </a:cubicBezTo>
                  <a:cubicBezTo>
                    <a:pt x="10954" y="0"/>
                    <a:pt x="14097" y="3143"/>
                    <a:pt x="14097" y="7048"/>
                  </a:cubicBezTo>
                  <a:close/>
                </a:path>
              </a:pathLst>
            </a:custGeom>
            <a:grpFill/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406" name="Freeform: Shape 61">
              <a:extLst>
                <a:ext uri="{FF2B5EF4-FFF2-40B4-BE49-F238E27FC236}">
                  <a16:creationId xmlns:a16="http://schemas.microsoft.com/office/drawing/2014/main" id="{28D0BA2F-9273-4EAA-AD17-C4EFE1140384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6089224" y="3363072"/>
              <a:ext cx="14096" cy="14099"/>
            </a:xfrm>
            <a:custGeom>
              <a:avLst/>
              <a:gdLst>
                <a:gd name="connsiteX0" fmla="*/ 14097 w 14096"/>
                <a:gd name="connsiteY0" fmla="*/ 7051 h 14099"/>
                <a:gd name="connsiteX1" fmla="*/ 7048 w 14096"/>
                <a:gd name="connsiteY1" fmla="*/ 14099 h 14099"/>
                <a:gd name="connsiteX2" fmla="*/ 0 w 14096"/>
                <a:gd name="connsiteY2" fmla="*/ 7051 h 14099"/>
                <a:gd name="connsiteX3" fmla="*/ 7048 w 14096"/>
                <a:gd name="connsiteY3" fmla="*/ 2 h 14099"/>
                <a:gd name="connsiteX4" fmla="*/ 14097 w 14096"/>
                <a:gd name="connsiteY4" fmla="*/ 7051 h 14099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14096" h="14099">
                  <a:moveTo>
                    <a:pt x="14097" y="7051"/>
                  </a:moveTo>
                  <a:cubicBezTo>
                    <a:pt x="14097" y="10956"/>
                    <a:pt x="10954" y="14099"/>
                    <a:pt x="7048" y="14099"/>
                  </a:cubicBezTo>
                  <a:cubicBezTo>
                    <a:pt x="3143" y="14099"/>
                    <a:pt x="0" y="10956"/>
                    <a:pt x="0" y="7051"/>
                  </a:cubicBezTo>
                  <a:cubicBezTo>
                    <a:pt x="0" y="3145"/>
                    <a:pt x="3143" y="2"/>
                    <a:pt x="7048" y="2"/>
                  </a:cubicBezTo>
                  <a:cubicBezTo>
                    <a:pt x="10954" y="-93"/>
                    <a:pt x="14097" y="3145"/>
                    <a:pt x="14097" y="7051"/>
                  </a:cubicBezTo>
                  <a:close/>
                </a:path>
              </a:pathLst>
            </a:custGeom>
            <a:grpFill/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407" name="Freeform: Shape 62">
              <a:extLst>
                <a:ext uri="{FF2B5EF4-FFF2-40B4-BE49-F238E27FC236}">
                  <a16:creationId xmlns:a16="http://schemas.microsoft.com/office/drawing/2014/main" id="{512CC54E-7976-4DC9-984C-45C2A23A721D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5734038" y="3422225"/>
              <a:ext cx="14192" cy="14096"/>
            </a:xfrm>
            <a:custGeom>
              <a:avLst/>
              <a:gdLst>
                <a:gd name="connsiteX0" fmla="*/ 14192 w 14192"/>
                <a:gd name="connsiteY0" fmla="*/ 7048 h 14096"/>
                <a:gd name="connsiteX1" fmla="*/ 7144 w 14192"/>
                <a:gd name="connsiteY1" fmla="*/ 14097 h 14096"/>
                <a:gd name="connsiteX2" fmla="*/ 0 w 14192"/>
                <a:gd name="connsiteY2" fmla="*/ 7048 h 14096"/>
                <a:gd name="connsiteX3" fmla="*/ 7049 w 14192"/>
                <a:gd name="connsiteY3" fmla="*/ 0 h 14096"/>
                <a:gd name="connsiteX4" fmla="*/ 14192 w 14192"/>
                <a:gd name="connsiteY4" fmla="*/ 7048 h 1409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14192" h="14096">
                  <a:moveTo>
                    <a:pt x="14192" y="7048"/>
                  </a:moveTo>
                  <a:cubicBezTo>
                    <a:pt x="14192" y="10954"/>
                    <a:pt x="11049" y="14097"/>
                    <a:pt x="7144" y="14097"/>
                  </a:cubicBezTo>
                  <a:cubicBezTo>
                    <a:pt x="3239" y="14097"/>
                    <a:pt x="0" y="10954"/>
                    <a:pt x="0" y="7048"/>
                  </a:cubicBezTo>
                  <a:cubicBezTo>
                    <a:pt x="0" y="3143"/>
                    <a:pt x="3143" y="0"/>
                    <a:pt x="7049" y="0"/>
                  </a:cubicBezTo>
                  <a:cubicBezTo>
                    <a:pt x="10954" y="0"/>
                    <a:pt x="14192" y="3143"/>
                    <a:pt x="14192" y="7048"/>
                  </a:cubicBezTo>
                  <a:close/>
                </a:path>
              </a:pathLst>
            </a:custGeom>
            <a:grpFill/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408" name="Freeform: Shape 63">
              <a:extLst>
                <a:ext uri="{FF2B5EF4-FFF2-40B4-BE49-F238E27FC236}">
                  <a16:creationId xmlns:a16="http://schemas.microsoft.com/office/drawing/2014/main" id="{C8A3FC72-9FF9-41F6-97E0-45A0FEE94631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5793283" y="3422225"/>
              <a:ext cx="14097" cy="14096"/>
            </a:xfrm>
            <a:custGeom>
              <a:avLst/>
              <a:gdLst>
                <a:gd name="connsiteX0" fmla="*/ 14097 w 14097"/>
                <a:gd name="connsiteY0" fmla="*/ 7048 h 14096"/>
                <a:gd name="connsiteX1" fmla="*/ 7049 w 14097"/>
                <a:gd name="connsiteY1" fmla="*/ 14097 h 14096"/>
                <a:gd name="connsiteX2" fmla="*/ 0 w 14097"/>
                <a:gd name="connsiteY2" fmla="*/ 7048 h 14096"/>
                <a:gd name="connsiteX3" fmla="*/ 7049 w 14097"/>
                <a:gd name="connsiteY3" fmla="*/ 0 h 14096"/>
                <a:gd name="connsiteX4" fmla="*/ 14097 w 14097"/>
                <a:gd name="connsiteY4" fmla="*/ 7048 h 1409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14097" h="14096">
                  <a:moveTo>
                    <a:pt x="14097" y="7048"/>
                  </a:moveTo>
                  <a:cubicBezTo>
                    <a:pt x="14097" y="10954"/>
                    <a:pt x="10954" y="14097"/>
                    <a:pt x="7049" y="14097"/>
                  </a:cubicBezTo>
                  <a:cubicBezTo>
                    <a:pt x="3143" y="14097"/>
                    <a:pt x="0" y="10954"/>
                    <a:pt x="0" y="7048"/>
                  </a:cubicBezTo>
                  <a:cubicBezTo>
                    <a:pt x="0" y="3143"/>
                    <a:pt x="3143" y="0"/>
                    <a:pt x="7049" y="0"/>
                  </a:cubicBezTo>
                  <a:cubicBezTo>
                    <a:pt x="10954" y="0"/>
                    <a:pt x="14097" y="3143"/>
                    <a:pt x="14097" y="7048"/>
                  </a:cubicBezTo>
                  <a:close/>
                </a:path>
              </a:pathLst>
            </a:custGeom>
            <a:grpFill/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409" name="Freeform: Shape 64">
              <a:extLst>
                <a:ext uri="{FF2B5EF4-FFF2-40B4-BE49-F238E27FC236}">
                  <a16:creationId xmlns:a16="http://schemas.microsoft.com/office/drawing/2014/main" id="{48918C16-C9B6-40D5-93A0-DB547B644A30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5852433" y="3422225"/>
              <a:ext cx="14096" cy="14096"/>
            </a:xfrm>
            <a:custGeom>
              <a:avLst/>
              <a:gdLst>
                <a:gd name="connsiteX0" fmla="*/ 14097 w 14096"/>
                <a:gd name="connsiteY0" fmla="*/ 7048 h 14096"/>
                <a:gd name="connsiteX1" fmla="*/ 7048 w 14096"/>
                <a:gd name="connsiteY1" fmla="*/ 14097 h 14096"/>
                <a:gd name="connsiteX2" fmla="*/ 0 w 14096"/>
                <a:gd name="connsiteY2" fmla="*/ 7048 h 14096"/>
                <a:gd name="connsiteX3" fmla="*/ 7048 w 14096"/>
                <a:gd name="connsiteY3" fmla="*/ 0 h 14096"/>
                <a:gd name="connsiteX4" fmla="*/ 14097 w 14096"/>
                <a:gd name="connsiteY4" fmla="*/ 7048 h 1409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14096" h="14096">
                  <a:moveTo>
                    <a:pt x="14097" y="7048"/>
                  </a:moveTo>
                  <a:cubicBezTo>
                    <a:pt x="14097" y="10954"/>
                    <a:pt x="10954" y="14097"/>
                    <a:pt x="7048" y="14097"/>
                  </a:cubicBezTo>
                  <a:cubicBezTo>
                    <a:pt x="3143" y="14097"/>
                    <a:pt x="0" y="10954"/>
                    <a:pt x="0" y="7048"/>
                  </a:cubicBezTo>
                  <a:cubicBezTo>
                    <a:pt x="0" y="3143"/>
                    <a:pt x="3143" y="0"/>
                    <a:pt x="7048" y="0"/>
                  </a:cubicBezTo>
                  <a:cubicBezTo>
                    <a:pt x="10954" y="0"/>
                    <a:pt x="14097" y="3143"/>
                    <a:pt x="14097" y="7048"/>
                  </a:cubicBezTo>
                  <a:close/>
                </a:path>
              </a:pathLst>
            </a:custGeom>
            <a:grpFill/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410" name="Freeform: Shape 65">
              <a:extLst>
                <a:ext uri="{FF2B5EF4-FFF2-40B4-BE49-F238E27FC236}">
                  <a16:creationId xmlns:a16="http://schemas.microsoft.com/office/drawing/2014/main" id="{A05612C6-4858-4854-A3D3-90CF1E1C7557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5911678" y="3422225"/>
              <a:ext cx="14096" cy="14096"/>
            </a:xfrm>
            <a:custGeom>
              <a:avLst/>
              <a:gdLst>
                <a:gd name="connsiteX0" fmla="*/ 14097 w 14096"/>
                <a:gd name="connsiteY0" fmla="*/ 7048 h 14096"/>
                <a:gd name="connsiteX1" fmla="*/ 7048 w 14096"/>
                <a:gd name="connsiteY1" fmla="*/ 14097 h 14096"/>
                <a:gd name="connsiteX2" fmla="*/ 0 w 14096"/>
                <a:gd name="connsiteY2" fmla="*/ 7048 h 14096"/>
                <a:gd name="connsiteX3" fmla="*/ 7048 w 14096"/>
                <a:gd name="connsiteY3" fmla="*/ 0 h 14096"/>
                <a:gd name="connsiteX4" fmla="*/ 14097 w 14096"/>
                <a:gd name="connsiteY4" fmla="*/ 7048 h 1409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14096" h="14096">
                  <a:moveTo>
                    <a:pt x="14097" y="7048"/>
                  </a:moveTo>
                  <a:cubicBezTo>
                    <a:pt x="14097" y="10954"/>
                    <a:pt x="10954" y="14097"/>
                    <a:pt x="7048" y="14097"/>
                  </a:cubicBezTo>
                  <a:cubicBezTo>
                    <a:pt x="3143" y="14097"/>
                    <a:pt x="0" y="10954"/>
                    <a:pt x="0" y="7048"/>
                  </a:cubicBezTo>
                  <a:cubicBezTo>
                    <a:pt x="0" y="3143"/>
                    <a:pt x="3143" y="0"/>
                    <a:pt x="7048" y="0"/>
                  </a:cubicBezTo>
                  <a:cubicBezTo>
                    <a:pt x="10954" y="0"/>
                    <a:pt x="14097" y="3143"/>
                    <a:pt x="14097" y="7048"/>
                  </a:cubicBezTo>
                  <a:close/>
                </a:path>
              </a:pathLst>
            </a:custGeom>
            <a:grpFill/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411" name="Freeform: Shape 66">
              <a:extLst>
                <a:ext uri="{FF2B5EF4-FFF2-40B4-BE49-F238E27FC236}">
                  <a16:creationId xmlns:a16="http://schemas.microsoft.com/office/drawing/2014/main" id="{A8E88D77-C726-4008-849C-DA7361F885D3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5970828" y="3422225"/>
              <a:ext cx="14096" cy="14096"/>
            </a:xfrm>
            <a:custGeom>
              <a:avLst/>
              <a:gdLst>
                <a:gd name="connsiteX0" fmla="*/ 14097 w 14096"/>
                <a:gd name="connsiteY0" fmla="*/ 7048 h 14096"/>
                <a:gd name="connsiteX1" fmla="*/ 7048 w 14096"/>
                <a:gd name="connsiteY1" fmla="*/ 14097 h 14096"/>
                <a:gd name="connsiteX2" fmla="*/ 0 w 14096"/>
                <a:gd name="connsiteY2" fmla="*/ 7048 h 14096"/>
                <a:gd name="connsiteX3" fmla="*/ 7048 w 14096"/>
                <a:gd name="connsiteY3" fmla="*/ 0 h 14096"/>
                <a:gd name="connsiteX4" fmla="*/ 14097 w 14096"/>
                <a:gd name="connsiteY4" fmla="*/ 7048 h 1409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14096" h="14096">
                  <a:moveTo>
                    <a:pt x="14097" y="7048"/>
                  </a:moveTo>
                  <a:cubicBezTo>
                    <a:pt x="14097" y="10954"/>
                    <a:pt x="10954" y="14097"/>
                    <a:pt x="7048" y="14097"/>
                  </a:cubicBezTo>
                  <a:cubicBezTo>
                    <a:pt x="3143" y="14097"/>
                    <a:pt x="0" y="10954"/>
                    <a:pt x="0" y="7048"/>
                  </a:cubicBezTo>
                  <a:cubicBezTo>
                    <a:pt x="0" y="3143"/>
                    <a:pt x="3143" y="0"/>
                    <a:pt x="7048" y="0"/>
                  </a:cubicBezTo>
                  <a:cubicBezTo>
                    <a:pt x="10954" y="0"/>
                    <a:pt x="14097" y="3143"/>
                    <a:pt x="14097" y="7048"/>
                  </a:cubicBezTo>
                  <a:close/>
                </a:path>
              </a:pathLst>
            </a:custGeom>
            <a:grpFill/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412" name="Freeform: Shape 67">
              <a:extLst>
                <a:ext uri="{FF2B5EF4-FFF2-40B4-BE49-F238E27FC236}">
                  <a16:creationId xmlns:a16="http://schemas.microsoft.com/office/drawing/2014/main" id="{24CFE7CA-C955-4365-90C3-6272CB9A3C57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6030073" y="3422225"/>
              <a:ext cx="14097" cy="14096"/>
            </a:xfrm>
            <a:custGeom>
              <a:avLst/>
              <a:gdLst>
                <a:gd name="connsiteX0" fmla="*/ 14097 w 14097"/>
                <a:gd name="connsiteY0" fmla="*/ 7048 h 14096"/>
                <a:gd name="connsiteX1" fmla="*/ 7048 w 14097"/>
                <a:gd name="connsiteY1" fmla="*/ 14097 h 14096"/>
                <a:gd name="connsiteX2" fmla="*/ 0 w 14097"/>
                <a:gd name="connsiteY2" fmla="*/ 7048 h 14096"/>
                <a:gd name="connsiteX3" fmla="*/ 7048 w 14097"/>
                <a:gd name="connsiteY3" fmla="*/ 0 h 14096"/>
                <a:gd name="connsiteX4" fmla="*/ 14097 w 14097"/>
                <a:gd name="connsiteY4" fmla="*/ 7048 h 1409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14097" h="14096">
                  <a:moveTo>
                    <a:pt x="14097" y="7048"/>
                  </a:moveTo>
                  <a:cubicBezTo>
                    <a:pt x="14097" y="10954"/>
                    <a:pt x="10954" y="14097"/>
                    <a:pt x="7048" y="14097"/>
                  </a:cubicBezTo>
                  <a:cubicBezTo>
                    <a:pt x="3143" y="14097"/>
                    <a:pt x="0" y="10954"/>
                    <a:pt x="0" y="7048"/>
                  </a:cubicBezTo>
                  <a:cubicBezTo>
                    <a:pt x="0" y="3143"/>
                    <a:pt x="3143" y="0"/>
                    <a:pt x="7048" y="0"/>
                  </a:cubicBezTo>
                  <a:cubicBezTo>
                    <a:pt x="10954" y="0"/>
                    <a:pt x="14097" y="3143"/>
                    <a:pt x="14097" y="7048"/>
                  </a:cubicBezTo>
                  <a:close/>
                </a:path>
              </a:pathLst>
            </a:custGeom>
            <a:grpFill/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413" name="Freeform: Shape 68">
              <a:extLst>
                <a:ext uri="{FF2B5EF4-FFF2-40B4-BE49-F238E27FC236}">
                  <a16:creationId xmlns:a16="http://schemas.microsoft.com/office/drawing/2014/main" id="{38B43FC8-B81C-490A-A346-4C6235DA8A54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6089224" y="3422225"/>
              <a:ext cx="14096" cy="14096"/>
            </a:xfrm>
            <a:custGeom>
              <a:avLst/>
              <a:gdLst>
                <a:gd name="connsiteX0" fmla="*/ 14097 w 14096"/>
                <a:gd name="connsiteY0" fmla="*/ 7048 h 14096"/>
                <a:gd name="connsiteX1" fmla="*/ 7048 w 14096"/>
                <a:gd name="connsiteY1" fmla="*/ 14097 h 14096"/>
                <a:gd name="connsiteX2" fmla="*/ 0 w 14096"/>
                <a:gd name="connsiteY2" fmla="*/ 7048 h 14096"/>
                <a:gd name="connsiteX3" fmla="*/ 7048 w 14096"/>
                <a:gd name="connsiteY3" fmla="*/ 0 h 14096"/>
                <a:gd name="connsiteX4" fmla="*/ 14097 w 14096"/>
                <a:gd name="connsiteY4" fmla="*/ 7048 h 1409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14096" h="14096">
                  <a:moveTo>
                    <a:pt x="14097" y="7048"/>
                  </a:moveTo>
                  <a:cubicBezTo>
                    <a:pt x="14097" y="10954"/>
                    <a:pt x="10954" y="14097"/>
                    <a:pt x="7048" y="14097"/>
                  </a:cubicBezTo>
                  <a:cubicBezTo>
                    <a:pt x="3143" y="14097"/>
                    <a:pt x="0" y="10954"/>
                    <a:pt x="0" y="7048"/>
                  </a:cubicBezTo>
                  <a:cubicBezTo>
                    <a:pt x="0" y="3143"/>
                    <a:pt x="3143" y="0"/>
                    <a:pt x="7048" y="0"/>
                  </a:cubicBezTo>
                  <a:cubicBezTo>
                    <a:pt x="10954" y="0"/>
                    <a:pt x="14097" y="3143"/>
                    <a:pt x="14097" y="7048"/>
                  </a:cubicBezTo>
                  <a:close/>
                </a:path>
              </a:pathLst>
            </a:custGeom>
            <a:grpFill/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414" name="Freeform: Shape 69">
              <a:extLst>
                <a:ext uri="{FF2B5EF4-FFF2-40B4-BE49-F238E27FC236}">
                  <a16:creationId xmlns:a16="http://schemas.microsoft.com/office/drawing/2014/main" id="{214D0221-0C97-4C71-B535-7506956EF8B0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6148469" y="3067039"/>
              <a:ext cx="14097" cy="14097"/>
            </a:xfrm>
            <a:custGeom>
              <a:avLst/>
              <a:gdLst>
                <a:gd name="connsiteX0" fmla="*/ 14097 w 14097"/>
                <a:gd name="connsiteY0" fmla="*/ 7049 h 14097"/>
                <a:gd name="connsiteX1" fmla="*/ 7049 w 14097"/>
                <a:gd name="connsiteY1" fmla="*/ 14097 h 14097"/>
                <a:gd name="connsiteX2" fmla="*/ 0 w 14097"/>
                <a:gd name="connsiteY2" fmla="*/ 7049 h 14097"/>
                <a:gd name="connsiteX3" fmla="*/ 6953 w 14097"/>
                <a:gd name="connsiteY3" fmla="*/ 0 h 14097"/>
                <a:gd name="connsiteX4" fmla="*/ 14097 w 14097"/>
                <a:gd name="connsiteY4" fmla="*/ 7049 h 14097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14097" h="14097">
                  <a:moveTo>
                    <a:pt x="14097" y="7049"/>
                  </a:moveTo>
                  <a:cubicBezTo>
                    <a:pt x="14097" y="10954"/>
                    <a:pt x="10954" y="14097"/>
                    <a:pt x="7049" y="14097"/>
                  </a:cubicBezTo>
                  <a:cubicBezTo>
                    <a:pt x="3143" y="14097"/>
                    <a:pt x="0" y="10954"/>
                    <a:pt x="0" y="7049"/>
                  </a:cubicBezTo>
                  <a:cubicBezTo>
                    <a:pt x="0" y="3143"/>
                    <a:pt x="3048" y="0"/>
                    <a:pt x="6953" y="0"/>
                  </a:cubicBezTo>
                  <a:cubicBezTo>
                    <a:pt x="10954" y="0"/>
                    <a:pt x="14097" y="3143"/>
                    <a:pt x="14097" y="7049"/>
                  </a:cubicBezTo>
                  <a:close/>
                </a:path>
              </a:pathLst>
            </a:custGeom>
            <a:grpFill/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415" name="Freeform: Shape 70">
              <a:extLst>
                <a:ext uri="{FF2B5EF4-FFF2-40B4-BE49-F238E27FC236}">
                  <a16:creationId xmlns:a16="http://schemas.microsoft.com/office/drawing/2014/main" id="{ED0C44EA-BD25-49A3-9EB8-9D8DED7C19D7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6207620" y="3067039"/>
              <a:ext cx="14096" cy="14097"/>
            </a:xfrm>
            <a:custGeom>
              <a:avLst/>
              <a:gdLst>
                <a:gd name="connsiteX0" fmla="*/ 14097 w 14096"/>
                <a:gd name="connsiteY0" fmla="*/ 7049 h 14097"/>
                <a:gd name="connsiteX1" fmla="*/ 7048 w 14096"/>
                <a:gd name="connsiteY1" fmla="*/ 14097 h 14097"/>
                <a:gd name="connsiteX2" fmla="*/ 0 w 14096"/>
                <a:gd name="connsiteY2" fmla="*/ 7049 h 14097"/>
                <a:gd name="connsiteX3" fmla="*/ 7048 w 14096"/>
                <a:gd name="connsiteY3" fmla="*/ 0 h 14097"/>
                <a:gd name="connsiteX4" fmla="*/ 14097 w 14096"/>
                <a:gd name="connsiteY4" fmla="*/ 7049 h 14097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14096" h="14097">
                  <a:moveTo>
                    <a:pt x="14097" y="7049"/>
                  </a:moveTo>
                  <a:cubicBezTo>
                    <a:pt x="14097" y="10954"/>
                    <a:pt x="10954" y="14097"/>
                    <a:pt x="7048" y="14097"/>
                  </a:cubicBezTo>
                  <a:cubicBezTo>
                    <a:pt x="3143" y="14097"/>
                    <a:pt x="0" y="10954"/>
                    <a:pt x="0" y="7049"/>
                  </a:cubicBezTo>
                  <a:cubicBezTo>
                    <a:pt x="0" y="3143"/>
                    <a:pt x="3143" y="0"/>
                    <a:pt x="7048" y="0"/>
                  </a:cubicBezTo>
                  <a:cubicBezTo>
                    <a:pt x="10954" y="0"/>
                    <a:pt x="14097" y="3143"/>
                    <a:pt x="14097" y="7049"/>
                  </a:cubicBezTo>
                  <a:close/>
                </a:path>
              </a:pathLst>
            </a:custGeom>
            <a:grpFill/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416" name="Freeform: Shape 71">
              <a:extLst>
                <a:ext uri="{FF2B5EF4-FFF2-40B4-BE49-F238E27FC236}">
                  <a16:creationId xmlns:a16="http://schemas.microsoft.com/office/drawing/2014/main" id="{A3C9CCF2-15CC-4F7D-87F5-7FFEBAC9C24B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6266865" y="3067039"/>
              <a:ext cx="14096" cy="14097"/>
            </a:xfrm>
            <a:custGeom>
              <a:avLst/>
              <a:gdLst>
                <a:gd name="connsiteX0" fmla="*/ 14097 w 14096"/>
                <a:gd name="connsiteY0" fmla="*/ 7049 h 14097"/>
                <a:gd name="connsiteX1" fmla="*/ 7049 w 14096"/>
                <a:gd name="connsiteY1" fmla="*/ 14097 h 14097"/>
                <a:gd name="connsiteX2" fmla="*/ 0 w 14096"/>
                <a:gd name="connsiteY2" fmla="*/ 7049 h 14097"/>
                <a:gd name="connsiteX3" fmla="*/ 6953 w 14096"/>
                <a:gd name="connsiteY3" fmla="*/ 0 h 14097"/>
                <a:gd name="connsiteX4" fmla="*/ 14097 w 14096"/>
                <a:gd name="connsiteY4" fmla="*/ 7049 h 14097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14096" h="14097">
                  <a:moveTo>
                    <a:pt x="14097" y="7049"/>
                  </a:moveTo>
                  <a:cubicBezTo>
                    <a:pt x="14097" y="10954"/>
                    <a:pt x="10954" y="14097"/>
                    <a:pt x="7049" y="14097"/>
                  </a:cubicBezTo>
                  <a:cubicBezTo>
                    <a:pt x="3143" y="14097"/>
                    <a:pt x="0" y="10954"/>
                    <a:pt x="0" y="7049"/>
                  </a:cubicBezTo>
                  <a:cubicBezTo>
                    <a:pt x="0" y="3143"/>
                    <a:pt x="3048" y="0"/>
                    <a:pt x="6953" y="0"/>
                  </a:cubicBezTo>
                  <a:cubicBezTo>
                    <a:pt x="10859" y="0"/>
                    <a:pt x="14097" y="3143"/>
                    <a:pt x="14097" y="7049"/>
                  </a:cubicBezTo>
                  <a:close/>
                </a:path>
              </a:pathLst>
            </a:custGeom>
            <a:grpFill/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417" name="Freeform: Shape 72">
              <a:extLst>
                <a:ext uri="{FF2B5EF4-FFF2-40B4-BE49-F238E27FC236}">
                  <a16:creationId xmlns:a16="http://schemas.microsoft.com/office/drawing/2014/main" id="{8AA321D8-1D2C-472C-A2DB-EBB74498DDFE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6326014" y="3067039"/>
              <a:ext cx="14096" cy="14097"/>
            </a:xfrm>
            <a:custGeom>
              <a:avLst/>
              <a:gdLst>
                <a:gd name="connsiteX0" fmla="*/ 14097 w 14096"/>
                <a:gd name="connsiteY0" fmla="*/ 7049 h 14097"/>
                <a:gd name="connsiteX1" fmla="*/ 7048 w 14096"/>
                <a:gd name="connsiteY1" fmla="*/ 14097 h 14097"/>
                <a:gd name="connsiteX2" fmla="*/ 0 w 14096"/>
                <a:gd name="connsiteY2" fmla="*/ 7049 h 14097"/>
                <a:gd name="connsiteX3" fmla="*/ 7048 w 14096"/>
                <a:gd name="connsiteY3" fmla="*/ 0 h 14097"/>
                <a:gd name="connsiteX4" fmla="*/ 14097 w 14096"/>
                <a:gd name="connsiteY4" fmla="*/ 7049 h 14097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14096" h="14097">
                  <a:moveTo>
                    <a:pt x="14097" y="7049"/>
                  </a:moveTo>
                  <a:cubicBezTo>
                    <a:pt x="14097" y="10954"/>
                    <a:pt x="10954" y="14097"/>
                    <a:pt x="7048" y="14097"/>
                  </a:cubicBezTo>
                  <a:cubicBezTo>
                    <a:pt x="3143" y="14097"/>
                    <a:pt x="0" y="10954"/>
                    <a:pt x="0" y="7049"/>
                  </a:cubicBezTo>
                  <a:cubicBezTo>
                    <a:pt x="0" y="3143"/>
                    <a:pt x="3143" y="0"/>
                    <a:pt x="7048" y="0"/>
                  </a:cubicBezTo>
                  <a:cubicBezTo>
                    <a:pt x="10954" y="0"/>
                    <a:pt x="14097" y="3143"/>
                    <a:pt x="14097" y="7049"/>
                  </a:cubicBezTo>
                  <a:close/>
                </a:path>
              </a:pathLst>
            </a:custGeom>
            <a:grpFill/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418" name="Freeform: Shape 73">
              <a:extLst>
                <a:ext uri="{FF2B5EF4-FFF2-40B4-BE49-F238E27FC236}">
                  <a16:creationId xmlns:a16="http://schemas.microsoft.com/office/drawing/2014/main" id="{724680C1-4BB5-45DB-A558-82514418CF2A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6385260" y="3067039"/>
              <a:ext cx="14096" cy="14097"/>
            </a:xfrm>
            <a:custGeom>
              <a:avLst/>
              <a:gdLst>
                <a:gd name="connsiteX0" fmla="*/ 14097 w 14096"/>
                <a:gd name="connsiteY0" fmla="*/ 7049 h 14097"/>
                <a:gd name="connsiteX1" fmla="*/ 7048 w 14096"/>
                <a:gd name="connsiteY1" fmla="*/ 14097 h 14097"/>
                <a:gd name="connsiteX2" fmla="*/ 0 w 14096"/>
                <a:gd name="connsiteY2" fmla="*/ 7049 h 14097"/>
                <a:gd name="connsiteX3" fmla="*/ 6953 w 14096"/>
                <a:gd name="connsiteY3" fmla="*/ 0 h 14097"/>
                <a:gd name="connsiteX4" fmla="*/ 14097 w 14096"/>
                <a:gd name="connsiteY4" fmla="*/ 7049 h 14097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14096" h="14097">
                  <a:moveTo>
                    <a:pt x="14097" y="7049"/>
                  </a:moveTo>
                  <a:cubicBezTo>
                    <a:pt x="14097" y="10954"/>
                    <a:pt x="10954" y="14097"/>
                    <a:pt x="7048" y="14097"/>
                  </a:cubicBezTo>
                  <a:cubicBezTo>
                    <a:pt x="3143" y="14097"/>
                    <a:pt x="0" y="10954"/>
                    <a:pt x="0" y="7049"/>
                  </a:cubicBezTo>
                  <a:cubicBezTo>
                    <a:pt x="0" y="3143"/>
                    <a:pt x="3048" y="0"/>
                    <a:pt x="6953" y="0"/>
                  </a:cubicBezTo>
                  <a:cubicBezTo>
                    <a:pt x="10858" y="0"/>
                    <a:pt x="14097" y="3143"/>
                    <a:pt x="14097" y="7049"/>
                  </a:cubicBezTo>
                  <a:close/>
                </a:path>
              </a:pathLst>
            </a:custGeom>
            <a:grpFill/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419" name="Freeform: Shape 74">
              <a:extLst>
                <a:ext uri="{FF2B5EF4-FFF2-40B4-BE49-F238E27FC236}">
                  <a16:creationId xmlns:a16="http://schemas.microsoft.com/office/drawing/2014/main" id="{C94F4CEF-82DD-4CFB-8EE3-4AB115F6A079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6444410" y="3067039"/>
              <a:ext cx="14096" cy="14097"/>
            </a:xfrm>
            <a:custGeom>
              <a:avLst/>
              <a:gdLst>
                <a:gd name="connsiteX0" fmla="*/ 14097 w 14096"/>
                <a:gd name="connsiteY0" fmla="*/ 7049 h 14097"/>
                <a:gd name="connsiteX1" fmla="*/ 7048 w 14096"/>
                <a:gd name="connsiteY1" fmla="*/ 14097 h 14097"/>
                <a:gd name="connsiteX2" fmla="*/ 0 w 14096"/>
                <a:gd name="connsiteY2" fmla="*/ 7049 h 14097"/>
                <a:gd name="connsiteX3" fmla="*/ 7048 w 14096"/>
                <a:gd name="connsiteY3" fmla="*/ 0 h 14097"/>
                <a:gd name="connsiteX4" fmla="*/ 14097 w 14096"/>
                <a:gd name="connsiteY4" fmla="*/ 7049 h 14097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14096" h="14097">
                  <a:moveTo>
                    <a:pt x="14097" y="7049"/>
                  </a:moveTo>
                  <a:cubicBezTo>
                    <a:pt x="14097" y="10941"/>
                    <a:pt x="10941" y="14097"/>
                    <a:pt x="7048" y="14097"/>
                  </a:cubicBezTo>
                  <a:cubicBezTo>
                    <a:pt x="3156" y="14097"/>
                    <a:pt x="0" y="10941"/>
                    <a:pt x="0" y="7049"/>
                  </a:cubicBezTo>
                  <a:cubicBezTo>
                    <a:pt x="0" y="3156"/>
                    <a:pt x="3156" y="0"/>
                    <a:pt x="7048" y="0"/>
                  </a:cubicBezTo>
                  <a:cubicBezTo>
                    <a:pt x="10941" y="0"/>
                    <a:pt x="14097" y="3156"/>
                    <a:pt x="14097" y="7049"/>
                  </a:cubicBezTo>
                  <a:close/>
                </a:path>
              </a:pathLst>
            </a:custGeom>
            <a:grpFill/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420" name="Freeform: Shape 75">
              <a:extLst>
                <a:ext uri="{FF2B5EF4-FFF2-40B4-BE49-F238E27FC236}">
                  <a16:creationId xmlns:a16="http://schemas.microsoft.com/office/drawing/2014/main" id="{4F186C9C-C620-4426-A674-E40F808F6689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6148469" y="3126281"/>
              <a:ext cx="14097" cy="14099"/>
            </a:xfrm>
            <a:custGeom>
              <a:avLst/>
              <a:gdLst>
                <a:gd name="connsiteX0" fmla="*/ 14097 w 14097"/>
                <a:gd name="connsiteY0" fmla="*/ 7051 h 14099"/>
                <a:gd name="connsiteX1" fmla="*/ 7049 w 14097"/>
                <a:gd name="connsiteY1" fmla="*/ 14099 h 14099"/>
                <a:gd name="connsiteX2" fmla="*/ 0 w 14097"/>
                <a:gd name="connsiteY2" fmla="*/ 7051 h 14099"/>
                <a:gd name="connsiteX3" fmla="*/ 7049 w 14097"/>
                <a:gd name="connsiteY3" fmla="*/ 2 h 14099"/>
                <a:gd name="connsiteX4" fmla="*/ 14097 w 14097"/>
                <a:gd name="connsiteY4" fmla="*/ 7051 h 14099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14097" h="14099">
                  <a:moveTo>
                    <a:pt x="14097" y="7051"/>
                  </a:moveTo>
                  <a:cubicBezTo>
                    <a:pt x="14097" y="10956"/>
                    <a:pt x="10954" y="14099"/>
                    <a:pt x="7049" y="14099"/>
                  </a:cubicBezTo>
                  <a:cubicBezTo>
                    <a:pt x="3143" y="14099"/>
                    <a:pt x="0" y="10956"/>
                    <a:pt x="0" y="7051"/>
                  </a:cubicBezTo>
                  <a:cubicBezTo>
                    <a:pt x="0" y="3145"/>
                    <a:pt x="3143" y="2"/>
                    <a:pt x="7049" y="2"/>
                  </a:cubicBezTo>
                  <a:cubicBezTo>
                    <a:pt x="10954" y="-93"/>
                    <a:pt x="14097" y="3145"/>
                    <a:pt x="14097" y="7051"/>
                  </a:cubicBezTo>
                  <a:close/>
                </a:path>
              </a:pathLst>
            </a:custGeom>
            <a:grpFill/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421" name="Freeform: Shape 76">
              <a:extLst>
                <a:ext uri="{FF2B5EF4-FFF2-40B4-BE49-F238E27FC236}">
                  <a16:creationId xmlns:a16="http://schemas.microsoft.com/office/drawing/2014/main" id="{8929942C-BA3F-40EF-94DD-4A5C22C5B742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6207620" y="3126281"/>
              <a:ext cx="14096" cy="14099"/>
            </a:xfrm>
            <a:custGeom>
              <a:avLst/>
              <a:gdLst>
                <a:gd name="connsiteX0" fmla="*/ 14097 w 14096"/>
                <a:gd name="connsiteY0" fmla="*/ 7051 h 14099"/>
                <a:gd name="connsiteX1" fmla="*/ 7048 w 14096"/>
                <a:gd name="connsiteY1" fmla="*/ 14099 h 14099"/>
                <a:gd name="connsiteX2" fmla="*/ 0 w 14096"/>
                <a:gd name="connsiteY2" fmla="*/ 7051 h 14099"/>
                <a:gd name="connsiteX3" fmla="*/ 7048 w 14096"/>
                <a:gd name="connsiteY3" fmla="*/ 2 h 14099"/>
                <a:gd name="connsiteX4" fmla="*/ 14097 w 14096"/>
                <a:gd name="connsiteY4" fmla="*/ 7051 h 14099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14096" h="14099">
                  <a:moveTo>
                    <a:pt x="14097" y="7051"/>
                  </a:moveTo>
                  <a:cubicBezTo>
                    <a:pt x="14097" y="10956"/>
                    <a:pt x="10954" y="14099"/>
                    <a:pt x="7048" y="14099"/>
                  </a:cubicBezTo>
                  <a:cubicBezTo>
                    <a:pt x="3143" y="14099"/>
                    <a:pt x="0" y="10956"/>
                    <a:pt x="0" y="7051"/>
                  </a:cubicBezTo>
                  <a:cubicBezTo>
                    <a:pt x="0" y="3145"/>
                    <a:pt x="3143" y="2"/>
                    <a:pt x="7048" y="2"/>
                  </a:cubicBezTo>
                  <a:cubicBezTo>
                    <a:pt x="10954" y="-93"/>
                    <a:pt x="14097" y="3145"/>
                    <a:pt x="14097" y="7051"/>
                  </a:cubicBezTo>
                  <a:close/>
                </a:path>
              </a:pathLst>
            </a:custGeom>
            <a:grpFill/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422" name="Freeform: Shape 77">
              <a:extLst>
                <a:ext uri="{FF2B5EF4-FFF2-40B4-BE49-F238E27FC236}">
                  <a16:creationId xmlns:a16="http://schemas.microsoft.com/office/drawing/2014/main" id="{D234974B-3555-465B-95A7-1C63CE738673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6266865" y="3126281"/>
              <a:ext cx="14096" cy="14099"/>
            </a:xfrm>
            <a:custGeom>
              <a:avLst/>
              <a:gdLst>
                <a:gd name="connsiteX0" fmla="*/ 14097 w 14096"/>
                <a:gd name="connsiteY0" fmla="*/ 7051 h 14099"/>
                <a:gd name="connsiteX1" fmla="*/ 7049 w 14096"/>
                <a:gd name="connsiteY1" fmla="*/ 14099 h 14099"/>
                <a:gd name="connsiteX2" fmla="*/ 0 w 14096"/>
                <a:gd name="connsiteY2" fmla="*/ 7051 h 14099"/>
                <a:gd name="connsiteX3" fmla="*/ 7049 w 14096"/>
                <a:gd name="connsiteY3" fmla="*/ 2 h 14099"/>
                <a:gd name="connsiteX4" fmla="*/ 14097 w 14096"/>
                <a:gd name="connsiteY4" fmla="*/ 7051 h 14099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14096" h="14099">
                  <a:moveTo>
                    <a:pt x="14097" y="7051"/>
                  </a:moveTo>
                  <a:cubicBezTo>
                    <a:pt x="14097" y="10956"/>
                    <a:pt x="10954" y="14099"/>
                    <a:pt x="7049" y="14099"/>
                  </a:cubicBezTo>
                  <a:cubicBezTo>
                    <a:pt x="3143" y="14099"/>
                    <a:pt x="0" y="10956"/>
                    <a:pt x="0" y="7051"/>
                  </a:cubicBezTo>
                  <a:cubicBezTo>
                    <a:pt x="0" y="3145"/>
                    <a:pt x="3143" y="2"/>
                    <a:pt x="7049" y="2"/>
                  </a:cubicBezTo>
                  <a:cubicBezTo>
                    <a:pt x="10859" y="-93"/>
                    <a:pt x="14097" y="3145"/>
                    <a:pt x="14097" y="7051"/>
                  </a:cubicBezTo>
                  <a:close/>
                </a:path>
              </a:pathLst>
            </a:custGeom>
            <a:grpFill/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423" name="Freeform: Shape 78">
              <a:extLst>
                <a:ext uri="{FF2B5EF4-FFF2-40B4-BE49-F238E27FC236}">
                  <a16:creationId xmlns:a16="http://schemas.microsoft.com/office/drawing/2014/main" id="{0E38F9FD-48AC-4C3E-9E75-D1C0B555E06C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6326014" y="3126281"/>
              <a:ext cx="14096" cy="14099"/>
            </a:xfrm>
            <a:custGeom>
              <a:avLst/>
              <a:gdLst>
                <a:gd name="connsiteX0" fmla="*/ 14097 w 14096"/>
                <a:gd name="connsiteY0" fmla="*/ 7051 h 14099"/>
                <a:gd name="connsiteX1" fmla="*/ 7048 w 14096"/>
                <a:gd name="connsiteY1" fmla="*/ 14099 h 14099"/>
                <a:gd name="connsiteX2" fmla="*/ 0 w 14096"/>
                <a:gd name="connsiteY2" fmla="*/ 7051 h 14099"/>
                <a:gd name="connsiteX3" fmla="*/ 7048 w 14096"/>
                <a:gd name="connsiteY3" fmla="*/ 2 h 14099"/>
                <a:gd name="connsiteX4" fmla="*/ 14097 w 14096"/>
                <a:gd name="connsiteY4" fmla="*/ 7051 h 14099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14096" h="14099">
                  <a:moveTo>
                    <a:pt x="14097" y="7051"/>
                  </a:moveTo>
                  <a:cubicBezTo>
                    <a:pt x="14097" y="10956"/>
                    <a:pt x="10954" y="14099"/>
                    <a:pt x="7048" y="14099"/>
                  </a:cubicBezTo>
                  <a:cubicBezTo>
                    <a:pt x="3143" y="14099"/>
                    <a:pt x="0" y="10956"/>
                    <a:pt x="0" y="7051"/>
                  </a:cubicBezTo>
                  <a:cubicBezTo>
                    <a:pt x="0" y="3145"/>
                    <a:pt x="3143" y="2"/>
                    <a:pt x="7048" y="2"/>
                  </a:cubicBezTo>
                  <a:cubicBezTo>
                    <a:pt x="10954" y="-93"/>
                    <a:pt x="14097" y="3145"/>
                    <a:pt x="14097" y="7051"/>
                  </a:cubicBezTo>
                  <a:close/>
                </a:path>
              </a:pathLst>
            </a:custGeom>
            <a:grpFill/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424" name="Freeform: Shape 79">
              <a:extLst>
                <a:ext uri="{FF2B5EF4-FFF2-40B4-BE49-F238E27FC236}">
                  <a16:creationId xmlns:a16="http://schemas.microsoft.com/office/drawing/2014/main" id="{3AA72E26-5C3D-4231-9042-E00AE43E801E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6385260" y="3126281"/>
              <a:ext cx="14096" cy="14099"/>
            </a:xfrm>
            <a:custGeom>
              <a:avLst/>
              <a:gdLst>
                <a:gd name="connsiteX0" fmla="*/ 14097 w 14096"/>
                <a:gd name="connsiteY0" fmla="*/ 7051 h 14099"/>
                <a:gd name="connsiteX1" fmla="*/ 7048 w 14096"/>
                <a:gd name="connsiteY1" fmla="*/ 14099 h 14099"/>
                <a:gd name="connsiteX2" fmla="*/ 0 w 14096"/>
                <a:gd name="connsiteY2" fmla="*/ 7051 h 14099"/>
                <a:gd name="connsiteX3" fmla="*/ 7048 w 14096"/>
                <a:gd name="connsiteY3" fmla="*/ 2 h 14099"/>
                <a:gd name="connsiteX4" fmla="*/ 14097 w 14096"/>
                <a:gd name="connsiteY4" fmla="*/ 7051 h 14099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14096" h="14099">
                  <a:moveTo>
                    <a:pt x="14097" y="7051"/>
                  </a:moveTo>
                  <a:cubicBezTo>
                    <a:pt x="14097" y="10956"/>
                    <a:pt x="10954" y="14099"/>
                    <a:pt x="7048" y="14099"/>
                  </a:cubicBezTo>
                  <a:cubicBezTo>
                    <a:pt x="3143" y="14099"/>
                    <a:pt x="0" y="10956"/>
                    <a:pt x="0" y="7051"/>
                  </a:cubicBezTo>
                  <a:cubicBezTo>
                    <a:pt x="0" y="3145"/>
                    <a:pt x="3143" y="2"/>
                    <a:pt x="7048" y="2"/>
                  </a:cubicBezTo>
                  <a:cubicBezTo>
                    <a:pt x="10858" y="-93"/>
                    <a:pt x="14097" y="3145"/>
                    <a:pt x="14097" y="7051"/>
                  </a:cubicBezTo>
                  <a:close/>
                </a:path>
              </a:pathLst>
            </a:custGeom>
            <a:grpFill/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425" name="Freeform: Shape 80">
              <a:extLst>
                <a:ext uri="{FF2B5EF4-FFF2-40B4-BE49-F238E27FC236}">
                  <a16:creationId xmlns:a16="http://schemas.microsoft.com/office/drawing/2014/main" id="{6684433D-3C9E-4C19-A801-D51CF3064F1A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6444410" y="3126283"/>
              <a:ext cx="14096" cy="14097"/>
            </a:xfrm>
            <a:custGeom>
              <a:avLst/>
              <a:gdLst>
                <a:gd name="connsiteX0" fmla="*/ 14097 w 14096"/>
                <a:gd name="connsiteY0" fmla="*/ 7049 h 14097"/>
                <a:gd name="connsiteX1" fmla="*/ 7048 w 14096"/>
                <a:gd name="connsiteY1" fmla="*/ 14097 h 14097"/>
                <a:gd name="connsiteX2" fmla="*/ 0 w 14096"/>
                <a:gd name="connsiteY2" fmla="*/ 7049 h 14097"/>
                <a:gd name="connsiteX3" fmla="*/ 7048 w 14096"/>
                <a:gd name="connsiteY3" fmla="*/ 0 h 14097"/>
                <a:gd name="connsiteX4" fmla="*/ 14097 w 14096"/>
                <a:gd name="connsiteY4" fmla="*/ 7049 h 14097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14096" h="14097">
                  <a:moveTo>
                    <a:pt x="14097" y="7049"/>
                  </a:moveTo>
                  <a:cubicBezTo>
                    <a:pt x="14097" y="10954"/>
                    <a:pt x="10954" y="14097"/>
                    <a:pt x="7048" y="14097"/>
                  </a:cubicBezTo>
                  <a:cubicBezTo>
                    <a:pt x="3143" y="14097"/>
                    <a:pt x="0" y="10954"/>
                    <a:pt x="0" y="7049"/>
                  </a:cubicBezTo>
                  <a:cubicBezTo>
                    <a:pt x="0" y="3143"/>
                    <a:pt x="3143" y="0"/>
                    <a:pt x="7048" y="0"/>
                  </a:cubicBezTo>
                  <a:cubicBezTo>
                    <a:pt x="10954" y="0"/>
                    <a:pt x="14097" y="3143"/>
                    <a:pt x="14097" y="7049"/>
                  </a:cubicBezTo>
                  <a:close/>
                </a:path>
              </a:pathLst>
            </a:custGeom>
            <a:grpFill/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426" name="Freeform: Shape 81">
              <a:extLst>
                <a:ext uri="{FF2B5EF4-FFF2-40B4-BE49-F238E27FC236}">
                  <a16:creationId xmlns:a16="http://schemas.microsoft.com/office/drawing/2014/main" id="{DADB0C3D-A021-4F40-93B3-76B61334FD91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6148469" y="3185433"/>
              <a:ext cx="14097" cy="14096"/>
            </a:xfrm>
            <a:custGeom>
              <a:avLst/>
              <a:gdLst>
                <a:gd name="connsiteX0" fmla="*/ 14097 w 14097"/>
                <a:gd name="connsiteY0" fmla="*/ 7048 h 14096"/>
                <a:gd name="connsiteX1" fmla="*/ 7049 w 14097"/>
                <a:gd name="connsiteY1" fmla="*/ 14097 h 14096"/>
                <a:gd name="connsiteX2" fmla="*/ 0 w 14097"/>
                <a:gd name="connsiteY2" fmla="*/ 7048 h 14096"/>
                <a:gd name="connsiteX3" fmla="*/ 7049 w 14097"/>
                <a:gd name="connsiteY3" fmla="*/ 0 h 14096"/>
                <a:gd name="connsiteX4" fmla="*/ 14097 w 14097"/>
                <a:gd name="connsiteY4" fmla="*/ 7048 h 1409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14097" h="14096">
                  <a:moveTo>
                    <a:pt x="14097" y="7048"/>
                  </a:moveTo>
                  <a:cubicBezTo>
                    <a:pt x="14097" y="10954"/>
                    <a:pt x="10954" y="14097"/>
                    <a:pt x="7049" y="14097"/>
                  </a:cubicBezTo>
                  <a:cubicBezTo>
                    <a:pt x="3143" y="14097"/>
                    <a:pt x="0" y="10954"/>
                    <a:pt x="0" y="7048"/>
                  </a:cubicBezTo>
                  <a:cubicBezTo>
                    <a:pt x="0" y="3143"/>
                    <a:pt x="3143" y="0"/>
                    <a:pt x="7049" y="0"/>
                  </a:cubicBezTo>
                  <a:cubicBezTo>
                    <a:pt x="10954" y="0"/>
                    <a:pt x="14097" y="3143"/>
                    <a:pt x="14097" y="7048"/>
                  </a:cubicBezTo>
                  <a:close/>
                </a:path>
              </a:pathLst>
            </a:custGeom>
            <a:grpFill/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427" name="Freeform: Shape 82">
              <a:extLst>
                <a:ext uri="{FF2B5EF4-FFF2-40B4-BE49-F238E27FC236}">
                  <a16:creationId xmlns:a16="http://schemas.microsoft.com/office/drawing/2014/main" id="{41781C18-F408-401D-8A86-99FFBB989565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6207620" y="3185433"/>
              <a:ext cx="14096" cy="14096"/>
            </a:xfrm>
            <a:custGeom>
              <a:avLst/>
              <a:gdLst>
                <a:gd name="connsiteX0" fmla="*/ 14097 w 14096"/>
                <a:gd name="connsiteY0" fmla="*/ 7048 h 14096"/>
                <a:gd name="connsiteX1" fmla="*/ 7048 w 14096"/>
                <a:gd name="connsiteY1" fmla="*/ 14097 h 14096"/>
                <a:gd name="connsiteX2" fmla="*/ 0 w 14096"/>
                <a:gd name="connsiteY2" fmla="*/ 7048 h 14096"/>
                <a:gd name="connsiteX3" fmla="*/ 7048 w 14096"/>
                <a:gd name="connsiteY3" fmla="*/ 0 h 14096"/>
                <a:gd name="connsiteX4" fmla="*/ 14097 w 14096"/>
                <a:gd name="connsiteY4" fmla="*/ 7048 h 1409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14096" h="14096">
                  <a:moveTo>
                    <a:pt x="14097" y="7048"/>
                  </a:moveTo>
                  <a:cubicBezTo>
                    <a:pt x="14097" y="10954"/>
                    <a:pt x="10954" y="14097"/>
                    <a:pt x="7048" y="14097"/>
                  </a:cubicBezTo>
                  <a:cubicBezTo>
                    <a:pt x="3143" y="14097"/>
                    <a:pt x="0" y="10954"/>
                    <a:pt x="0" y="7048"/>
                  </a:cubicBezTo>
                  <a:cubicBezTo>
                    <a:pt x="0" y="3143"/>
                    <a:pt x="3143" y="0"/>
                    <a:pt x="7048" y="0"/>
                  </a:cubicBezTo>
                  <a:cubicBezTo>
                    <a:pt x="10954" y="0"/>
                    <a:pt x="14097" y="3143"/>
                    <a:pt x="14097" y="7048"/>
                  </a:cubicBezTo>
                  <a:close/>
                </a:path>
              </a:pathLst>
            </a:custGeom>
            <a:grpFill/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428" name="Freeform: Shape 83">
              <a:extLst>
                <a:ext uri="{FF2B5EF4-FFF2-40B4-BE49-F238E27FC236}">
                  <a16:creationId xmlns:a16="http://schemas.microsoft.com/office/drawing/2014/main" id="{9D958D9F-E4B0-48B1-ADA4-3053AFB5D9CE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6266865" y="3185433"/>
              <a:ext cx="14096" cy="14096"/>
            </a:xfrm>
            <a:custGeom>
              <a:avLst/>
              <a:gdLst>
                <a:gd name="connsiteX0" fmla="*/ 14097 w 14096"/>
                <a:gd name="connsiteY0" fmla="*/ 7048 h 14096"/>
                <a:gd name="connsiteX1" fmla="*/ 7049 w 14096"/>
                <a:gd name="connsiteY1" fmla="*/ 14097 h 14096"/>
                <a:gd name="connsiteX2" fmla="*/ 0 w 14096"/>
                <a:gd name="connsiteY2" fmla="*/ 7048 h 14096"/>
                <a:gd name="connsiteX3" fmla="*/ 7049 w 14096"/>
                <a:gd name="connsiteY3" fmla="*/ 0 h 14096"/>
                <a:gd name="connsiteX4" fmla="*/ 14097 w 14096"/>
                <a:gd name="connsiteY4" fmla="*/ 7048 h 1409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14096" h="14096">
                  <a:moveTo>
                    <a:pt x="14097" y="7048"/>
                  </a:moveTo>
                  <a:cubicBezTo>
                    <a:pt x="14097" y="10954"/>
                    <a:pt x="10954" y="14097"/>
                    <a:pt x="7049" y="14097"/>
                  </a:cubicBezTo>
                  <a:cubicBezTo>
                    <a:pt x="3143" y="14097"/>
                    <a:pt x="0" y="10954"/>
                    <a:pt x="0" y="7048"/>
                  </a:cubicBezTo>
                  <a:cubicBezTo>
                    <a:pt x="0" y="3143"/>
                    <a:pt x="3143" y="0"/>
                    <a:pt x="7049" y="0"/>
                  </a:cubicBezTo>
                  <a:cubicBezTo>
                    <a:pt x="10859" y="0"/>
                    <a:pt x="14097" y="3143"/>
                    <a:pt x="14097" y="7048"/>
                  </a:cubicBezTo>
                  <a:close/>
                </a:path>
              </a:pathLst>
            </a:custGeom>
            <a:grpFill/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429" name="Freeform: Shape 84">
              <a:extLst>
                <a:ext uri="{FF2B5EF4-FFF2-40B4-BE49-F238E27FC236}">
                  <a16:creationId xmlns:a16="http://schemas.microsoft.com/office/drawing/2014/main" id="{43EFCD46-F0FB-499C-81B9-3508FE5C8C5E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6326014" y="3185433"/>
              <a:ext cx="14096" cy="14096"/>
            </a:xfrm>
            <a:custGeom>
              <a:avLst/>
              <a:gdLst>
                <a:gd name="connsiteX0" fmla="*/ 14097 w 14096"/>
                <a:gd name="connsiteY0" fmla="*/ 7048 h 14096"/>
                <a:gd name="connsiteX1" fmla="*/ 7048 w 14096"/>
                <a:gd name="connsiteY1" fmla="*/ 14097 h 14096"/>
                <a:gd name="connsiteX2" fmla="*/ 0 w 14096"/>
                <a:gd name="connsiteY2" fmla="*/ 7048 h 14096"/>
                <a:gd name="connsiteX3" fmla="*/ 7048 w 14096"/>
                <a:gd name="connsiteY3" fmla="*/ 0 h 14096"/>
                <a:gd name="connsiteX4" fmla="*/ 14097 w 14096"/>
                <a:gd name="connsiteY4" fmla="*/ 7048 h 1409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14096" h="14096">
                  <a:moveTo>
                    <a:pt x="14097" y="7048"/>
                  </a:moveTo>
                  <a:cubicBezTo>
                    <a:pt x="14097" y="10954"/>
                    <a:pt x="10954" y="14097"/>
                    <a:pt x="7048" y="14097"/>
                  </a:cubicBezTo>
                  <a:cubicBezTo>
                    <a:pt x="3143" y="14097"/>
                    <a:pt x="0" y="10954"/>
                    <a:pt x="0" y="7048"/>
                  </a:cubicBezTo>
                  <a:cubicBezTo>
                    <a:pt x="0" y="3143"/>
                    <a:pt x="3143" y="0"/>
                    <a:pt x="7048" y="0"/>
                  </a:cubicBezTo>
                  <a:cubicBezTo>
                    <a:pt x="10954" y="0"/>
                    <a:pt x="14097" y="3143"/>
                    <a:pt x="14097" y="7048"/>
                  </a:cubicBezTo>
                  <a:close/>
                </a:path>
              </a:pathLst>
            </a:custGeom>
            <a:grpFill/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430" name="Freeform: Shape 85">
              <a:extLst>
                <a:ext uri="{FF2B5EF4-FFF2-40B4-BE49-F238E27FC236}">
                  <a16:creationId xmlns:a16="http://schemas.microsoft.com/office/drawing/2014/main" id="{2B6A130F-CB85-4BDA-8DDF-8DAAB2F7D049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6385260" y="3185433"/>
              <a:ext cx="14096" cy="14096"/>
            </a:xfrm>
            <a:custGeom>
              <a:avLst/>
              <a:gdLst>
                <a:gd name="connsiteX0" fmla="*/ 14097 w 14096"/>
                <a:gd name="connsiteY0" fmla="*/ 7048 h 14096"/>
                <a:gd name="connsiteX1" fmla="*/ 7048 w 14096"/>
                <a:gd name="connsiteY1" fmla="*/ 14097 h 14096"/>
                <a:gd name="connsiteX2" fmla="*/ 0 w 14096"/>
                <a:gd name="connsiteY2" fmla="*/ 7048 h 14096"/>
                <a:gd name="connsiteX3" fmla="*/ 7048 w 14096"/>
                <a:gd name="connsiteY3" fmla="*/ 0 h 14096"/>
                <a:gd name="connsiteX4" fmla="*/ 14097 w 14096"/>
                <a:gd name="connsiteY4" fmla="*/ 7048 h 1409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14096" h="14096">
                  <a:moveTo>
                    <a:pt x="14097" y="7048"/>
                  </a:moveTo>
                  <a:cubicBezTo>
                    <a:pt x="14097" y="10954"/>
                    <a:pt x="10954" y="14097"/>
                    <a:pt x="7048" y="14097"/>
                  </a:cubicBezTo>
                  <a:cubicBezTo>
                    <a:pt x="3143" y="14097"/>
                    <a:pt x="0" y="10954"/>
                    <a:pt x="0" y="7048"/>
                  </a:cubicBezTo>
                  <a:cubicBezTo>
                    <a:pt x="0" y="3143"/>
                    <a:pt x="3143" y="0"/>
                    <a:pt x="7048" y="0"/>
                  </a:cubicBezTo>
                  <a:cubicBezTo>
                    <a:pt x="10858" y="0"/>
                    <a:pt x="14097" y="3143"/>
                    <a:pt x="14097" y="7048"/>
                  </a:cubicBezTo>
                  <a:close/>
                </a:path>
              </a:pathLst>
            </a:custGeom>
            <a:grpFill/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431" name="Freeform: Shape 86">
              <a:extLst>
                <a:ext uri="{FF2B5EF4-FFF2-40B4-BE49-F238E27FC236}">
                  <a16:creationId xmlns:a16="http://schemas.microsoft.com/office/drawing/2014/main" id="{9359DA40-CA94-4B1F-9BE6-C800BEEC776F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6444410" y="3185432"/>
              <a:ext cx="14096" cy="14097"/>
            </a:xfrm>
            <a:custGeom>
              <a:avLst/>
              <a:gdLst>
                <a:gd name="connsiteX0" fmla="*/ 14097 w 14096"/>
                <a:gd name="connsiteY0" fmla="*/ 7049 h 14097"/>
                <a:gd name="connsiteX1" fmla="*/ 7048 w 14096"/>
                <a:gd name="connsiteY1" fmla="*/ 14097 h 14097"/>
                <a:gd name="connsiteX2" fmla="*/ 0 w 14096"/>
                <a:gd name="connsiteY2" fmla="*/ 7049 h 14097"/>
                <a:gd name="connsiteX3" fmla="*/ 7048 w 14096"/>
                <a:gd name="connsiteY3" fmla="*/ 0 h 14097"/>
                <a:gd name="connsiteX4" fmla="*/ 14097 w 14096"/>
                <a:gd name="connsiteY4" fmla="*/ 7049 h 14097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14096" h="14097">
                  <a:moveTo>
                    <a:pt x="14097" y="7049"/>
                  </a:moveTo>
                  <a:cubicBezTo>
                    <a:pt x="14097" y="10941"/>
                    <a:pt x="10941" y="14097"/>
                    <a:pt x="7048" y="14097"/>
                  </a:cubicBezTo>
                  <a:cubicBezTo>
                    <a:pt x="3156" y="14097"/>
                    <a:pt x="0" y="10941"/>
                    <a:pt x="0" y="7049"/>
                  </a:cubicBezTo>
                  <a:cubicBezTo>
                    <a:pt x="0" y="3156"/>
                    <a:pt x="3156" y="0"/>
                    <a:pt x="7048" y="0"/>
                  </a:cubicBezTo>
                  <a:cubicBezTo>
                    <a:pt x="10941" y="0"/>
                    <a:pt x="14097" y="3156"/>
                    <a:pt x="14097" y="7049"/>
                  </a:cubicBezTo>
                  <a:close/>
                </a:path>
              </a:pathLst>
            </a:custGeom>
            <a:grpFill/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432" name="Freeform: Shape 87">
              <a:extLst>
                <a:ext uri="{FF2B5EF4-FFF2-40B4-BE49-F238E27FC236}">
                  <a16:creationId xmlns:a16="http://schemas.microsoft.com/office/drawing/2014/main" id="{73304FCD-8DAD-4BC8-A16E-84DDCA07FF44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6148469" y="3244676"/>
              <a:ext cx="14097" cy="14099"/>
            </a:xfrm>
            <a:custGeom>
              <a:avLst/>
              <a:gdLst>
                <a:gd name="connsiteX0" fmla="*/ 14097 w 14097"/>
                <a:gd name="connsiteY0" fmla="*/ 7051 h 14099"/>
                <a:gd name="connsiteX1" fmla="*/ 7049 w 14097"/>
                <a:gd name="connsiteY1" fmla="*/ 14099 h 14099"/>
                <a:gd name="connsiteX2" fmla="*/ 0 w 14097"/>
                <a:gd name="connsiteY2" fmla="*/ 7051 h 14099"/>
                <a:gd name="connsiteX3" fmla="*/ 7049 w 14097"/>
                <a:gd name="connsiteY3" fmla="*/ 2 h 14099"/>
                <a:gd name="connsiteX4" fmla="*/ 14097 w 14097"/>
                <a:gd name="connsiteY4" fmla="*/ 7051 h 14099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14097" h="14099">
                  <a:moveTo>
                    <a:pt x="14097" y="7051"/>
                  </a:moveTo>
                  <a:cubicBezTo>
                    <a:pt x="14097" y="10956"/>
                    <a:pt x="10954" y="14099"/>
                    <a:pt x="7049" y="14099"/>
                  </a:cubicBezTo>
                  <a:cubicBezTo>
                    <a:pt x="3143" y="14099"/>
                    <a:pt x="0" y="10956"/>
                    <a:pt x="0" y="7051"/>
                  </a:cubicBezTo>
                  <a:cubicBezTo>
                    <a:pt x="0" y="3145"/>
                    <a:pt x="3143" y="2"/>
                    <a:pt x="7049" y="2"/>
                  </a:cubicBezTo>
                  <a:cubicBezTo>
                    <a:pt x="10954" y="-93"/>
                    <a:pt x="14097" y="3145"/>
                    <a:pt x="14097" y="7051"/>
                  </a:cubicBezTo>
                  <a:close/>
                </a:path>
              </a:pathLst>
            </a:custGeom>
            <a:grpFill/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433" name="Freeform: Shape 88">
              <a:extLst>
                <a:ext uri="{FF2B5EF4-FFF2-40B4-BE49-F238E27FC236}">
                  <a16:creationId xmlns:a16="http://schemas.microsoft.com/office/drawing/2014/main" id="{BCB4864C-8F67-4BE7-89CC-664EA25EC5F2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6207620" y="3244676"/>
              <a:ext cx="14096" cy="14099"/>
            </a:xfrm>
            <a:custGeom>
              <a:avLst/>
              <a:gdLst>
                <a:gd name="connsiteX0" fmla="*/ 14097 w 14096"/>
                <a:gd name="connsiteY0" fmla="*/ 7051 h 14099"/>
                <a:gd name="connsiteX1" fmla="*/ 7048 w 14096"/>
                <a:gd name="connsiteY1" fmla="*/ 14099 h 14099"/>
                <a:gd name="connsiteX2" fmla="*/ 0 w 14096"/>
                <a:gd name="connsiteY2" fmla="*/ 7051 h 14099"/>
                <a:gd name="connsiteX3" fmla="*/ 7048 w 14096"/>
                <a:gd name="connsiteY3" fmla="*/ 2 h 14099"/>
                <a:gd name="connsiteX4" fmla="*/ 14097 w 14096"/>
                <a:gd name="connsiteY4" fmla="*/ 7051 h 14099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14096" h="14099">
                  <a:moveTo>
                    <a:pt x="14097" y="7051"/>
                  </a:moveTo>
                  <a:cubicBezTo>
                    <a:pt x="14097" y="10956"/>
                    <a:pt x="10954" y="14099"/>
                    <a:pt x="7048" y="14099"/>
                  </a:cubicBezTo>
                  <a:cubicBezTo>
                    <a:pt x="3143" y="14099"/>
                    <a:pt x="0" y="10956"/>
                    <a:pt x="0" y="7051"/>
                  </a:cubicBezTo>
                  <a:cubicBezTo>
                    <a:pt x="0" y="3145"/>
                    <a:pt x="3143" y="2"/>
                    <a:pt x="7048" y="2"/>
                  </a:cubicBezTo>
                  <a:cubicBezTo>
                    <a:pt x="10954" y="-93"/>
                    <a:pt x="14097" y="3145"/>
                    <a:pt x="14097" y="7051"/>
                  </a:cubicBezTo>
                  <a:close/>
                </a:path>
              </a:pathLst>
            </a:custGeom>
            <a:grpFill/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434" name="Freeform: Shape 89">
              <a:extLst>
                <a:ext uri="{FF2B5EF4-FFF2-40B4-BE49-F238E27FC236}">
                  <a16:creationId xmlns:a16="http://schemas.microsoft.com/office/drawing/2014/main" id="{845F543D-67FC-4640-A2A1-69DA6D05286E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6266865" y="3244676"/>
              <a:ext cx="14096" cy="14099"/>
            </a:xfrm>
            <a:custGeom>
              <a:avLst/>
              <a:gdLst>
                <a:gd name="connsiteX0" fmla="*/ 14097 w 14096"/>
                <a:gd name="connsiteY0" fmla="*/ 7051 h 14099"/>
                <a:gd name="connsiteX1" fmla="*/ 7049 w 14096"/>
                <a:gd name="connsiteY1" fmla="*/ 14099 h 14099"/>
                <a:gd name="connsiteX2" fmla="*/ 0 w 14096"/>
                <a:gd name="connsiteY2" fmla="*/ 7051 h 14099"/>
                <a:gd name="connsiteX3" fmla="*/ 7049 w 14096"/>
                <a:gd name="connsiteY3" fmla="*/ 2 h 14099"/>
                <a:gd name="connsiteX4" fmla="*/ 14097 w 14096"/>
                <a:gd name="connsiteY4" fmla="*/ 7051 h 14099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14096" h="14099">
                  <a:moveTo>
                    <a:pt x="14097" y="7051"/>
                  </a:moveTo>
                  <a:cubicBezTo>
                    <a:pt x="14097" y="10956"/>
                    <a:pt x="10954" y="14099"/>
                    <a:pt x="7049" y="14099"/>
                  </a:cubicBezTo>
                  <a:cubicBezTo>
                    <a:pt x="3143" y="14099"/>
                    <a:pt x="0" y="10956"/>
                    <a:pt x="0" y="7051"/>
                  </a:cubicBezTo>
                  <a:cubicBezTo>
                    <a:pt x="0" y="3145"/>
                    <a:pt x="3143" y="2"/>
                    <a:pt x="7049" y="2"/>
                  </a:cubicBezTo>
                  <a:cubicBezTo>
                    <a:pt x="10859" y="-93"/>
                    <a:pt x="14097" y="3145"/>
                    <a:pt x="14097" y="7051"/>
                  </a:cubicBezTo>
                  <a:close/>
                </a:path>
              </a:pathLst>
            </a:custGeom>
            <a:grpFill/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435" name="Freeform: Shape 90">
              <a:extLst>
                <a:ext uri="{FF2B5EF4-FFF2-40B4-BE49-F238E27FC236}">
                  <a16:creationId xmlns:a16="http://schemas.microsoft.com/office/drawing/2014/main" id="{DBDB2A9C-60E5-4F7E-BA2B-4DD1595FB972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6326014" y="3244676"/>
              <a:ext cx="14096" cy="14099"/>
            </a:xfrm>
            <a:custGeom>
              <a:avLst/>
              <a:gdLst>
                <a:gd name="connsiteX0" fmla="*/ 14097 w 14096"/>
                <a:gd name="connsiteY0" fmla="*/ 7051 h 14099"/>
                <a:gd name="connsiteX1" fmla="*/ 7048 w 14096"/>
                <a:gd name="connsiteY1" fmla="*/ 14099 h 14099"/>
                <a:gd name="connsiteX2" fmla="*/ 0 w 14096"/>
                <a:gd name="connsiteY2" fmla="*/ 7051 h 14099"/>
                <a:gd name="connsiteX3" fmla="*/ 7048 w 14096"/>
                <a:gd name="connsiteY3" fmla="*/ 2 h 14099"/>
                <a:gd name="connsiteX4" fmla="*/ 14097 w 14096"/>
                <a:gd name="connsiteY4" fmla="*/ 7051 h 14099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14096" h="14099">
                  <a:moveTo>
                    <a:pt x="14097" y="7051"/>
                  </a:moveTo>
                  <a:cubicBezTo>
                    <a:pt x="14097" y="10956"/>
                    <a:pt x="10954" y="14099"/>
                    <a:pt x="7048" y="14099"/>
                  </a:cubicBezTo>
                  <a:cubicBezTo>
                    <a:pt x="3143" y="14099"/>
                    <a:pt x="0" y="10956"/>
                    <a:pt x="0" y="7051"/>
                  </a:cubicBezTo>
                  <a:cubicBezTo>
                    <a:pt x="0" y="3145"/>
                    <a:pt x="3143" y="2"/>
                    <a:pt x="7048" y="2"/>
                  </a:cubicBezTo>
                  <a:cubicBezTo>
                    <a:pt x="10954" y="-93"/>
                    <a:pt x="14097" y="3145"/>
                    <a:pt x="14097" y="7051"/>
                  </a:cubicBezTo>
                  <a:close/>
                </a:path>
              </a:pathLst>
            </a:custGeom>
            <a:grpFill/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436" name="Freeform: Shape 91">
              <a:extLst>
                <a:ext uri="{FF2B5EF4-FFF2-40B4-BE49-F238E27FC236}">
                  <a16:creationId xmlns:a16="http://schemas.microsoft.com/office/drawing/2014/main" id="{72B10DA2-D88E-4952-BDB5-102E61B4B2FE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6385260" y="3244676"/>
              <a:ext cx="14096" cy="14099"/>
            </a:xfrm>
            <a:custGeom>
              <a:avLst/>
              <a:gdLst>
                <a:gd name="connsiteX0" fmla="*/ 14097 w 14096"/>
                <a:gd name="connsiteY0" fmla="*/ 7051 h 14099"/>
                <a:gd name="connsiteX1" fmla="*/ 7048 w 14096"/>
                <a:gd name="connsiteY1" fmla="*/ 14099 h 14099"/>
                <a:gd name="connsiteX2" fmla="*/ 0 w 14096"/>
                <a:gd name="connsiteY2" fmla="*/ 7051 h 14099"/>
                <a:gd name="connsiteX3" fmla="*/ 7048 w 14096"/>
                <a:gd name="connsiteY3" fmla="*/ 2 h 14099"/>
                <a:gd name="connsiteX4" fmla="*/ 14097 w 14096"/>
                <a:gd name="connsiteY4" fmla="*/ 7051 h 14099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14096" h="14099">
                  <a:moveTo>
                    <a:pt x="14097" y="7051"/>
                  </a:moveTo>
                  <a:cubicBezTo>
                    <a:pt x="14097" y="10956"/>
                    <a:pt x="10954" y="14099"/>
                    <a:pt x="7048" y="14099"/>
                  </a:cubicBezTo>
                  <a:cubicBezTo>
                    <a:pt x="3143" y="14099"/>
                    <a:pt x="0" y="10956"/>
                    <a:pt x="0" y="7051"/>
                  </a:cubicBezTo>
                  <a:cubicBezTo>
                    <a:pt x="0" y="3145"/>
                    <a:pt x="3143" y="2"/>
                    <a:pt x="7048" y="2"/>
                  </a:cubicBezTo>
                  <a:cubicBezTo>
                    <a:pt x="10858" y="-93"/>
                    <a:pt x="14097" y="3145"/>
                    <a:pt x="14097" y="7051"/>
                  </a:cubicBezTo>
                  <a:close/>
                </a:path>
              </a:pathLst>
            </a:custGeom>
            <a:grpFill/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437" name="Freeform: Shape 92">
              <a:extLst>
                <a:ext uri="{FF2B5EF4-FFF2-40B4-BE49-F238E27FC236}">
                  <a16:creationId xmlns:a16="http://schemas.microsoft.com/office/drawing/2014/main" id="{AC5F5BED-3698-4F52-9977-D8CA2DC031BB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6444410" y="3244679"/>
              <a:ext cx="14096" cy="14096"/>
            </a:xfrm>
            <a:custGeom>
              <a:avLst/>
              <a:gdLst>
                <a:gd name="connsiteX0" fmla="*/ 14097 w 14096"/>
                <a:gd name="connsiteY0" fmla="*/ 7048 h 14096"/>
                <a:gd name="connsiteX1" fmla="*/ 7048 w 14096"/>
                <a:gd name="connsiteY1" fmla="*/ 14097 h 14096"/>
                <a:gd name="connsiteX2" fmla="*/ 0 w 14096"/>
                <a:gd name="connsiteY2" fmla="*/ 7048 h 14096"/>
                <a:gd name="connsiteX3" fmla="*/ 7048 w 14096"/>
                <a:gd name="connsiteY3" fmla="*/ 0 h 14096"/>
                <a:gd name="connsiteX4" fmla="*/ 14097 w 14096"/>
                <a:gd name="connsiteY4" fmla="*/ 7048 h 1409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14096" h="14096">
                  <a:moveTo>
                    <a:pt x="14097" y="7048"/>
                  </a:moveTo>
                  <a:cubicBezTo>
                    <a:pt x="14097" y="10954"/>
                    <a:pt x="10954" y="14097"/>
                    <a:pt x="7048" y="14097"/>
                  </a:cubicBezTo>
                  <a:cubicBezTo>
                    <a:pt x="3143" y="14097"/>
                    <a:pt x="0" y="10954"/>
                    <a:pt x="0" y="7048"/>
                  </a:cubicBezTo>
                  <a:cubicBezTo>
                    <a:pt x="0" y="3143"/>
                    <a:pt x="3143" y="0"/>
                    <a:pt x="7048" y="0"/>
                  </a:cubicBezTo>
                  <a:cubicBezTo>
                    <a:pt x="10954" y="0"/>
                    <a:pt x="14097" y="3143"/>
                    <a:pt x="14097" y="7048"/>
                  </a:cubicBezTo>
                  <a:close/>
                </a:path>
              </a:pathLst>
            </a:custGeom>
            <a:grpFill/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438" name="Freeform: Shape 93">
              <a:extLst>
                <a:ext uri="{FF2B5EF4-FFF2-40B4-BE49-F238E27FC236}">
                  <a16:creationId xmlns:a16="http://schemas.microsoft.com/office/drawing/2014/main" id="{E19CCEBC-AD20-45B2-A751-42B40BB31CC5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6148469" y="3303829"/>
              <a:ext cx="14097" cy="14096"/>
            </a:xfrm>
            <a:custGeom>
              <a:avLst/>
              <a:gdLst>
                <a:gd name="connsiteX0" fmla="*/ 14097 w 14097"/>
                <a:gd name="connsiteY0" fmla="*/ 7048 h 14096"/>
                <a:gd name="connsiteX1" fmla="*/ 7049 w 14097"/>
                <a:gd name="connsiteY1" fmla="*/ 14097 h 14096"/>
                <a:gd name="connsiteX2" fmla="*/ 0 w 14097"/>
                <a:gd name="connsiteY2" fmla="*/ 7048 h 14096"/>
                <a:gd name="connsiteX3" fmla="*/ 7049 w 14097"/>
                <a:gd name="connsiteY3" fmla="*/ 0 h 14096"/>
                <a:gd name="connsiteX4" fmla="*/ 14097 w 14097"/>
                <a:gd name="connsiteY4" fmla="*/ 7048 h 1409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14097" h="14096">
                  <a:moveTo>
                    <a:pt x="14097" y="7048"/>
                  </a:moveTo>
                  <a:cubicBezTo>
                    <a:pt x="14097" y="10954"/>
                    <a:pt x="10954" y="14097"/>
                    <a:pt x="7049" y="14097"/>
                  </a:cubicBezTo>
                  <a:cubicBezTo>
                    <a:pt x="3143" y="14097"/>
                    <a:pt x="0" y="10954"/>
                    <a:pt x="0" y="7048"/>
                  </a:cubicBezTo>
                  <a:cubicBezTo>
                    <a:pt x="0" y="3143"/>
                    <a:pt x="3143" y="0"/>
                    <a:pt x="7049" y="0"/>
                  </a:cubicBezTo>
                  <a:cubicBezTo>
                    <a:pt x="10954" y="0"/>
                    <a:pt x="14097" y="3143"/>
                    <a:pt x="14097" y="7048"/>
                  </a:cubicBezTo>
                  <a:close/>
                </a:path>
              </a:pathLst>
            </a:custGeom>
            <a:grpFill/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439" name="Freeform: Shape 94">
              <a:extLst>
                <a:ext uri="{FF2B5EF4-FFF2-40B4-BE49-F238E27FC236}">
                  <a16:creationId xmlns:a16="http://schemas.microsoft.com/office/drawing/2014/main" id="{3A978AD9-9A35-4B89-B3BC-61E54AD9EBFA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6207620" y="3303829"/>
              <a:ext cx="14096" cy="14096"/>
            </a:xfrm>
            <a:custGeom>
              <a:avLst/>
              <a:gdLst>
                <a:gd name="connsiteX0" fmla="*/ 14097 w 14096"/>
                <a:gd name="connsiteY0" fmla="*/ 7048 h 14096"/>
                <a:gd name="connsiteX1" fmla="*/ 7048 w 14096"/>
                <a:gd name="connsiteY1" fmla="*/ 14097 h 14096"/>
                <a:gd name="connsiteX2" fmla="*/ 0 w 14096"/>
                <a:gd name="connsiteY2" fmla="*/ 7048 h 14096"/>
                <a:gd name="connsiteX3" fmla="*/ 7048 w 14096"/>
                <a:gd name="connsiteY3" fmla="*/ 0 h 14096"/>
                <a:gd name="connsiteX4" fmla="*/ 14097 w 14096"/>
                <a:gd name="connsiteY4" fmla="*/ 7048 h 1409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14096" h="14096">
                  <a:moveTo>
                    <a:pt x="14097" y="7048"/>
                  </a:moveTo>
                  <a:cubicBezTo>
                    <a:pt x="14097" y="10954"/>
                    <a:pt x="10954" y="14097"/>
                    <a:pt x="7048" y="14097"/>
                  </a:cubicBezTo>
                  <a:cubicBezTo>
                    <a:pt x="3143" y="14097"/>
                    <a:pt x="0" y="10954"/>
                    <a:pt x="0" y="7048"/>
                  </a:cubicBezTo>
                  <a:cubicBezTo>
                    <a:pt x="0" y="3143"/>
                    <a:pt x="3143" y="0"/>
                    <a:pt x="7048" y="0"/>
                  </a:cubicBezTo>
                  <a:cubicBezTo>
                    <a:pt x="10954" y="0"/>
                    <a:pt x="14097" y="3143"/>
                    <a:pt x="14097" y="7048"/>
                  </a:cubicBezTo>
                  <a:close/>
                </a:path>
              </a:pathLst>
            </a:custGeom>
            <a:grpFill/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440" name="Freeform: Shape 95">
              <a:extLst>
                <a:ext uri="{FF2B5EF4-FFF2-40B4-BE49-F238E27FC236}">
                  <a16:creationId xmlns:a16="http://schemas.microsoft.com/office/drawing/2014/main" id="{77D8C808-AFC9-42DD-B253-0048903791C7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6266865" y="3303829"/>
              <a:ext cx="14096" cy="14096"/>
            </a:xfrm>
            <a:custGeom>
              <a:avLst/>
              <a:gdLst>
                <a:gd name="connsiteX0" fmla="*/ 14097 w 14096"/>
                <a:gd name="connsiteY0" fmla="*/ 7048 h 14096"/>
                <a:gd name="connsiteX1" fmla="*/ 7049 w 14096"/>
                <a:gd name="connsiteY1" fmla="*/ 14097 h 14096"/>
                <a:gd name="connsiteX2" fmla="*/ 0 w 14096"/>
                <a:gd name="connsiteY2" fmla="*/ 7048 h 14096"/>
                <a:gd name="connsiteX3" fmla="*/ 7049 w 14096"/>
                <a:gd name="connsiteY3" fmla="*/ 0 h 14096"/>
                <a:gd name="connsiteX4" fmla="*/ 14097 w 14096"/>
                <a:gd name="connsiteY4" fmla="*/ 7048 h 1409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14096" h="14096">
                  <a:moveTo>
                    <a:pt x="14097" y="7048"/>
                  </a:moveTo>
                  <a:cubicBezTo>
                    <a:pt x="14097" y="10954"/>
                    <a:pt x="10954" y="14097"/>
                    <a:pt x="7049" y="14097"/>
                  </a:cubicBezTo>
                  <a:cubicBezTo>
                    <a:pt x="3143" y="14097"/>
                    <a:pt x="0" y="10954"/>
                    <a:pt x="0" y="7048"/>
                  </a:cubicBezTo>
                  <a:cubicBezTo>
                    <a:pt x="0" y="3143"/>
                    <a:pt x="3143" y="0"/>
                    <a:pt x="7049" y="0"/>
                  </a:cubicBezTo>
                  <a:cubicBezTo>
                    <a:pt x="10859" y="0"/>
                    <a:pt x="14097" y="3143"/>
                    <a:pt x="14097" y="7048"/>
                  </a:cubicBezTo>
                  <a:close/>
                </a:path>
              </a:pathLst>
            </a:custGeom>
            <a:grpFill/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441" name="Freeform: Shape 96">
              <a:extLst>
                <a:ext uri="{FF2B5EF4-FFF2-40B4-BE49-F238E27FC236}">
                  <a16:creationId xmlns:a16="http://schemas.microsoft.com/office/drawing/2014/main" id="{EECD0BF1-7C64-407E-8306-4C447B1D3287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6326014" y="3303829"/>
              <a:ext cx="14096" cy="14096"/>
            </a:xfrm>
            <a:custGeom>
              <a:avLst/>
              <a:gdLst>
                <a:gd name="connsiteX0" fmla="*/ 14097 w 14096"/>
                <a:gd name="connsiteY0" fmla="*/ 7048 h 14096"/>
                <a:gd name="connsiteX1" fmla="*/ 7048 w 14096"/>
                <a:gd name="connsiteY1" fmla="*/ 14097 h 14096"/>
                <a:gd name="connsiteX2" fmla="*/ 0 w 14096"/>
                <a:gd name="connsiteY2" fmla="*/ 7048 h 14096"/>
                <a:gd name="connsiteX3" fmla="*/ 7048 w 14096"/>
                <a:gd name="connsiteY3" fmla="*/ 0 h 14096"/>
                <a:gd name="connsiteX4" fmla="*/ 14097 w 14096"/>
                <a:gd name="connsiteY4" fmla="*/ 7048 h 1409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14096" h="14096">
                  <a:moveTo>
                    <a:pt x="14097" y="7048"/>
                  </a:moveTo>
                  <a:cubicBezTo>
                    <a:pt x="14097" y="10954"/>
                    <a:pt x="10954" y="14097"/>
                    <a:pt x="7048" y="14097"/>
                  </a:cubicBezTo>
                  <a:cubicBezTo>
                    <a:pt x="3143" y="14097"/>
                    <a:pt x="0" y="10954"/>
                    <a:pt x="0" y="7048"/>
                  </a:cubicBezTo>
                  <a:cubicBezTo>
                    <a:pt x="0" y="3143"/>
                    <a:pt x="3143" y="0"/>
                    <a:pt x="7048" y="0"/>
                  </a:cubicBezTo>
                  <a:cubicBezTo>
                    <a:pt x="10954" y="0"/>
                    <a:pt x="14097" y="3143"/>
                    <a:pt x="14097" y="7048"/>
                  </a:cubicBezTo>
                  <a:close/>
                </a:path>
              </a:pathLst>
            </a:custGeom>
            <a:grpFill/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442" name="Freeform: Shape 97">
              <a:extLst>
                <a:ext uri="{FF2B5EF4-FFF2-40B4-BE49-F238E27FC236}">
                  <a16:creationId xmlns:a16="http://schemas.microsoft.com/office/drawing/2014/main" id="{953B0F94-AC35-4CB2-878D-1DC7D68BE9AE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6385260" y="3303829"/>
              <a:ext cx="14096" cy="14096"/>
            </a:xfrm>
            <a:custGeom>
              <a:avLst/>
              <a:gdLst>
                <a:gd name="connsiteX0" fmla="*/ 14097 w 14096"/>
                <a:gd name="connsiteY0" fmla="*/ 7048 h 14096"/>
                <a:gd name="connsiteX1" fmla="*/ 7048 w 14096"/>
                <a:gd name="connsiteY1" fmla="*/ 14097 h 14096"/>
                <a:gd name="connsiteX2" fmla="*/ 0 w 14096"/>
                <a:gd name="connsiteY2" fmla="*/ 7048 h 14096"/>
                <a:gd name="connsiteX3" fmla="*/ 7048 w 14096"/>
                <a:gd name="connsiteY3" fmla="*/ 0 h 14096"/>
                <a:gd name="connsiteX4" fmla="*/ 14097 w 14096"/>
                <a:gd name="connsiteY4" fmla="*/ 7048 h 1409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14096" h="14096">
                  <a:moveTo>
                    <a:pt x="14097" y="7048"/>
                  </a:moveTo>
                  <a:cubicBezTo>
                    <a:pt x="14097" y="10954"/>
                    <a:pt x="10954" y="14097"/>
                    <a:pt x="7048" y="14097"/>
                  </a:cubicBezTo>
                  <a:cubicBezTo>
                    <a:pt x="3143" y="14097"/>
                    <a:pt x="0" y="10954"/>
                    <a:pt x="0" y="7048"/>
                  </a:cubicBezTo>
                  <a:cubicBezTo>
                    <a:pt x="0" y="3143"/>
                    <a:pt x="3143" y="0"/>
                    <a:pt x="7048" y="0"/>
                  </a:cubicBezTo>
                  <a:cubicBezTo>
                    <a:pt x="10858" y="0"/>
                    <a:pt x="14097" y="3143"/>
                    <a:pt x="14097" y="7048"/>
                  </a:cubicBezTo>
                  <a:close/>
                </a:path>
              </a:pathLst>
            </a:custGeom>
            <a:grpFill/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443" name="Freeform: Shape 98">
              <a:extLst>
                <a:ext uri="{FF2B5EF4-FFF2-40B4-BE49-F238E27FC236}">
                  <a16:creationId xmlns:a16="http://schemas.microsoft.com/office/drawing/2014/main" id="{08EA50C2-BB5F-4368-AA91-67B207C1AB32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6444410" y="3303829"/>
              <a:ext cx="14096" cy="14096"/>
            </a:xfrm>
            <a:custGeom>
              <a:avLst/>
              <a:gdLst>
                <a:gd name="connsiteX0" fmla="*/ 14097 w 14096"/>
                <a:gd name="connsiteY0" fmla="*/ 7048 h 14096"/>
                <a:gd name="connsiteX1" fmla="*/ 7048 w 14096"/>
                <a:gd name="connsiteY1" fmla="*/ 14097 h 14096"/>
                <a:gd name="connsiteX2" fmla="*/ 0 w 14096"/>
                <a:gd name="connsiteY2" fmla="*/ 7048 h 14096"/>
                <a:gd name="connsiteX3" fmla="*/ 7048 w 14096"/>
                <a:gd name="connsiteY3" fmla="*/ 0 h 14096"/>
                <a:gd name="connsiteX4" fmla="*/ 14097 w 14096"/>
                <a:gd name="connsiteY4" fmla="*/ 7048 h 1409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14096" h="14096">
                  <a:moveTo>
                    <a:pt x="14097" y="7048"/>
                  </a:moveTo>
                  <a:cubicBezTo>
                    <a:pt x="14097" y="10954"/>
                    <a:pt x="10954" y="14097"/>
                    <a:pt x="7048" y="14097"/>
                  </a:cubicBezTo>
                  <a:cubicBezTo>
                    <a:pt x="3143" y="14097"/>
                    <a:pt x="0" y="10954"/>
                    <a:pt x="0" y="7048"/>
                  </a:cubicBezTo>
                  <a:cubicBezTo>
                    <a:pt x="0" y="3143"/>
                    <a:pt x="3143" y="0"/>
                    <a:pt x="7048" y="0"/>
                  </a:cubicBezTo>
                  <a:cubicBezTo>
                    <a:pt x="10954" y="0"/>
                    <a:pt x="14097" y="3143"/>
                    <a:pt x="14097" y="7048"/>
                  </a:cubicBezTo>
                  <a:close/>
                </a:path>
              </a:pathLst>
            </a:custGeom>
            <a:grpFill/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444" name="Freeform: Shape 99">
              <a:extLst>
                <a:ext uri="{FF2B5EF4-FFF2-40B4-BE49-F238E27FC236}">
                  <a16:creationId xmlns:a16="http://schemas.microsoft.com/office/drawing/2014/main" id="{DE45A7FE-0A45-45F6-8417-EBDA5A12D834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6148469" y="3363072"/>
              <a:ext cx="14097" cy="14099"/>
            </a:xfrm>
            <a:custGeom>
              <a:avLst/>
              <a:gdLst>
                <a:gd name="connsiteX0" fmla="*/ 14097 w 14097"/>
                <a:gd name="connsiteY0" fmla="*/ 7051 h 14099"/>
                <a:gd name="connsiteX1" fmla="*/ 7049 w 14097"/>
                <a:gd name="connsiteY1" fmla="*/ 14099 h 14099"/>
                <a:gd name="connsiteX2" fmla="*/ 0 w 14097"/>
                <a:gd name="connsiteY2" fmla="*/ 7051 h 14099"/>
                <a:gd name="connsiteX3" fmla="*/ 7049 w 14097"/>
                <a:gd name="connsiteY3" fmla="*/ 2 h 14099"/>
                <a:gd name="connsiteX4" fmla="*/ 14097 w 14097"/>
                <a:gd name="connsiteY4" fmla="*/ 7051 h 14099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14097" h="14099">
                  <a:moveTo>
                    <a:pt x="14097" y="7051"/>
                  </a:moveTo>
                  <a:cubicBezTo>
                    <a:pt x="14097" y="10956"/>
                    <a:pt x="10954" y="14099"/>
                    <a:pt x="7049" y="14099"/>
                  </a:cubicBezTo>
                  <a:cubicBezTo>
                    <a:pt x="3143" y="14099"/>
                    <a:pt x="0" y="10956"/>
                    <a:pt x="0" y="7051"/>
                  </a:cubicBezTo>
                  <a:cubicBezTo>
                    <a:pt x="0" y="3145"/>
                    <a:pt x="3143" y="2"/>
                    <a:pt x="7049" y="2"/>
                  </a:cubicBezTo>
                  <a:cubicBezTo>
                    <a:pt x="10954" y="-93"/>
                    <a:pt x="14097" y="3145"/>
                    <a:pt x="14097" y="7051"/>
                  </a:cubicBezTo>
                  <a:close/>
                </a:path>
              </a:pathLst>
            </a:custGeom>
            <a:grpFill/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445" name="Freeform: Shape 100">
              <a:extLst>
                <a:ext uri="{FF2B5EF4-FFF2-40B4-BE49-F238E27FC236}">
                  <a16:creationId xmlns:a16="http://schemas.microsoft.com/office/drawing/2014/main" id="{DA8B8DC8-F88C-432E-A8C2-8D13FE874F09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6207620" y="3363072"/>
              <a:ext cx="14096" cy="14099"/>
            </a:xfrm>
            <a:custGeom>
              <a:avLst/>
              <a:gdLst>
                <a:gd name="connsiteX0" fmla="*/ 14097 w 14096"/>
                <a:gd name="connsiteY0" fmla="*/ 7051 h 14099"/>
                <a:gd name="connsiteX1" fmla="*/ 7048 w 14096"/>
                <a:gd name="connsiteY1" fmla="*/ 14099 h 14099"/>
                <a:gd name="connsiteX2" fmla="*/ 0 w 14096"/>
                <a:gd name="connsiteY2" fmla="*/ 7051 h 14099"/>
                <a:gd name="connsiteX3" fmla="*/ 7048 w 14096"/>
                <a:gd name="connsiteY3" fmla="*/ 2 h 14099"/>
                <a:gd name="connsiteX4" fmla="*/ 14097 w 14096"/>
                <a:gd name="connsiteY4" fmla="*/ 7051 h 14099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14096" h="14099">
                  <a:moveTo>
                    <a:pt x="14097" y="7051"/>
                  </a:moveTo>
                  <a:cubicBezTo>
                    <a:pt x="14097" y="10956"/>
                    <a:pt x="10954" y="14099"/>
                    <a:pt x="7048" y="14099"/>
                  </a:cubicBezTo>
                  <a:cubicBezTo>
                    <a:pt x="3143" y="14099"/>
                    <a:pt x="0" y="10956"/>
                    <a:pt x="0" y="7051"/>
                  </a:cubicBezTo>
                  <a:cubicBezTo>
                    <a:pt x="0" y="3145"/>
                    <a:pt x="3143" y="2"/>
                    <a:pt x="7048" y="2"/>
                  </a:cubicBezTo>
                  <a:cubicBezTo>
                    <a:pt x="10954" y="-93"/>
                    <a:pt x="14097" y="3145"/>
                    <a:pt x="14097" y="7051"/>
                  </a:cubicBezTo>
                  <a:close/>
                </a:path>
              </a:pathLst>
            </a:custGeom>
            <a:grpFill/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446" name="Freeform: Shape 101">
              <a:extLst>
                <a:ext uri="{FF2B5EF4-FFF2-40B4-BE49-F238E27FC236}">
                  <a16:creationId xmlns:a16="http://schemas.microsoft.com/office/drawing/2014/main" id="{D02C5430-233D-49F7-B852-181D2B2F6154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6266865" y="3363072"/>
              <a:ext cx="14096" cy="14099"/>
            </a:xfrm>
            <a:custGeom>
              <a:avLst/>
              <a:gdLst>
                <a:gd name="connsiteX0" fmla="*/ 14097 w 14096"/>
                <a:gd name="connsiteY0" fmla="*/ 7051 h 14099"/>
                <a:gd name="connsiteX1" fmla="*/ 7049 w 14096"/>
                <a:gd name="connsiteY1" fmla="*/ 14099 h 14099"/>
                <a:gd name="connsiteX2" fmla="*/ 0 w 14096"/>
                <a:gd name="connsiteY2" fmla="*/ 7051 h 14099"/>
                <a:gd name="connsiteX3" fmla="*/ 7049 w 14096"/>
                <a:gd name="connsiteY3" fmla="*/ 2 h 14099"/>
                <a:gd name="connsiteX4" fmla="*/ 14097 w 14096"/>
                <a:gd name="connsiteY4" fmla="*/ 7051 h 14099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14096" h="14099">
                  <a:moveTo>
                    <a:pt x="14097" y="7051"/>
                  </a:moveTo>
                  <a:cubicBezTo>
                    <a:pt x="14097" y="10956"/>
                    <a:pt x="10954" y="14099"/>
                    <a:pt x="7049" y="14099"/>
                  </a:cubicBezTo>
                  <a:cubicBezTo>
                    <a:pt x="3143" y="14099"/>
                    <a:pt x="0" y="10956"/>
                    <a:pt x="0" y="7051"/>
                  </a:cubicBezTo>
                  <a:cubicBezTo>
                    <a:pt x="0" y="3145"/>
                    <a:pt x="3143" y="2"/>
                    <a:pt x="7049" y="2"/>
                  </a:cubicBezTo>
                  <a:cubicBezTo>
                    <a:pt x="10859" y="-93"/>
                    <a:pt x="14097" y="3145"/>
                    <a:pt x="14097" y="7051"/>
                  </a:cubicBezTo>
                  <a:close/>
                </a:path>
              </a:pathLst>
            </a:custGeom>
            <a:grpFill/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447" name="Freeform: Shape 102">
              <a:extLst>
                <a:ext uri="{FF2B5EF4-FFF2-40B4-BE49-F238E27FC236}">
                  <a16:creationId xmlns:a16="http://schemas.microsoft.com/office/drawing/2014/main" id="{76DB286F-9E15-441C-8697-57007B76C144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6326014" y="3363072"/>
              <a:ext cx="14096" cy="14099"/>
            </a:xfrm>
            <a:custGeom>
              <a:avLst/>
              <a:gdLst>
                <a:gd name="connsiteX0" fmla="*/ 14097 w 14096"/>
                <a:gd name="connsiteY0" fmla="*/ 7051 h 14099"/>
                <a:gd name="connsiteX1" fmla="*/ 7048 w 14096"/>
                <a:gd name="connsiteY1" fmla="*/ 14099 h 14099"/>
                <a:gd name="connsiteX2" fmla="*/ 0 w 14096"/>
                <a:gd name="connsiteY2" fmla="*/ 7051 h 14099"/>
                <a:gd name="connsiteX3" fmla="*/ 7048 w 14096"/>
                <a:gd name="connsiteY3" fmla="*/ 2 h 14099"/>
                <a:gd name="connsiteX4" fmla="*/ 14097 w 14096"/>
                <a:gd name="connsiteY4" fmla="*/ 7051 h 14099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14096" h="14099">
                  <a:moveTo>
                    <a:pt x="14097" y="7051"/>
                  </a:moveTo>
                  <a:cubicBezTo>
                    <a:pt x="14097" y="10956"/>
                    <a:pt x="10954" y="14099"/>
                    <a:pt x="7048" y="14099"/>
                  </a:cubicBezTo>
                  <a:cubicBezTo>
                    <a:pt x="3143" y="14099"/>
                    <a:pt x="0" y="10956"/>
                    <a:pt x="0" y="7051"/>
                  </a:cubicBezTo>
                  <a:cubicBezTo>
                    <a:pt x="0" y="3145"/>
                    <a:pt x="3143" y="2"/>
                    <a:pt x="7048" y="2"/>
                  </a:cubicBezTo>
                  <a:cubicBezTo>
                    <a:pt x="10954" y="-93"/>
                    <a:pt x="14097" y="3145"/>
                    <a:pt x="14097" y="7051"/>
                  </a:cubicBezTo>
                  <a:close/>
                </a:path>
              </a:pathLst>
            </a:custGeom>
            <a:grpFill/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448" name="Freeform: Shape 103">
              <a:extLst>
                <a:ext uri="{FF2B5EF4-FFF2-40B4-BE49-F238E27FC236}">
                  <a16:creationId xmlns:a16="http://schemas.microsoft.com/office/drawing/2014/main" id="{534DC0EE-15B7-44AE-A7DC-8B5E22688A1B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6385260" y="3363072"/>
              <a:ext cx="14096" cy="14099"/>
            </a:xfrm>
            <a:custGeom>
              <a:avLst/>
              <a:gdLst>
                <a:gd name="connsiteX0" fmla="*/ 14097 w 14096"/>
                <a:gd name="connsiteY0" fmla="*/ 7051 h 14099"/>
                <a:gd name="connsiteX1" fmla="*/ 7048 w 14096"/>
                <a:gd name="connsiteY1" fmla="*/ 14099 h 14099"/>
                <a:gd name="connsiteX2" fmla="*/ 0 w 14096"/>
                <a:gd name="connsiteY2" fmla="*/ 7051 h 14099"/>
                <a:gd name="connsiteX3" fmla="*/ 7048 w 14096"/>
                <a:gd name="connsiteY3" fmla="*/ 2 h 14099"/>
                <a:gd name="connsiteX4" fmla="*/ 14097 w 14096"/>
                <a:gd name="connsiteY4" fmla="*/ 7051 h 14099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14096" h="14099">
                  <a:moveTo>
                    <a:pt x="14097" y="7051"/>
                  </a:moveTo>
                  <a:cubicBezTo>
                    <a:pt x="14097" y="10956"/>
                    <a:pt x="10954" y="14099"/>
                    <a:pt x="7048" y="14099"/>
                  </a:cubicBezTo>
                  <a:cubicBezTo>
                    <a:pt x="3143" y="14099"/>
                    <a:pt x="0" y="10956"/>
                    <a:pt x="0" y="7051"/>
                  </a:cubicBezTo>
                  <a:cubicBezTo>
                    <a:pt x="0" y="3145"/>
                    <a:pt x="3143" y="2"/>
                    <a:pt x="7048" y="2"/>
                  </a:cubicBezTo>
                  <a:cubicBezTo>
                    <a:pt x="10858" y="-93"/>
                    <a:pt x="14097" y="3145"/>
                    <a:pt x="14097" y="7051"/>
                  </a:cubicBezTo>
                  <a:close/>
                </a:path>
              </a:pathLst>
            </a:custGeom>
            <a:grpFill/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449" name="Freeform: Shape 104">
              <a:extLst>
                <a:ext uri="{FF2B5EF4-FFF2-40B4-BE49-F238E27FC236}">
                  <a16:creationId xmlns:a16="http://schemas.microsoft.com/office/drawing/2014/main" id="{4FBE9900-F640-4248-9C4C-EDBE5E00AF6D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6444410" y="3363074"/>
              <a:ext cx="14096" cy="14097"/>
            </a:xfrm>
            <a:custGeom>
              <a:avLst/>
              <a:gdLst>
                <a:gd name="connsiteX0" fmla="*/ 14097 w 14096"/>
                <a:gd name="connsiteY0" fmla="*/ 7048 h 14097"/>
                <a:gd name="connsiteX1" fmla="*/ 7048 w 14096"/>
                <a:gd name="connsiteY1" fmla="*/ 14097 h 14097"/>
                <a:gd name="connsiteX2" fmla="*/ 0 w 14096"/>
                <a:gd name="connsiteY2" fmla="*/ 7048 h 14097"/>
                <a:gd name="connsiteX3" fmla="*/ 7048 w 14096"/>
                <a:gd name="connsiteY3" fmla="*/ 0 h 14097"/>
                <a:gd name="connsiteX4" fmla="*/ 14097 w 14096"/>
                <a:gd name="connsiteY4" fmla="*/ 7048 h 14097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14096" h="14097">
                  <a:moveTo>
                    <a:pt x="14097" y="7048"/>
                  </a:moveTo>
                  <a:cubicBezTo>
                    <a:pt x="14097" y="10954"/>
                    <a:pt x="10954" y="14097"/>
                    <a:pt x="7048" y="14097"/>
                  </a:cubicBezTo>
                  <a:cubicBezTo>
                    <a:pt x="3143" y="14097"/>
                    <a:pt x="0" y="10954"/>
                    <a:pt x="0" y="7048"/>
                  </a:cubicBezTo>
                  <a:cubicBezTo>
                    <a:pt x="0" y="3143"/>
                    <a:pt x="3143" y="0"/>
                    <a:pt x="7048" y="0"/>
                  </a:cubicBezTo>
                  <a:cubicBezTo>
                    <a:pt x="10954" y="0"/>
                    <a:pt x="14097" y="3143"/>
                    <a:pt x="14097" y="7048"/>
                  </a:cubicBezTo>
                  <a:close/>
                </a:path>
              </a:pathLst>
            </a:custGeom>
            <a:grpFill/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450" name="Freeform: Shape 105">
              <a:extLst>
                <a:ext uri="{FF2B5EF4-FFF2-40B4-BE49-F238E27FC236}">
                  <a16:creationId xmlns:a16="http://schemas.microsoft.com/office/drawing/2014/main" id="{37FF04AF-F86B-49F8-AAB5-DA696591A1F6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6148469" y="3422225"/>
              <a:ext cx="14097" cy="14096"/>
            </a:xfrm>
            <a:custGeom>
              <a:avLst/>
              <a:gdLst>
                <a:gd name="connsiteX0" fmla="*/ 14097 w 14097"/>
                <a:gd name="connsiteY0" fmla="*/ 7048 h 14096"/>
                <a:gd name="connsiteX1" fmla="*/ 7049 w 14097"/>
                <a:gd name="connsiteY1" fmla="*/ 14097 h 14096"/>
                <a:gd name="connsiteX2" fmla="*/ 0 w 14097"/>
                <a:gd name="connsiteY2" fmla="*/ 7048 h 14096"/>
                <a:gd name="connsiteX3" fmla="*/ 7049 w 14097"/>
                <a:gd name="connsiteY3" fmla="*/ 0 h 14096"/>
                <a:gd name="connsiteX4" fmla="*/ 14097 w 14097"/>
                <a:gd name="connsiteY4" fmla="*/ 7048 h 1409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14097" h="14096">
                  <a:moveTo>
                    <a:pt x="14097" y="7048"/>
                  </a:moveTo>
                  <a:cubicBezTo>
                    <a:pt x="14097" y="10954"/>
                    <a:pt x="10954" y="14097"/>
                    <a:pt x="7049" y="14097"/>
                  </a:cubicBezTo>
                  <a:cubicBezTo>
                    <a:pt x="3143" y="14097"/>
                    <a:pt x="0" y="10954"/>
                    <a:pt x="0" y="7048"/>
                  </a:cubicBezTo>
                  <a:cubicBezTo>
                    <a:pt x="0" y="3143"/>
                    <a:pt x="3143" y="0"/>
                    <a:pt x="7049" y="0"/>
                  </a:cubicBezTo>
                  <a:cubicBezTo>
                    <a:pt x="10954" y="0"/>
                    <a:pt x="14097" y="3143"/>
                    <a:pt x="14097" y="7048"/>
                  </a:cubicBezTo>
                  <a:close/>
                </a:path>
              </a:pathLst>
            </a:custGeom>
            <a:grpFill/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451" name="Freeform: Shape 106">
              <a:extLst>
                <a:ext uri="{FF2B5EF4-FFF2-40B4-BE49-F238E27FC236}">
                  <a16:creationId xmlns:a16="http://schemas.microsoft.com/office/drawing/2014/main" id="{710DCFEA-4572-47A3-A6BE-7B21F5758CE9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6207620" y="3422225"/>
              <a:ext cx="14096" cy="14096"/>
            </a:xfrm>
            <a:custGeom>
              <a:avLst/>
              <a:gdLst>
                <a:gd name="connsiteX0" fmla="*/ 14097 w 14096"/>
                <a:gd name="connsiteY0" fmla="*/ 7048 h 14096"/>
                <a:gd name="connsiteX1" fmla="*/ 7048 w 14096"/>
                <a:gd name="connsiteY1" fmla="*/ 14097 h 14096"/>
                <a:gd name="connsiteX2" fmla="*/ 0 w 14096"/>
                <a:gd name="connsiteY2" fmla="*/ 7048 h 14096"/>
                <a:gd name="connsiteX3" fmla="*/ 7048 w 14096"/>
                <a:gd name="connsiteY3" fmla="*/ 0 h 14096"/>
                <a:gd name="connsiteX4" fmla="*/ 14097 w 14096"/>
                <a:gd name="connsiteY4" fmla="*/ 7048 h 1409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14096" h="14096">
                  <a:moveTo>
                    <a:pt x="14097" y="7048"/>
                  </a:moveTo>
                  <a:cubicBezTo>
                    <a:pt x="14097" y="10954"/>
                    <a:pt x="10954" y="14097"/>
                    <a:pt x="7048" y="14097"/>
                  </a:cubicBezTo>
                  <a:cubicBezTo>
                    <a:pt x="3143" y="14097"/>
                    <a:pt x="0" y="10954"/>
                    <a:pt x="0" y="7048"/>
                  </a:cubicBezTo>
                  <a:cubicBezTo>
                    <a:pt x="0" y="3143"/>
                    <a:pt x="3143" y="0"/>
                    <a:pt x="7048" y="0"/>
                  </a:cubicBezTo>
                  <a:cubicBezTo>
                    <a:pt x="10954" y="0"/>
                    <a:pt x="14097" y="3143"/>
                    <a:pt x="14097" y="7048"/>
                  </a:cubicBezTo>
                  <a:close/>
                </a:path>
              </a:pathLst>
            </a:custGeom>
            <a:grpFill/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452" name="Freeform: Shape 107">
              <a:extLst>
                <a:ext uri="{FF2B5EF4-FFF2-40B4-BE49-F238E27FC236}">
                  <a16:creationId xmlns:a16="http://schemas.microsoft.com/office/drawing/2014/main" id="{BA42ED8E-CCC8-478F-9EF4-625B633071E3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6266865" y="3422225"/>
              <a:ext cx="14096" cy="14096"/>
            </a:xfrm>
            <a:custGeom>
              <a:avLst/>
              <a:gdLst>
                <a:gd name="connsiteX0" fmla="*/ 14097 w 14096"/>
                <a:gd name="connsiteY0" fmla="*/ 7048 h 14096"/>
                <a:gd name="connsiteX1" fmla="*/ 7049 w 14096"/>
                <a:gd name="connsiteY1" fmla="*/ 14097 h 14096"/>
                <a:gd name="connsiteX2" fmla="*/ 0 w 14096"/>
                <a:gd name="connsiteY2" fmla="*/ 7048 h 14096"/>
                <a:gd name="connsiteX3" fmla="*/ 7049 w 14096"/>
                <a:gd name="connsiteY3" fmla="*/ 0 h 14096"/>
                <a:gd name="connsiteX4" fmla="*/ 14097 w 14096"/>
                <a:gd name="connsiteY4" fmla="*/ 7048 h 1409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14096" h="14096">
                  <a:moveTo>
                    <a:pt x="14097" y="7048"/>
                  </a:moveTo>
                  <a:cubicBezTo>
                    <a:pt x="14097" y="10954"/>
                    <a:pt x="10954" y="14097"/>
                    <a:pt x="7049" y="14097"/>
                  </a:cubicBezTo>
                  <a:cubicBezTo>
                    <a:pt x="3143" y="14097"/>
                    <a:pt x="0" y="10954"/>
                    <a:pt x="0" y="7048"/>
                  </a:cubicBezTo>
                  <a:cubicBezTo>
                    <a:pt x="0" y="3143"/>
                    <a:pt x="3143" y="0"/>
                    <a:pt x="7049" y="0"/>
                  </a:cubicBezTo>
                  <a:cubicBezTo>
                    <a:pt x="10859" y="0"/>
                    <a:pt x="14097" y="3143"/>
                    <a:pt x="14097" y="7048"/>
                  </a:cubicBezTo>
                  <a:close/>
                </a:path>
              </a:pathLst>
            </a:custGeom>
            <a:grpFill/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453" name="Freeform: Shape 108">
              <a:extLst>
                <a:ext uri="{FF2B5EF4-FFF2-40B4-BE49-F238E27FC236}">
                  <a16:creationId xmlns:a16="http://schemas.microsoft.com/office/drawing/2014/main" id="{146DF8F4-DF09-4E6C-887F-C9269E56A5FF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6326014" y="3422225"/>
              <a:ext cx="14096" cy="14096"/>
            </a:xfrm>
            <a:custGeom>
              <a:avLst/>
              <a:gdLst>
                <a:gd name="connsiteX0" fmla="*/ 14097 w 14096"/>
                <a:gd name="connsiteY0" fmla="*/ 7048 h 14096"/>
                <a:gd name="connsiteX1" fmla="*/ 7048 w 14096"/>
                <a:gd name="connsiteY1" fmla="*/ 14097 h 14096"/>
                <a:gd name="connsiteX2" fmla="*/ 0 w 14096"/>
                <a:gd name="connsiteY2" fmla="*/ 7048 h 14096"/>
                <a:gd name="connsiteX3" fmla="*/ 7048 w 14096"/>
                <a:gd name="connsiteY3" fmla="*/ 0 h 14096"/>
                <a:gd name="connsiteX4" fmla="*/ 14097 w 14096"/>
                <a:gd name="connsiteY4" fmla="*/ 7048 h 1409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14096" h="14096">
                  <a:moveTo>
                    <a:pt x="14097" y="7048"/>
                  </a:moveTo>
                  <a:cubicBezTo>
                    <a:pt x="14097" y="10954"/>
                    <a:pt x="10954" y="14097"/>
                    <a:pt x="7048" y="14097"/>
                  </a:cubicBezTo>
                  <a:cubicBezTo>
                    <a:pt x="3143" y="14097"/>
                    <a:pt x="0" y="10954"/>
                    <a:pt x="0" y="7048"/>
                  </a:cubicBezTo>
                  <a:cubicBezTo>
                    <a:pt x="0" y="3143"/>
                    <a:pt x="3143" y="0"/>
                    <a:pt x="7048" y="0"/>
                  </a:cubicBezTo>
                  <a:cubicBezTo>
                    <a:pt x="10954" y="0"/>
                    <a:pt x="14097" y="3143"/>
                    <a:pt x="14097" y="7048"/>
                  </a:cubicBezTo>
                  <a:close/>
                </a:path>
              </a:pathLst>
            </a:custGeom>
            <a:grpFill/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454" name="Freeform: Shape 109">
              <a:extLst>
                <a:ext uri="{FF2B5EF4-FFF2-40B4-BE49-F238E27FC236}">
                  <a16:creationId xmlns:a16="http://schemas.microsoft.com/office/drawing/2014/main" id="{7FF3916E-5C82-4956-A88B-81BFAC91B85D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6385260" y="3422225"/>
              <a:ext cx="14096" cy="14096"/>
            </a:xfrm>
            <a:custGeom>
              <a:avLst/>
              <a:gdLst>
                <a:gd name="connsiteX0" fmla="*/ 14097 w 14096"/>
                <a:gd name="connsiteY0" fmla="*/ 7048 h 14096"/>
                <a:gd name="connsiteX1" fmla="*/ 7048 w 14096"/>
                <a:gd name="connsiteY1" fmla="*/ 14097 h 14096"/>
                <a:gd name="connsiteX2" fmla="*/ 0 w 14096"/>
                <a:gd name="connsiteY2" fmla="*/ 7048 h 14096"/>
                <a:gd name="connsiteX3" fmla="*/ 7048 w 14096"/>
                <a:gd name="connsiteY3" fmla="*/ 0 h 14096"/>
                <a:gd name="connsiteX4" fmla="*/ 14097 w 14096"/>
                <a:gd name="connsiteY4" fmla="*/ 7048 h 1409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14096" h="14096">
                  <a:moveTo>
                    <a:pt x="14097" y="7048"/>
                  </a:moveTo>
                  <a:cubicBezTo>
                    <a:pt x="14097" y="10954"/>
                    <a:pt x="10954" y="14097"/>
                    <a:pt x="7048" y="14097"/>
                  </a:cubicBezTo>
                  <a:cubicBezTo>
                    <a:pt x="3143" y="14097"/>
                    <a:pt x="0" y="10954"/>
                    <a:pt x="0" y="7048"/>
                  </a:cubicBezTo>
                  <a:cubicBezTo>
                    <a:pt x="0" y="3143"/>
                    <a:pt x="3143" y="0"/>
                    <a:pt x="7048" y="0"/>
                  </a:cubicBezTo>
                  <a:cubicBezTo>
                    <a:pt x="10858" y="0"/>
                    <a:pt x="14097" y="3143"/>
                    <a:pt x="14097" y="7048"/>
                  </a:cubicBezTo>
                  <a:close/>
                </a:path>
              </a:pathLst>
            </a:custGeom>
            <a:grpFill/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455" name="Freeform: Shape 110">
              <a:extLst>
                <a:ext uri="{FF2B5EF4-FFF2-40B4-BE49-F238E27FC236}">
                  <a16:creationId xmlns:a16="http://schemas.microsoft.com/office/drawing/2014/main" id="{7E5CF7AE-ED45-4AB5-9AEB-56FC964BFAA4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6444410" y="3422224"/>
              <a:ext cx="14096" cy="14096"/>
            </a:xfrm>
            <a:custGeom>
              <a:avLst/>
              <a:gdLst>
                <a:gd name="connsiteX0" fmla="*/ 14097 w 14096"/>
                <a:gd name="connsiteY0" fmla="*/ 7048 h 14096"/>
                <a:gd name="connsiteX1" fmla="*/ 7048 w 14096"/>
                <a:gd name="connsiteY1" fmla="*/ 14097 h 14096"/>
                <a:gd name="connsiteX2" fmla="*/ 0 w 14096"/>
                <a:gd name="connsiteY2" fmla="*/ 7048 h 14096"/>
                <a:gd name="connsiteX3" fmla="*/ 7048 w 14096"/>
                <a:gd name="connsiteY3" fmla="*/ 0 h 14096"/>
                <a:gd name="connsiteX4" fmla="*/ 14097 w 14096"/>
                <a:gd name="connsiteY4" fmla="*/ 7048 h 1409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14096" h="14096">
                  <a:moveTo>
                    <a:pt x="14097" y="7048"/>
                  </a:moveTo>
                  <a:cubicBezTo>
                    <a:pt x="14097" y="10954"/>
                    <a:pt x="10954" y="14097"/>
                    <a:pt x="7048" y="14097"/>
                  </a:cubicBezTo>
                  <a:cubicBezTo>
                    <a:pt x="3143" y="14097"/>
                    <a:pt x="0" y="10954"/>
                    <a:pt x="0" y="7048"/>
                  </a:cubicBezTo>
                  <a:cubicBezTo>
                    <a:pt x="0" y="3143"/>
                    <a:pt x="3143" y="0"/>
                    <a:pt x="7048" y="0"/>
                  </a:cubicBezTo>
                  <a:cubicBezTo>
                    <a:pt x="10954" y="0"/>
                    <a:pt x="14097" y="3143"/>
                    <a:pt x="14097" y="7048"/>
                  </a:cubicBezTo>
                  <a:close/>
                </a:path>
              </a:pathLst>
            </a:custGeom>
            <a:grpFill/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456" name="Freeform: Shape 111">
              <a:extLst>
                <a:ext uri="{FF2B5EF4-FFF2-40B4-BE49-F238E27FC236}">
                  <a16:creationId xmlns:a16="http://schemas.microsoft.com/office/drawing/2014/main" id="{7CFB132C-BEB1-4897-B1A4-97422811F6BF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5734038" y="3481374"/>
              <a:ext cx="14192" cy="14096"/>
            </a:xfrm>
            <a:custGeom>
              <a:avLst/>
              <a:gdLst>
                <a:gd name="connsiteX0" fmla="*/ 14192 w 14192"/>
                <a:gd name="connsiteY0" fmla="*/ 7049 h 14096"/>
                <a:gd name="connsiteX1" fmla="*/ 7144 w 14192"/>
                <a:gd name="connsiteY1" fmla="*/ 14097 h 14096"/>
                <a:gd name="connsiteX2" fmla="*/ 0 w 14192"/>
                <a:gd name="connsiteY2" fmla="*/ 7049 h 14096"/>
                <a:gd name="connsiteX3" fmla="*/ 7049 w 14192"/>
                <a:gd name="connsiteY3" fmla="*/ 0 h 14096"/>
                <a:gd name="connsiteX4" fmla="*/ 14192 w 14192"/>
                <a:gd name="connsiteY4" fmla="*/ 7049 h 1409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14192" h="14096">
                  <a:moveTo>
                    <a:pt x="14192" y="7049"/>
                  </a:moveTo>
                  <a:cubicBezTo>
                    <a:pt x="14192" y="10954"/>
                    <a:pt x="11049" y="14097"/>
                    <a:pt x="7144" y="14097"/>
                  </a:cubicBezTo>
                  <a:cubicBezTo>
                    <a:pt x="3239" y="14097"/>
                    <a:pt x="0" y="11049"/>
                    <a:pt x="0" y="7049"/>
                  </a:cubicBezTo>
                  <a:cubicBezTo>
                    <a:pt x="0" y="3048"/>
                    <a:pt x="3143" y="0"/>
                    <a:pt x="7049" y="0"/>
                  </a:cubicBezTo>
                  <a:cubicBezTo>
                    <a:pt x="10954" y="0"/>
                    <a:pt x="14192" y="3143"/>
                    <a:pt x="14192" y="7049"/>
                  </a:cubicBezTo>
                  <a:close/>
                </a:path>
              </a:pathLst>
            </a:custGeom>
            <a:grpFill/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457" name="Freeform: Shape 112">
              <a:extLst>
                <a:ext uri="{FF2B5EF4-FFF2-40B4-BE49-F238E27FC236}">
                  <a16:creationId xmlns:a16="http://schemas.microsoft.com/office/drawing/2014/main" id="{4EE49F21-E336-41BC-8256-85A9AB597F35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5793283" y="3481374"/>
              <a:ext cx="14097" cy="14097"/>
            </a:xfrm>
            <a:custGeom>
              <a:avLst/>
              <a:gdLst>
                <a:gd name="connsiteX0" fmla="*/ 14097 w 14097"/>
                <a:gd name="connsiteY0" fmla="*/ 7049 h 14097"/>
                <a:gd name="connsiteX1" fmla="*/ 7049 w 14097"/>
                <a:gd name="connsiteY1" fmla="*/ 14097 h 14097"/>
                <a:gd name="connsiteX2" fmla="*/ 0 w 14097"/>
                <a:gd name="connsiteY2" fmla="*/ 7049 h 14097"/>
                <a:gd name="connsiteX3" fmla="*/ 7049 w 14097"/>
                <a:gd name="connsiteY3" fmla="*/ 0 h 14097"/>
                <a:gd name="connsiteX4" fmla="*/ 14097 w 14097"/>
                <a:gd name="connsiteY4" fmla="*/ 7049 h 14097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14097" h="14097">
                  <a:moveTo>
                    <a:pt x="14097" y="7049"/>
                  </a:moveTo>
                  <a:cubicBezTo>
                    <a:pt x="14097" y="10941"/>
                    <a:pt x="10941" y="14097"/>
                    <a:pt x="7049" y="14097"/>
                  </a:cubicBezTo>
                  <a:cubicBezTo>
                    <a:pt x="3156" y="14097"/>
                    <a:pt x="0" y="10941"/>
                    <a:pt x="0" y="7049"/>
                  </a:cubicBezTo>
                  <a:cubicBezTo>
                    <a:pt x="0" y="3156"/>
                    <a:pt x="3156" y="0"/>
                    <a:pt x="7049" y="0"/>
                  </a:cubicBezTo>
                  <a:cubicBezTo>
                    <a:pt x="10941" y="0"/>
                    <a:pt x="14097" y="3156"/>
                    <a:pt x="14097" y="7049"/>
                  </a:cubicBezTo>
                  <a:close/>
                </a:path>
              </a:pathLst>
            </a:custGeom>
            <a:grpFill/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458" name="Freeform: Shape 113">
              <a:extLst>
                <a:ext uri="{FF2B5EF4-FFF2-40B4-BE49-F238E27FC236}">
                  <a16:creationId xmlns:a16="http://schemas.microsoft.com/office/drawing/2014/main" id="{C62510EE-BDCD-4393-9AD7-2D0C9A722D2D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5852433" y="3481374"/>
              <a:ext cx="14096" cy="14096"/>
            </a:xfrm>
            <a:custGeom>
              <a:avLst/>
              <a:gdLst>
                <a:gd name="connsiteX0" fmla="*/ 14097 w 14096"/>
                <a:gd name="connsiteY0" fmla="*/ 7049 h 14096"/>
                <a:gd name="connsiteX1" fmla="*/ 7048 w 14096"/>
                <a:gd name="connsiteY1" fmla="*/ 14097 h 14096"/>
                <a:gd name="connsiteX2" fmla="*/ 0 w 14096"/>
                <a:gd name="connsiteY2" fmla="*/ 7049 h 14096"/>
                <a:gd name="connsiteX3" fmla="*/ 7048 w 14096"/>
                <a:gd name="connsiteY3" fmla="*/ 0 h 14096"/>
                <a:gd name="connsiteX4" fmla="*/ 14097 w 14096"/>
                <a:gd name="connsiteY4" fmla="*/ 7049 h 1409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14096" h="14096">
                  <a:moveTo>
                    <a:pt x="14097" y="7049"/>
                  </a:moveTo>
                  <a:cubicBezTo>
                    <a:pt x="14097" y="10954"/>
                    <a:pt x="10954" y="14097"/>
                    <a:pt x="7048" y="14097"/>
                  </a:cubicBezTo>
                  <a:cubicBezTo>
                    <a:pt x="3143" y="14097"/>
                    <a:pt x="0" y="10954"/>
                    <a:pt x="0" y="7049"/>
                  </a:cubicBezTo>
                  <a:cubicBezTo>
                    <a:pt x="0" y="3143"/>
                    <a:pt x="3143" y="0"/>
                    <a:pt x="7048" y="0"/>
                  </a:cubicBezTo>
                  <a:cubicBezTo>
                    <a:pt x="10954" y="0"/>
                    <a:pt x="14097" y="3143"/>
                    <a:pt x="14097" y="7049"/>
                  </a:cubicBezTo>
                  <a:close/>
                </a:path>
              </a:pathLst>
            </a:custGeom>
            <a:grpFill/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459" name="Freeform: Shape 114">
              <a:extLst>
                <a:ext uri="{FF2B5EF4-FFF2-40B4-BE49-F238E27FC236}">
                  <a16:creationId xmlns:a16="http://schemas.microsoft.com/office/drawing/2014/main" id="{2420F94B-4F00-4C6C-97E3-BA5B5E6871B9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5911678" y="3481374"/>
              <a:ext cx="14096" cy="14096"/>
            </a:xfrm>
            <a:custGeom>
              <a:avLst/>
              <a:gdLst>
                <a:gd name="connsiteX0" fmla="*/ 14097 w 14096"/>
                <a:gd name="connsiteY0" fmla="*/ 7049 h 14096"/>
                <a:gd name="connsiteX1" fmla="*/ 7048 w 14096"/>
                <a:gd name="connsiteY1" fmla="*/ 14097 h 14096"/>
                <a:gd name="connsiteX2" fmla="*/ 0 w 14096"/>
                <a:gd name="connsiteY2" fmla="*/ 7049 h 14096"/>
                <a:gd name="connsiteX3" fmla="*/ 7048 w 14096"/>
                <a:gd name="connsiteY3" fmla="*/ 0 h 14096"/>
                <a:gd name="connsiteX4" fmla="*/ 14097 w 14096"/>
                <a:gd name="connsiteY4" fmla="*/ 7049 h 1409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14096" h="14096">
                  <a:moveTo>
                    <a:pt x="14097" y="7049"/>
                  </a:moveTo>
                  <a:cubicBezTo>
                    <a:pt x="14097" y="10954"/>
                    <a:pt x="10954" y="14097"/>
                    <a:pt x="7048" y="14097"/>
                  </a:cubicBezTo>
                  <a:cubicBezTo>
                    <a:pt x="3143" y="14097"/>
                    <a:pt x="0" y="10954"/>
                    <a:pt x="0" y="7049"/>
                  </a:cubicBezTo>
                  <a:cubicBezTo>
                    <a:pt x="0" y="3143"/>
                    <a:pt x="3143" y="0"/>
                    <a:pt x="7048" y="0"/>
                  </a:cubicBezTo>
                  <a:cubicBezTo>
                    <a:pt x="10954" y="0"/>
                    <a:pt x="14097" y="3143"/>
                    <a:pt x="14097" y="7049"/>
                  </a:cubicBezTo>
                  <a:close/>
                </a:path>
              </a:pathLst>
            </a:custGeom>
            <a:grpFill/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460" name="Freeform: Shape 115">
              <a:extLst>
                <a:ext uri="{FF2B5EF4-FFF2-40B4-BE49-F238E27FC236}">
                  <a16:creationId xmlns:a16="http://schemas.microsoft.com/office/drawing/2014/main" id="{E712560A-A110-4132-85D5-21BBBFA8C89F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5970828" y="3481374"/>
              <a:ext cx="14096" cy="14096"/>
            </a:xfrm>
            <a:custGeom>
              <a:avLst/>
              <a:gdLst>
                <a:gd name="connsiteX0" fmla="*/ 14097 w 14096"/>
                <a:gd name="connsiteY0" fmla="*/ 7049 h 14096"/>
                <a:gd name="connsiteX1" fmla="*/ 7048 w 14096"/>
                <a:gd name="connsiteY1" fmla="*/ 14097 h 14096"/>
                <a:gd name="connsiteX2" fmla="*/ 0 w 14096"/>
                <a:gd name="connsiteY2" fmla="*/ 7049 h 14096"/>
                <a:gd name="connsiteX3" fmla="*/ 7048 w 14096"/>
                <a:gd name="connsiteY3" fmla="*/ 0 h 14096"/>
                <a:gd name="connsiteX4" fmla="*/ 14097 w 14096"/>
                <a:gd name="connsiteY4" fmla="*/ 7049 h 1409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14096" h="14096">
                  <a:moveTo>
                    <a:pt x="14097" y="7049"/>
                  </a:moveTo>
                  <a:cubicBezTo>
                    <a:pt x="14097" y="10954"/>
                    <a:pt x="10954" y="14097"/>
                    <a:pt x="7048" y="14097"/>
                  </a:cubicBezTo>
                  <a:cubicBezTo>
                    <a:pt x="3143" y="14097"/>
                    <a:pt x="0" y="10954"/>
                    <a:pt x="0" y="7049"/>
                  </a:cubicBezTo>
                  <a:cubicBezTo>
                    <a:pt x="0" y="3143"/>
                    <a:pt x="3143" y="0"/>
                    <a:pt x="7048" y="0"/>
                  </a:cubicBezTo>
                  <a:cubicBezTo>
                    <a:pt x="10954" y="0"/>
                    <a:pt x="14097" y="3143"/>
                    <a:pt x="14097" y="7049"/>
                  </a:cubicBezTo>
                  <a:close/>
                </a:path>
              </a:pathLst>
            </a:custGeom>
            <a:grpFill/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461" name="Freeform: Shape 116">
              <a:extLst>
                <a:ext uri="{FF2B5EF4-FFF2-40B4-BE49-F238E27FC236}">
                  <a16:creationId xmlns:a16="http://schemas.microsoft.com/office/drawing/2014/main" id="{D1E3102B-23D5-43AE-A67D-583AAA52BA23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6030074" y="3481374"/>
              <a:ext cx="14097" cy="14097"/>
            </a:xfrm>
            <a:custGeom>
              <a:avLst/>
              <a:gdLst>
                <a:gd name="connsiteX0" fmla="*/ 14097 w 14097"/>
                <a:gd name="connsiteY0" fmla="*/ 7049 h 14097"/>
                <a:gd name="connsiteX1" fmla="*/ 7049 w 14097"/>
                <a:gd name="connsiteY1" fmla="*/ 14097 h 14097"/>
                <a:gd name="connsiteX2" fmla="*/ 0 w 14097"/>
                <a:gd name="connsiteY2" fmla="*/ 7049 h 14097"/>
                <a:gd name="connsiteX3" fmla="*/ 7049 w 14097"/>
                <a:gd name="connsiteY3" fmla="*/ 0 h 14097"/>
                <a:gd name="connsiteX4" fmla="*/ 14097 w 14097"/>
                <a:gd name="connsiteY4" fmla="*/ 7049 h 14097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14097" h="14097">
                  <a:moveTo>
                    <a:pt x="14097" y="7049"/>
                  </a:moveTo>
                  <a:cubicBezTo>
                    <a:pt x="14097" y="10941"/>
                    <a:pt x="10941" y="14097"/>
                    <a:pt x="7049" y="14097"/>
                  </a:cubicBezTo>
                  <a:cubicBezTo>
                    <a:pt x="3156" y="14097"/>
                    <a:pt x="0" y="10941"/>
                    <a:pt x="0" y="7049"/>
                  </a:cubicBezTo>
                  <a:cubicBezTo>
                    <a:pt x="0" y="3156"/>
                    <a:pt x="3156" y="0"/>
                    <a:pt x="7049" y="0"/>
                  </a:cubicBezTo>
                  <a:cubicBezTo>
                    <a:pt x="10941" y="0"/>
                    <a:pt x="14097" y="3156"/>
                    <a:pt x="14097" y="7049"/>
                  </a:cubicBezTo>
                  <a:close/>
                </a:path>
              </a:pathLst>
            </a:custGeom>
            <a:grpFill/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462" name="Freeform: Shape 117">
              <a:extLst>
                <a:ext uri="{FF2B5EF4-FFF2-40B4-BE49-F238E27FC236}">
                  <a16:creationId xmlns:a16="http://schemas.microsoft.com/office/drawing/2014/main" id="{9D5ABE4E-EB80-423C-BBCE-9C1B77D9B0CA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6089224" y="3481374"/>
              <a:ext cx="14096" cy="14096"/>
            </a:xfrm>
            <a:custGeom>
              <a:avLst/>
              <a:gdLst>
                <a:gd name="connsiteX0" fmla="*/ 14097 w 14096"/>
                <a:gd name="connsiteY0" fmla="*/ 7049 h 14096"/>
                <a:gd name="connsiteX1" fmla="*/ 7048 w 14096"/>
                <a:gd name="connsiteY1" fmla="*/ 14097 h 14096"/>
                <a:gd name="connsiteX2" fmla="*/ 0 w 14096"/>
                <a:gd name="connsiteY2" fmla="*/ 7049 h 14096"/>
                <a:gd name="connsiteX3" fmla="*/ 7048 w 14096"/>
                <a:gd name="connsiteY3" fmla="*/ 0 h 14096"/>
                <a:gd name="connsiteX4" fmla="*/ 14097 w 14096"/>
                <a:gd name="connsiteY4" fmla="*/ 7049 h 1409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14096" h="14096">
                  <a:moveTo>
                    <a:pt x="14097" y="7049"/>
                  </a:moveTo>
                  <a:cubicBezTo>
                    <a:pt x="14097" y="10954"/>
                    <a:pt x="10954" y="14097"/>
                    <a:pt x="7048" y="14097"/>
                  </a:cubicBezTo>
                  <a:cubicBezTo>
                    <a:pt x="3143" y="14097"/>
                    <a:pt x="0" y="10954"/>
                    <a:pt x="0" y="7049"/>
                  </a:cubicBezTo>
                  <a:cubicBezTo>
                    <a:pt x="0" y="3143"/>
                    <a:pt x="3143" y="0"/>
                    <a:pt x="7048" y="0"/>
                  </a:cubicBezTo>
                  <a:cubicBezTo>
                    <a:pt x="10954" y="0"/>
                    <a:pt x="14097" y="3143"/>
                    <a:pt x="14097" y="7049"/>
                  </a:cubicBezTo>
                  <a:close/>
                </a:path>
              </a:pathLst>
            </a:custGeom>
            <a:grpFill/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463" name="Freeform: Shape 118">
              <a:extLst>
                <a:ext uri="{FF2B5EF4-FFF2-40B4-BE49-F238E27FC236}">
                  <a16:creationId xmlns:a16="http://schemas.microsoft.com/office/drawing/2014/main" id="{BEB8CCC5-38F5-4892-A00B-14B645BBDF5D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5734038" y="3540620"/>
              <a:ext cx="14192" cy="14096"/>
            </a:xfrm>
            <a:custGeom>
              <a:avLst/>
              <a:gdLst>
                <a:gd name="connsiteX0" fmla="*/ 14192 w 14192"/>
                <a:gd name="connsiteY0" fmla="*/ 7048 h 14096"/>
                <a:gd name="connsiteX1" fmla="*/ 7144 w 14192"/>
                <a:gd name="connsiteY1" fmla="*/ 14097 h 14096"/>
                <a:gd name="connsiteX2" fmla="*/ 0 w 14192"/>
                <a:gd name="connsiteY2" fmla="*/ 7048 h 14096"/>
                <a:gd name="connsiteX3" fmla="*/ 7049 w 14192"/>
                <a:gd name="connsiteY3" fmla="*/ 0 h 14096"/>
                <a:gd name="connsiteX4" fmla="*/ 14192 w 14192"/>
                <a:gd name="connsiteY4" fmla="*/ 7048 h 1409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14192" h="14096">
                  <a:moveTo>
                    <a:pt x="14192" y="7048"/>
                  </a:moveTo>
                  <a:cubicBezTo>
                    <a:pt x="14192" y="10954"/>
                    <a:pt x="11049" y="14097"/>
                    <a:pt x="7144" y="14097"/>
                  </a:cubicBezTo>
                  <a:cubicBezTo>
                    <a:pt x="3239" y="14097"/>
                    <a:pt x="0" y="10954"/>
                    <a:pt x="0" y="7048"/>
                  </a:cubicBezTo>
                  <a:cubicBezTo>
                    <a:pt x="0" y="3143"/>
                    <a:pt x="3143" y="0"/>
                    <a:pt x="7049" y="0"/>
                  </a:cubicBezTo>
                  <a:cubicBezTo>
                    <a:pt x="10954" y="0"/>
                    <a:pt x="14192" y="3143"/>
                    <a:pt x="14192" y="7048"/>
                  </a:cubicBezTo>
                  <a:close/>
                </a:path>
              </a:pathLst>
            </a:custGeom>
            <a:grpFill/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464" name="Freeform: Shape 119">
              <a:extLst>
                <a:ext uri="{FF2B5EF4-FFF2-40B4-BE49-F238E27FC236}">
                  <a16:creationId xmlns:a16="http://schemas.microsoft.com/office/drawing/2014/main" id="{8860175F-F7D5-4464-AD61-5B435528FE54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5793283" y="3540620"/>
              <a:ext cx="14097" cy="14097"/>
            </a:xfrm>
            <a:custGeom>
              <a:avLst/>
              <a:gdLst>
                <a:gd name="connsiteX0" fmla="*/ 14097 w 14097"/>
                <a:gd name="connsiteY0" fmla="*/ 7048 h 14097"/>
                <a:gd name="connsiteX1" fmla="*/ 7049 w 14097"/>
                <a:gd name="connsiteY1" fmla="*/ 14097 h 14097"/>
                <a:gd name="connsiteX2" fmla="*/ 0 w 14097"/>
                <a:gd name="connsiteY2" fmla="*/ 7048 h 14097"/>
                <a:gd name="connsiteX3" fmla="*/ 7049 w 14097"/>
                <a:gd name="connsiteY3" fmla="*/ 0 h 14097"/>
                <a:gd name="connsiteX4" fmla="*/ 14097 w 14097"/>
                <a:gd name="connsiteY4" fmla="*/ 7048 h 14097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14097" h="14097">
                  <a:moveTo>
                    <a:pt x="14097" y="7048"/>
                  </a:moveTo>
                  <a:cubicBezTo>
                    <a:pt x="14097" y="10941"/>
                    <a:pt x="10941" y="14097"/>
                    <a:pt x="7049" y="14097"/>
                  </a:cubicBezTo>
                  <a:cubicBezTo>
                    <a:pt x="3156" y="14097"/>
                    <a:pt x="0" y="10941"/>
                    <a:pt x="0" y="7048"/>
                  </a:cubicBezTo>
                  <a:cubicBezTo>
                    <a:pt x="0" y="3156"/>
                    <a:pt x="3156" y="0"/>
                    <a:pt x="7049" y="0"/>
                  </a:cubicBezTo>
                  <a:cubicBezTo>
                    <a:pt x="10941" y="0"/>
                    <a:pt x="14097" y="3156"/>
                    <a:pt x="14097" y="7048"/>
                  </a:cubicBezTo>
                  <a:close/>
                </a:path>
              </a:pathLst>
            </a:custGeom>
            <a:grpFill/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465" name="Freeform: Shape 120">
              <a:extLst>
                <a:ext uri="{FF2B5EF4-FFF2-40B4-BE49-F238E27FC236}">
                  <a16:creationId xmlns:a16="http://schemas.microsoft.com/office/drawing/2014/main" id="{E28C20B0-98AA-4A5B-8CE1-236A3F6CAAC8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5852433" y="3540620"/>
              <a:ext cx="14096" cy="14096"/>
            </a:xfrm>
            <a:custGeom>
              <a:avLst/>
              <a:gdLst>
                <a:gd name="connsiteX0" fmla="*/ 14097 w 14096"/>
                <a:gd name="connsiteY0" fmla="*/ 7048 h 14096"/>
                <a:gd name="connsiteX1" fmla="*/ 7048 w 14096"/>
                <a:gd name="connsiteY1" fmla="*/ 14097 h 14096"/>
                <a:gd name="connsiteX2" fmla="*/ 0 w 14096"/>
                <a:gd name="connsiteY2" fmla="*/ 7048 h 14096"/>
                <a:gd name="connsiteX3" fmla="*/ 7048 w 14096"/>
                <a:gd name="connsiteY3" fmla="*/ 0 h 14096"/>
                <a:gd name="connsiteX4" fmla="*/ 14097 w 14096"/>
                <a:gd name="connsiteY4" fmla="*/ 7048 h 1409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14096" h="14096">
                  <a:moveTo>
                    <a:pt x="14097" y="7048"/>
                  </a:moveTo>
                  <a:cubicBezTo>
                    <a:pt x="14097" y="10954"/>
                    <a:pt x="10954" y="14097"/>
                    <a:pt x="7048" y="14097"/>
                  </a:cubicBezTo>
                  <a:cubicBezTo>
                    <a:pt x="3143" y="14097"/>
                    <a:pt x="0" y="10954"/>
                    <a:pt x="0" y="7048"/>
                  </a:cubicBezTo>
                  <a:cubicBezTo>
                    <a:pt x="0" y="3143"/>
                    <a:pt x="3143" y="0"/>
                    <a:pt x="7048" y="0"/>
                  </a:cubicBezTo>
                  <a:cubicBezTo>
                    <a:pt x="10954" y="0"/>
                    <a:pt x="14097" y="3143"/>
                    <a:pt x="14097" y="7048"/>
                  </a:cubicBezTo>
                  <a:close/>
                </a:path>
              </a:pathLst>
            </a:custGeom>
            <a:grpFill/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466" name="Freeform: Shape 121">
              <a:extLst>
                <a:ext uri="{FF2B5EF4-FFF2-40B4-BE49-F238E27FC236}">
                  <a16:creationId xmlns:a16="http://schemas.microsoft.com/office/drawing/2014/main" id="{8A56719F-13F0-4B75-8C04-DAACD8FD868D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5911678" y="3540620"/>
              <a:ext cx="14096" cy="14096"/>
            </a:xfrm>
            <a:custGeom>
              <a:avLst/>
              <a:gdLst>
                <a:gd name="connsiteX0" fmla="*/ 14097 w 14096"/>
                <a:gd name="connsiteY0" fmla="*/ 7048 h 14096"/>
                <a:gd name="connsiteX1" fmla="*/ 7048 w 14096"/>
                <a:gd name="connsiteY1" fmla="*/ 14097 h 14096"/>
                <a:gd name="connsiteX2" fmla="*/ 0 w 14096"/>
                <a:gd name="connsiteY2" fmla="*/ 7048 h 14096"/>
                <a:gd name="connsiteX3" fmla="*/ 7048 w 14096"/>
                <a:gd name="connsiteY3" fmla="*/ 0 h 14096"/>
                <a:gd name="connsiteX4" fmla="*/ 14097 w 14096"/>
                <a:gd name="connsiteY4" fmla="*/ 7048 h 1409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14096" h="14096">
                  <a:moveTo>
                    <a:pt x="14097" y="7048"/>
                  </a:moveTo>
                  <a:cubicBezTo>
                    <a:pt x="14097" y="10954"/>
                    <a:pt x="10954" y="14097"/>
                    <a:pt x="7048" y="14097"/>
                  </a:cubicBezTo>
                  <a:cubicBezTo>
                    <a:pt x="3143" y="14097"/>
                    <a:pt x="0" y="10954"/>
                    <a:pt x="0" y="7048"/>
                  </a:cubicBezTo>
                  <a:cubicBezTo>
                    <a:pt x="0" y="3143"/>
                    <a:pt x="3143" y="0"/>
                    <a:pt x="7048" y="0"/>
                  </a:cubicBezTo>
                  <a:cubicBezTo>
                    <a:pt x="10954" y="0"/>
                    <a:pt x="14097" y="3143"/>
                    <a:pt x="14097" y="7048"/>
                  </a:cubicBezTo>
                  <a:close/>
                </a:path>
              </a:pathLst>
            </a:custGeom>
            <a:grpFill/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467" name="Freeform: Shape 122">
              <a:extLst>
                <a:ext uri="{FF2B5EF4-FFF2-40B4-BE49-F238E27FC236}">
                  <a16:creationId xmlns:a16="http://schemas.microsoft.com/office/drawing/2014/main" id="{B30555DA-285C-4859-83DE-B16FF6DB1382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5970828" y="3540620"/>
              <a:ext cx="14096" cy="14096"/>
            </a:xfrm>
            <a:custGeom>
              <a:avLst/>
              <a:gdLst>
                <a:gd name="connsiteX0" fmla="*/ 14097 w 14096"/>
                <a:gd name="connsiteY0" fmla="*/ 7048 h 14096"/>
                <a:gd name="connsiteX1" fmla="*/ 7048 w 14096"/>
                <a:gd name="connsiteY1" fmla="*/ 14097 h 14096"/>
                <a:gd name="connsiteX2" fmla="*/ 0 w 14096"/>
                <a:gd name="connsiteY2" fmla="*/ 7048 h 14096"/>
                <a:gd name="connsiteX3" fmla="*/ 7048 w 14096"/>
                <a:gd name="connsiteY3" fmla="*/ 0 h 14096"/>
                <a:gd name="connsiteX4" fmla="*/ 14097 w 14096"/>
                <a:gd name="connsiteY4" fmla="*/ 7048 h 1409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14096" h="14096">
                  <a:moveTo>
                    <a:pt x="14097" y="7048"/>
                  </a:moveTo>
                  <a:cubicBezTo>
                    <a:pt x="14097" y="10954"/>
                    <a:pt x="10954" y="14097"/>
                    <a:pt x="7048" y="14097"/>
                  </a:cubicBezTo>
                  <a:cubicBezTo>
                    <a:pt x="3143" y="14097"/>
                    <a:pt x="0" y="10954"/>
                    <a:pt x="0" y="7048"/>
                  </a:cubicBezTo>
                  <a:cubicBezTo>
                    <a:pt x="0" y="3143"/>
                    <a:pt x="3143" y="0"/>
                    <a:pt x="7048" y="0"/>
                  </a:cubicBezTo>
                  <a:cubicBezTo>
                    <a:pt x="10954" y="0"/>
                    <a:pt x="14097" y="3143"/>
                    <a:pt x="14097" y="7048"/>
                  </a:cubicBezTo>
                  <a:close/>
                </a:path>
              </a:pathLst>
            </a:custGeom>
            <a:grpFill/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468" name="Freeform: Shape 123">
              <a:extLst>
                <a:ext uri="{FF2B5EF4-FFF2-40B4-BE49-F238E27FC236}">
                  <a16:creationId xmlns:a16="http://schemas.microsoft.com/office/drawing/2014/main" id="{67AF00E9-C8D6-41C4-9703-5468F51639D8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6030074" y="3540620"/>
              <a:ext cx="14097" cy="14097"/>
            </a:xfrm>
            <a:custGeom>
              <a:avLst/>
              <a:gdLst>
                <a:gd name="connsiteX0" fmla="*/ 14097 w 14097"/>
                <a:gd name="connsiteY0" fmla="*/ 7048 h 14097"/>
                <a:gd name="connsiteX1" fmla="*/ 7049 w 14097"/>
                <a:gd name="connsiteY1" fmla="*/ 14097 h 14097"/>
                <a:gd name="connsiteX2" fmla="*/ 0 w 14097"/>
                <a:gd name="connsiteY2" fmla="*/ 7048 h 14097"/>
                <a:gd name="connsiteX3" fmla="*/ 7049 w 14097"/>
                <a:gd name="connsiteY3" fmla="*/ 0 h 14097"/>
                <a:gd name="connsiteX4" fmla="*/ 14097 w 14097"/>
                <a:gd name="connsiteY4" fmla="*/ 7048 h 14097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14097" h="14097">
                  <a:moveTo>
                    <a:pt x="14097" y="7048"/>
                  </a:moveTo>
                  <a:cubicBezTo>
                    <a:pt x="14097" y="10941"/>
                    <a:pt x="10941" y="14097"/>
                    <a:pt x="7049" y="14097"/>
                  </a:cubicBezTo>
                  <a:cubicBezTo>
                    <a:pt x="3156" y="14097"/>
                    <a:pt x="0" y="10941"/>
                    <a:pt x="0" y="7048"/>
                  </a:cubicBezTo>
                  <a:cubicBezTo>
                    <a:pt x="0" y="3156"/>
                    <a:pt x="3156" y="0"/>
                    <a:pt x="7049" y="0"/>
                  </a:cubicBezTo>
                  <a:cubicBezTo>
                    <a:pt x="10941" y="0"/>
                    <a:pt x="14097" y="3156"/>
                    <a:pt x="14097" y="7048"/>
                  </a:cubicBezTo>
                  <a:close/>
                </a:path>
              </a:pathLst>
            </a:custGeom>
            <a:grpFill/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469" name="Freeform: Shape 124">
              <a:extLst>
                <a:ext uri="{FF2B5EF4-FFF2-40B4-BE49-F238E27FC236}">
                  <a16:creationId xmlns:a16="http://schemas.microsoft.com/office/drawing/2014/main" id="{D07F88BD-A2E8-4F25-BB43-9372C6C9F30E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6089224" y="3540620"/>
              <a:ext cx="14096" cy="14096"/>
            </a:xfrm>
            <a:custGeom>
              <a:avLst/>
              <a:gdLst>
                <a:gd name="connsiteX0" fmla="*/ 14097 w 14096"/>
                <a:gd name="connsiteY0" fmla="*/ 7048 h 14096"/>
                <a:gd name="connsiteX1" fmla="*/ 7048 w 14096"/>
                <a:gd name="connsiteY1" fmla="*/ 14097 h 14096"/>
                <a:gd name="connsiteX2" fmla="*/ 0 w 14096"/>
                <a:gd name="connsiteY2" fmla="*/ 7048 h 14096"/>
                <a:gd name="connsiteX3" fmla="*/ 7048 w 14096"/>
                <a:gd name="connsiteY3" fmla="*/ 0 h 14096"/>
                <a:gd name="connsiteX4" fmla="*/ 14097 w 14096"/>
                <a:gd name="connsiteY4" fmla="*/ 7048 h 1409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14096" h="14096">
                  <a:moveTo>
                    <a:pt x="14097" y="7048"/>
                  </a:moveTo>
                  <a:cubicBezTo>
                    <a:pt x="14097" y="10954"/>
                    <a:pt x="10954" y="14097"/>
                    <a:pt x="7048" y="14097"/>
                  </a:cubicBezTo>
                  <a:cubicBezTo>
                    <a:pt x="3143" y="14097"/>
                    <a:pt x="0" y="10954"/>
                    <a:pt x="0" y="7048"/>
                  </a:cubicBezTo>
                  <a:cubicBezTo>
                    <a:pt x="0" y="3143"/>
                    <a:pt x="3143" y="0"/>
                    <a:pt x="7048" y="0"/>
                  </a:cubicBezTo>
                  <a:cubicBezTo>
                    <a:pt x="10954" y="0"/>
                    <a:pt x="14097" y="3143"/>
                    <a:pt x="14097" y="7048"/>
                  </a:cubicBezTo>
                  <a:close/>
                </a:path>
              </a:pathLst>
            </a:custGeom>
            <a:grpFill/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470" name="Freeform: Shape 125">
              <a:extLst>
                <a:ext uri="{FF2B5EF4-FFF2-40B4-BE49-F238E27FC236}">
                  <a16:creationId xmlns:a16="http://schemas.microsoft.com/office/drawing/2014/main" id="{DFAE35DA-8283-4F4B-8C00-FF8EFE39B3CC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5734038" y="3599770"/>
              <a:ext cx="14192" cy="14096"/>
            </a:xfrm>
            <a:custGeom>
              <a:avLst/>
              <a:gdLst>
                <a:gd name="connsiteX0" fmla="*/ 14192 w 14192"/>
                <a:gd name="connsiteY0" fmla="*/ 7048 h 14096"/>
                <a:gd name="connsiteX1" fmla="*/ 7144 w 14192"/>
                <a:gd name="connsiteY1" fmla="*/ 14097 h 14096"/>
                <a:gd name="connsiteX2" fmla="*/ 0 w 14192"/>
                <a:gd name="connsiteY2" fmla="*/ 7048 h 14096"/>
                <a:gd name="connsiteX3" fmla="*/ 7049 w 14192"/>
                <a:gd name="connsiteY3" fmla="*/ 0 h 14096"/>
                <a:gd name="connsiteX4" fmla="*/ 14192 w 14192"/>
                <a:gd name="connsiteY4" fmla="*/ 7048 h 1409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14192" h="14096">
                  <a:moveTo>
                    <a:pt x="14192" y="7048"/>
                  </a:moveTo>
                  <a:cubicBezTo>
                    <a:pt x="14192" y="10954"/>
                    <a:pt x="11049" y="14097"/>
                    <a:pt x="7144" y="14097"/>
                  </a:cubicBezTo>
                  <a:cubicBezTo>
                    <a:pt x="3239" y="14097"/>
                    <a:pt x="0" y="10954"/>
                    <a:pt x="0" y="7048"/>
                  </a:cubicBezTo>
                  <a:cubicBezTo>
                    <a:pt x="0" y="3143"/>
                    <a:pt x="3143" y="0"/>
                    <a:pt x="7049" y="0"/>
                  </a:cubicBezTo>
                  <a:cubicBezTo>
                    <a:pt x="10954" y="0"/>
                    <a:pt x="14192" y="3143"/>
                    <a:pt x="14192" y="7048"/>
                  </a:cubicBezTo>
                  <a:close/>
                </a:path>
              </a:pathLst>
            </a:custGeom>
            <a:grpFill/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471" name="Freeform: Shape 126">
              <a:extLst>
                <a:ext uri="{FF2B5EF4-FFF2-40B4-BE49-F238E27FC236}">
                  <a16:creationId xmlns:a16="http://schemas.microsoft.com/office/drawing/2014/main" id="{4340DEBE-A255-48E2-B7B2-AE881651CEC6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5793283" y="3599770"/>
              <a:ext cx="14097" cy="14096"/>
            </a:xfrm>
            <a:custGeom>
              <a:avLst/>
              <a:gdLst>
                <a:gd name="connsiteX0" fmla="*/ 14097 w 14097"/>
                <a:gd name="connsiteY0" fmla="*/ 7048 h 14096"/>
                <a:gd name="connsiteX1" fmla="*/ 7049 w 14097"/>
                <a:gd name="connsiteY1" fmla="*/ 14097 h 14096"/>
                <a:gd name="connsiteX2" fmla="*/ 0 w 14097"/>
                <a:gd name="connsiteY2" fmla="*/ 7048 h 14096"/>
                <a:gd name="connsiteX3" fmla="*/ 7049 w 14097"/>
                <a:gd name="connsiteY3" fmla="*/ 0 h 14096"/>
                <a:gd name="connsiteX4" fmla="*/ 14097 w 14097"/>
                <a:gd name="connsiteY4" fmla="*/ 7048 h 1409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14097" h="14096">
                  <a:moveTo>
                    <a:pt x="14097" y="7048"/>
                  </a:moveTo>
                  <a:cubicBezTo>
                    <a:pt x="14097" y="10954"/>
                    <a:pt x="10954" y="14097"/>
                    <a:pt x="7049" y="14097"/>
                  </a:cubicBezTo>
                  <a:cubicBezTo>
                    <a:pt x="3143" y="14097"/>
                    <a:pt x="0" y="10954"/>
                    <a:pt x="0" y="7048"/>
                  </a:cubicBezTo>
                  <a:cubicBezTo>
                    <a:pt x="0" y="3143"/>
                    <a:pt x="3143" y="0"/>
                    <a:pt x="7049" y="0"/>
                  </a:cubicBezTo>
                  <a:cubicBezTo>
                    <a:pt x="10954" y="0"/>
                    <a:pt x="14097" y="3143"/>
                    <a:pt x="14097" y="7048"/>
                  </a:cubicBezTo>
                  <a:close/>
                </a:path>
              </a:pathLst>
            </a:custGeom>
            <a:grpFill/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472" name="Freeform: Shape 127">
              <a:extLst>
                <a:ext uri="{FF2B5EF4-FFF2-40B4-BE49-F238E27FC236}">
                  <a16:creationId xmlns:a16="http://schemas.microsoft.com/office/drawing/2014/main" id="{FE968FB9-507A-4F2E-B346-15995081B1CA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5852433" y="3599770"/>
              <a:ext cx="14096" cy="14096"/>
            </a:xfrm>
            <a:custGeom>
              <a:avLst/>
              <a:gdLst>
                <a:gd name="connsiteX0" fmla="*/ 14097 w 14096"/>
                <a:gd name="connsiteY0" fmla="*/ 7048 h 14096"/>
                <a:gd name="connsiteX1" fmla="*/ 7048 w 14096"/>
                <a:gd name="connsiteY1" fmla="*/ 14097 h 14096"/>
                <a:gd name="connsiteX2" fmla="*/ 0 w 14096"/>
                <a:gd name="connsiteY2" fmla="*/ 7048 h 14096"/>
                <a:gd name="connsiteX3" fmla="*/ 7048 w 14096"/>
                <a:gd name="connsiteY3" fmla="*/ 0 h 14096"/>
                <a:gd name="connsiteX4" fmla="*/ 14097 w 14096"/>
                <a:gd name="connsiteY4" fmla="*/ 7048 h 1409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14096" h="14096">
                  <a:moveTo>
                    <a:pt x="14097" y="7048"/>
                  </a:moveTo>
                  <a:cubicBezTo>
                    <a:pt x="14097" y="10954"/>
                    <a:pt x="10954" y="14097"/>
                    <a:pt x="7048" y="14097"/>
                  </a:cubicBezTo>
                  <a:cubicBezTo>
                    <a:pt x="3143" y="14097"/>
                    <a:pt x="0" y="10954"/>
                    <a:pt x="0" y="7048"/>
                  </a:cubicBezTo>
                  <a:cubicBezTo>
                    <a:pt x="0" y="3143"/>
                    <a:pt x="3143" y="0"/>
                    <a:pt x="7048" y="0"/>
                  </a:cubicBezTo>
                  <a:cubicBezTo>
                    <a:pt x="10954" y="0"/>
                    <a:pt x="14097" y="3143"/>
                    <a:pt x="14097" y="7048"/>
                  </a:cubicBezTo>
                  <a:close/>
                </a:path>
              </a:pathLst>
            </a:custGeom>
            <a:grpFill/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473" name="Freeform: Shape 128">
              <a:extLst>
                <a:ext uri="{FF2B5EF4-FFF2-40B4-BE49-F238E27FC236}">
                  <a16:creationId xmlns:a16="http://schemas.microsoft.com/office/drawing/2014/main" id="{4DA99BD8-9C2B-46BF-AA27-ED405540D1AA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5911678" y="3599770"/>
              <a:ext cx="14096" cy="14096"/>
            </a:xfrm>
            <a:custGeom>
              <a:avLst/>
              <a:gdLst>
                <a:gd name="connsiteX0" fmla="*/ 14097 w 14096"/>
                <a:gd name="connsiteY0" fmla="*/ 7048 h 14096"/>
                <a:gd name="connsiteX1" fmla="*/ 7048 w 14096"/>
                <a:gd name="connsiteY1" fmla="*/ 14097 h 14096"/>
                <a:gd name="connsiteX2" fmla="*/ 0 w 14096"/>
                <a:gd name="connsiteY2" fmla="*/ 7048 h 14096"/>
                <a:gd name="connsiteX3" fmla="*/ 7048 w 14096"/>
                <a:gd name="connsiteY3" fmla="*/ 0 h 14096"/>
                <a:gd name="connsiteX4" fmla="*/ 14097 w 14096"/>
                <a:gd name="connsiteY4" fmla="*/ 7048 h 1409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14096" h="14096">
                  <a:moveTo>
                    <a:pt x="14097" y="7048"/>
                  </a:moveTo>
                  <a:cubicBezTo>
                    <a:pt x="14097" y="10954"/>
                    <a:pt x="10954" y="14097"/>
                    <a:pt x="7048" y="14097"/>
                  </a:cubicBezTo>
                  <a:cubicBezTo>
                    <a:pt x="3143" y="14097"/>
                    <a:pt x="0" y="10954"/>
                    <a:pt x="0" y="7048"/>
                  </a:cubicBezTo>
                  <a:cubicBezTo>
                    <a:pt x="0" y="3143"/>
                    <a:pt x="3143" y="0"/>
                    <a:pt x="7048" y="0"/>
                  </a:cubicBezTo>
                  <a:cubicBezTo>
                    <a:pt x="10954" y="0"/>
                    <a:pt x="14097" y="3143"/>
                    <a:pt x="14097" y="7048"/>
                  </a:cubicBezTo>
                  <a:close/>
                </a:path>
              </a:pathLst>
            </a:custGeom>
            <a:grpFill/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474" name="Freeform: Shape 129">
              <a:extLst>
                <a:ext uri="{FF2B5EF4-FFF2-40B4-BE49-F238E27FC236}">
                  <a16:creationId xmlns:a16="http://schemas.microsoft.com/office/drawing/2014/main" id="{50C84F67-D2C2-48DF-8537-DF99C60240AA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5970828" y="3599770"/>
              <a:ext cx="14096" cy="14096"/>
            </a:xfrm>
            <a:custGeom>
              <a:avLst/>
              <a:gdLst>
                <a:gd name="connsiteX0" fmla="*/ 14097 w 14096"/>
                <a:gd name="connsiteY0" fmla="*/ 7048 h 14096"/>
                <a:gd name="connsiteX1" fmla="*/ 7048 w 14096"/>
                <a:gd name="connsiteY1" fmla="*/ 14097 h 14096"/>
                <a:gd name="connsiteX2" fmla="*/ 0 w 14096"/>
                <a:gd name="connsiteY2" fmla="*/ 7048 h 14096"/>
                <a:gd name="connsiteX3" fmla="*/ 7048 w 14096"/>
                <a:gd name="connsiteY3" fmla="*/ 0 h 14096"/>
                <a:gd name="connsiteX4" fmla="*/ 14097 w 14096"/>
                <a:gd name="connsiteY4" fmla="*/ 7048 h 1409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14096" h="14096">
                  <a:moveTo>
                    <a:pt x="14097" y="7048"/>
                  </a:moveTo>
                  <a:cubicBezTo>
                    <a:pt x="14097" y="10954"/>
                    <a:pt x="10954" y="14097"/>
                    <a:pt x="7048" y="14097"/>
                  </a:cubicBezTo>
                  <a:cubicBezTo>
                    <a:pt x="3143" y="14097"/>
                    <a:pt x="0" y="10954"/>
                    <a:pt x="0" y="7048"/>
                  </a:cubicBezTo>
                  <a:cubicBezTo>
                    <a:pt x="0" y="3143"/>
                    <a:pt x="3143" y="0"/>
                    <a:pt x="7048" y="0"/>
                  </a:cubicBezTo>
                  <a:cubicBezTo>
                    <a:pt x="10954" y="0"/>
                    <a:pt x="14097" y="3143"/>
                    <a:pt x="14097" y="7048"/>
                  </a:cubicBezTo>
                  <a:close/>
                </a:path>
              </a:pathLst>
            </a:custGeom>
            <a:grpFill/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475" name="Freeform: Shape 130">
              <a:extLst>
                <a:ext uri="{FF2B5EF4-FFF2-40B4-BE49-F238E27FC236}">
                  <a16:creationId xmlns:a16="http://schemas.microsoft.com/office/drawing/2014/main" id="{F5CAEB9A-26A6-4FBF-916B-19FC9B0BFCDD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6030073" y="3599770"/>
              <a:ext cx="14097" cy="14096"/>
            </a:xfrm>
            <a:custGeom>
              <a:avLst/>
              <a:gdLst>
                <a:gd name="connsiteX0" fmla="*/ 14097 w 14097"/>
                <a:gd name="connsiteY0" fmla="*/ 7048 h 14096"/>
                <a:gd name="connsiteX1" fmla="*/ 7048 w 14097"/>
                <a:gd name="connsiteY1" fmla="*/ 14097 h 14096"/>
                <a:gd name="connsiteX2" fmla="*/ 0 w 14097"/>
                <a:gd name="connsiteY2" fmla="*/ 7048 h 14096"/>
                <a:gd name="connsiteX3" fmla="*/ 7048 w 14097"/>
                <a:gd name="connsiteY3" fmla="*/ 0 h 14096"/>
                <a:gd name="connsiteX4" fmla="*/ 14097 w 14097"/>
                <a:gd name="connsiteY4" fmla="*/ 7048 h 1409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14097" h="14096">
                  <a:moveTo>
                    <a:pt x="14097" y="7048"/>
                  </a:moveTo>
                  <a:cubicBezTo>
                    <a:pt x="14097" y="10954"/>
                    <a:pt x="10954" y="14097"/>
                    <a:pt x="7048" y="14097"/>
                  </a:cubicBezTo>
                  <a:cubicBezTo>
                    <a:pt x="3143" y="14097"/>
                    <a:pt x="0" y="10954"/>
                    <a:pt x="0" y="7048"/>
                  </a:cubicBezTo>
                  <a:cubicBezTo>
                    <a:pt x="0" y="3143"/>
                    <a:pt x="3143" y="0"/>
                    <a:pt x="7048" y="0"/>
                  </a:cubicBezTo>
                  <a:cubicBezTo>
                    <a:pt x="10954" y="0"/>
                    <a:pt x="14097" y="3143"/>
                    <a:pt x="14097" y="7048"/>
                  </a:cubicBezTo>
                  <a:close/>
                </a:path>
              </a:pathLst>
            </a:custGeom>
            <a:grpFill/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476" name="Freeform: Shape 131">
              <a:extLst>
                <a:ext uri="{FF2B5EF4-FFF2-40B4-BE49-F238E27FC236}">
                  <a16:creationId xmlns:a16="http://schemas.microsoft.com/office/drawing/2014/main" id="{E4DEDE1B-4819-4E4B-849E-330D7DF56C2F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6089224" y="3599770"/>
              <a:ext cx="14096" cy="14096"/>
            </a:xfrm>
            <a:custGeom>
              <a:avLst/>
              <a:gdLst>
                <a:gd name="connsiteX0" fmla="*/ 14097 w 14096"/>
                <a:gd name="connsiteY0" fmla="*/ 7048 h 14096"/>
                <a:gd name="connsiteX1" fmla="*/ 7048 w 14096"/>
                <a:gd name="connsiteY1" fmla="*/ 14097 h 14096"/>
                <a:gd name="connsiteX2" fmla="*/ 0 w 14096"/>
                <a:gd name="connsiteY2" fmla="*/ 7048 h 14096"/>
                <a:gd name="connsiteX3" fmla="*/ 7048 w 14096"/>
                <a:gd name="connsiteY3" fmla="*/ 0 h 14096"/>
                <a:gd name="connsiteX4" fmla="*/ 14097 w 14096"/>
                <a:gd name="connsiteY4" fmla="*/ 7048 h 1409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14096" h="14096">
                  <a:moveTo>
                    <a:pt x="14097" y="7048"/>
                  </a:moveTo>
                  <a:cubicBezTo>
                    <a:pt x="14097" y="10954"/>
                    <a:pt x="10954" y="14097"/>
                    <a:pt x="7048" y="14097"/>
                  </a:cubicBezTo>
                  <a:cubicBezTo>
                    <a:pt x="3143" y="14097"/>
                    <a:pt x="0" y="10954"/>
                    <a:pt x="0" y="7048"/>
                  </a:cubicBezTo>
                  <a:cubicBezTo>
                    <a:pt x="0" y="3143"/>
                    <a:pt x="3143" y="0"/>
                    <a:pt x="7048" y="0"/>
                  </a:cubicBezTo>
                  <a:cubicBezTo>
                    <a:pt x="10954" y="0"/>
                    <a:pt x="14097" y="3143"/>
                    <a:pt x="14097" y="7048"/>
                  </a:cubicBezTo>
                  <a:close/>
                </a:path>
              </a:pathLst>
            </a:custGeom>
            <a:grpFill/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477" name="Freeform: Shape 132">
              <a:extLst>
                <a:ext uri="{FF2B5EF4-FFF2-40B4-BE49-F238E27FC236}">
                  <a16:creationId xmlns:a16="http://schemas.microsoft.com/office/drawing/2014/main" id="{C441B73E-F19C-4313-8F46-F600603B360D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5734037" y="3659014"/>
              <a:ext cx="14192" cy="14096"/>
            </a:xfrm>
            <a:custGeom>
              <a:avLst/>
              <a:gdLst>
                <a:gd name="connsiteX0" fmla="*/ 14192 w 14192"/>
                <a:gd name="connsiteY0" fmla="*/ 7048 h 14096"/>
                <a:gd name="connsiteX1" fmla="*/ 7144 w 14192"/>
                <a:gd name="connsiteY1" fmla="*/ 14097 h 14096"/>
                <a:gd name="connsiteX2" fmla="*/ 0 w 14192"/>
                <a:gd name="connsiteY2" fmla="*/ 7048 h 14096"/>
                <a:gd name="connsiteX3" fmla="*/ 7049 w 14192"/>
                <a:gd name="connsiteY3" fmla="*/ 0 h 14096"/>
                <a:gd name="connsiteX4" fmla="*/ 14192 w 14192"/>
                <a:gd name="connsiteY4" fmla="*/ 7048 h 1409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14192" h="14096">
                  <a:moveTo>
                    <a:pt x="14192" y="7048"/>
                  </a:moveTo>
                  <a:cubicBezTo>
                    <a:pt x="14192" y="10954"/>
                    <a:pt x="11049" y="14097"/>
                    <a:pt x="7144" y="14097"/>
                  </a:cubicBezTo>
                  <a:cubicBezTo>
                    <a:pt x="3239" y="14097"/>
                    <a:pt x="0" y="10954"/>
                    <a:pt x="0" y="7048"/>
                  </a:cubicBezTo>
                  <a:cubicBezTo>
                    <a:pt x="0" y="3143"/>
                    <a:pt x="3143" y="0"/>
                    <a:pt x="7049" y="0"/>
                  </a:cubicBezTo>
                  <a:cubicBezTo>
                    <a:pt x="10954" y="0"/>
                    <a:pt x="14192" y="3143"/>
                    <a:pt x="14192" y="7048"/>
                  </a:cubicBezTo>
                  <a:close/>
                </a:path>
              </a:pathLst>
            </a:custGeom>
            <a:grpFill/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478" name="Freeform: Shape 133">
              <a:extLst>
                <a:ext uri="{FF2B5EF4-FFF2-40B4-BE49-F238E27FC236}">
                  <a16:creationId xmlns:a16="http://schemas.microsoft.com/office/drawing/2014/main" id="{014FE805-EF51-4859-A6DF-CF75F9A0F5D5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5793282" y="3659014"/>
              <a:ext cx="14097" cy="14096"/>
            </a:xfrm>
            <a:custGeom>
              <a:avLst/>
              <a:gdLst>
                <a:gd name="connsiteX0" fmla="*/ 14097 w 14097"/>
                <a:gd name="connsiteY0" fmla="*/ 7048 h 14096"/>
                <a:gd name="connsiteX1" fmla="*/ 7049 w 14097"/>
                <a:gd name="connsiteY1" fmla="*/ 14097 h 14096"/>
                <a:gd name="connsiteX2" fmla="*/ 0 w 14097"/>
                <a:gd name="connsiteY2" fmla="*/ 7048 h 14096"/>
                <a:gd name="connsiteX3" fmla="*/ 7049 w 14097"/>
                <a:gd name="connsiteY3" fmla="*/ 0 h 14096"/>
                <a:gd name="connsiteX4" fmla="*/ 14097 w 14097"/>
                <a:gd name="connsiteY4" fmla="*/ 7048 h 1409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14097" h="14096">
                  <a:moveTo>
                    <a:pt x="14097" y="7048"/>
                  </a:moveTo>
                  <a:cubicBezTo>
                    <a:pt x="14097" y="10954"/>
                    <a:pt x="10954" y="14097"/>
                    <a:pt x="7049" y="14097"/>
                  </a:cubicBezTo>
                  <a:cubicBezTo>
                    <a:pt x="3143" y="14097"/>
                    <a:pt x="0" y="10954"/>
                    <a:pt x="0" y="7048"/>
                  </a:cubicBezTo>
                  <a:cubicBezTo>
                    <a:pt x="0" y="3143"/>
                    <a:pt x="3143" y="0"/>
                    <a:pt x="7049" y="0"/>
                  </a:cubicBezTo>
                  <a:cubicBezTo>
                    <a:pt x="10954" y="0"/>
                    <a:pt x="14097" y="3143"/>
                    <a:pt x="14097" y="7048"/>
                  </a:cubicBezTo>
                  <a:close/>
                </a:path>
              </a:pathLst>
            </a:custGeom>
            <a:grpFill/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479" name="Freeform: Shape 134">
              <a:extLst>
                <a:ext uri="{FF2B5EF4-FFF2-40B4-BE49-F238E27FC236}">
                  <a16:creationId xmlns:a16="http://schemas.microsoft.com/office/drawing/2014/main" id="{624CF2A5-BD9E-4570-8560-063BC70F2682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5852432" y="3659014"/>
              <a:ext cx="14096" cy="14096"/>
            </a:xfrm>
            <a:custGeom>
              <a:avLst/>
              <a:gdLst>
                <a:gd name="connsiteX0" fmla="*/ 14097 w 14096"/>
                <a:gd name="connsiteY0" fmla="*/ 7048 h 14096"/>
                <a:gd name="connsiteX1" fmla="*/ 7048 w 14096"/>
                <a:gd name="connsiteY1" fmla="*/ 14097 h 14096"/>
                <a:gd name="connsiteX2" fmla="*/ 0 w 14096"/>
                <a:gd name="connsiteY2" fmla="*/ 7048 h 14096"/>
                <a:gd name="connsiteX3" fmla="*/ 7048 w 14096"/>
                <a:gd name="connsiteY3" fmla="*/ 0 h 14096"/>
                <a:gd name="connsiteX4" fmla="*/ 14097 w 14096"/>
                <a:gd name="connsiteY4" fmla="*/ 7048 h 1409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14096" h="14096">
                  <a:moveTo>
                    <a:pt x="14097" y="7048"/>
                  </a:moveTo>
                  <a:cubicBezTo>
                    <a:pt x="14097" y="10954"/>
                    <a:pt x="10954" y="14097"/>
                    <a:pt x="7048" y="14097"/>
                  </a:cubicBezTo>
                  <a:cubicBezTo>
                    <a:pt x="3143" y="14097"/>
                    <a:pt x="0" y="10954"/>
                    <a:pt x="0" y="7048"/>
                  </a:cubicBezTo>
                  <a:cubicBezTo>
                    <a:pt x="0" y="3143"/>
                    <a:pt x="3143" y="0"/>
                    <a:pt x="7048" y="0"/>
                  </a:cubicBezTo>
                  <a:cubicBezTo>
                    <a:pt x="10954" y="0"/>
                    <a:pt x="14097" y="3143"/>
                    <a:pt x="14097" y="7048"/>
                  </a:cubicBezTo>
                  <a:close/>
                </a:path>
              </a:pathLst>
            </a:custGeom>
            <a:grpFill/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480" name="Freeform: Shape 135">
              <a:extLst>
                <a:ext uri="{FF2B5EF4-FFF2-40B4-BE49-F238E27FC236}">
                  <a16:creationId xmlns:a16="http://schemas.microsoft.com/office/drawing/2014/main" id="{6BEC415C-7946-43B2-9AC8-348B6B5CD0B5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5911678" y="3659014"/>
              <a:ext cx="14096" cy="14096"/>
            </a:xfrm>
            <a:custGeom>
              <a:avLst/>
              <a:gdLst>
                <a:gd name="connsiteX0" fmla="*/ 14097 w 14096"/>
                <a:gd name="connsiteY0" fmla="*/ 7048 h 14096"/>
                <a:gd name="connsiteX1" fmla="*/ 7048 w 14096"/>
                <a:gd name="connsiteY1" fmla="*/ 14097 h 14096"/>
                <a:gd name="connsiteX2" fmla="*/ 0 w 14096"/>
                <a:gd name="connsiteY2" fmla="*/ 7048 h 14096"/>
                <a:gd name="connsiteX3" fmla="*/ 7048 w 14096"/>
                <a:gd name="connsiteY3" fmla="*/ 0 h 14096"/>
                <a:gd name="connsiteX4" fmla="*/ 14097 w 14096"/>
                <a:gd name="connsiteY4" fmla="*/ 7048 h 1409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14096" h="14096">
                  <a:moveTo>
                    <a:pt x="14097" y="7048"/>
                  </a:moveTo>
                  <a:cubicBezTo>
                    <a:pt x="14097" y="10954"/>
                    <a:pt x="10954" y="14097"/>
                    <a:pt x="7048" y="14097"/>
                  </a:cubicBezTo>
                  <a:cubicBezTo>
                    <a:pt x="3143" y="14097"/>
                    <a:pt x="0" y="10954"/>
                    <a:pt x="0" y="7048"/>
                  </a:cubicBezTo>
                  <a:cubicBezTo>
                    <a:pt x="0" y="3143"/>
                    <a:pt x="3143" y="0"/>
                    <a:pt x="7048" y="0"/>
                  </a:cubicBezTo>
                  <a:cubicBezTo>
                    <a:pt x="10954" y="0"/>
                    <a:pt x="14097" y="3143"/>
                    <a:pt x="14097" y="7048"/>
                  </a:cubicBezTo>
                  <a:close/>
                </a:path>
              </a:pathLst>
            </a:custGeom>
            <a:grpFill/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481" name="Freeform: Shape 136">
              <a:extLst>
                <a:ext uri="{FF2B5EF4-FFF2-40B4-BE49-F238E27FC236}">
                  <a16:creationId xmlns:a16="http://schemas.microsoft.com/office/drawing/2014/main" id="{1B615AD5-3365-43D4-8E16-377A2A2F978A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5970828" y="3659014"/>
              <a:ext cx="14096" cy="14096"/>
            </a:xfrm>
            <a:custGeom>
              <a:avLst/>
              <a:gdLst>
                <a:gd name="connsiteX0" fmla="*/ 14097 w 14096"/>
                <a:gd name="connsiteY0" fmla="*/ 7048 h 14096"/>
                <a:gd name="connsiteX1" fmla="*/ 7048 w 14096"/>
                <a:gd name="connsiteY1" fmla="*/ 14097 h 14096"/>
                <a:gd name="connsiteX2" fmla="*/ 0 w 14096"/>
                <a:gd name="connsiteY2" fmla="*/ 7048 h 14096"/>
                <a:gd name="connsiteX3" fmla="*/ 7048 w 14096"/>
                <a:gd name="connsiteY3" fmla="*/ 0 h 14096"/>
                <a:gd name="connsiteX4" fmla="*/ 14097 w 14096"/>
                <a:gd name="connsiteY4" fmla="*/ 7048 h 1409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14096" h="14096">
                  <a:moveTo>
                    <a:pt x="14097" y="7048"/>
                  </a:moveTo>
                  <a:cubicBezTo>
                    <a:pt x="14097" y="10954"/>
                    <a:pt x="10954" y="14097"/>
                    <a:pt x="7048" y="14097"/>
                  </a:cubicBezTo>
                  <a:cubicBezTo>
                    <a:pt x="3143" y="14097"/>
                    <a:pt x="0" y="10954"/>
                    <a:pt x="0" y="7048"/>
                  </a:cubicBezTo>
                  <a:cubicBezTo>
                    <a:pt x="0" y="3143"/>
                    <a:pt x="3143" y="0"/>
                    <a:pt x="7048" y="0"/>
                  </a:cubicBezTo>
                  <a:cubicBezTo>
                    <a:pt x="10954" y="0"/>
                    <a:pt x="14097" y="3143"/>
                    <a:pt x="14097" y="7048"/>
                  </a:cubicBezTo>
                  <a:close/>
                </a:path>
              </a:pathLst>
            </a:custGeom>
            <a:grpFill/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482" name="Freeform: Shape 137">
              <a:extLst>
                <a:ext uri="{FF2B5EF4-FFF2-40B4-BE49-F238E27FC236}">
                  <a16:creationId xmlns:a16="http://schemas.microsoft.com/office/drawing/2014/main" id="{9D184DFD-DD33-491E-90FF-6E4ECA266872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6030073" y="3659014"/>
              <a:ext cx="14097" cy="14096"/>
            </a:xfrm>
            <a:custGeom>
              <a:avLst/>
              <a:gdLst>
                <a:gd name="connsiteX0" fmla="*/ 14097 w 14097"/>
                <a:gd name="connsiteY0" fmla="*/ 7048 h 14096"/>
                <a:gd name="connsiteX1" fmla="*/ 7048 w 14097"/>
                <a:gd name="connsiteY1" fmla="*/ 14097 h 14096"/>
                <a:gd name="connsiteX2" fmla="*/ 0 w 14097"/>
                <a:gd name="connsiteY2" fmla="*/ 7048 h 14096"/>
                <a:gd name="connsiteX3" fmla="*/ 7048 w 14097"/>
                <a:gd name="connsiteY3" fmla="*/ 0 h 14096"/>
                <a:gd name="connsiteX4" fmla="*/ 14097 w 14097"/>
                <a:gd name="connsiteY4" fmla="*/ 7048 h 1409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14097" h="14096">
                  <a:moveTo>
                    <a:pt x="14097" y="7048"/>
                  </a:moveTo>
                  <a:cubicBezTo>
                    <a:pt x="14097" y="10954"/>
                    <a:pt x="10954" y="14097"/>
                    <a:pt x="7048" y="14097"/>
                  </a:cubicBezTo>
                  <a:cubicBezTo>
                    <a:pt x="3143" y="14097"/>
                    <a:pt x="0" y="10954"/>
                    <a:pt x="0" y="7048"/>
                  </a:cubicBezTo>
                  <a:cubicBezTo>
                    <a:pt x="0" y="3143"/>
                    <a:pt x="3143" y="0"/>
                    <a:pt x="7048" y="0"/>
                  </a:cubicBezTo>
                  <a:cubicBezTo>
                    <a:pt x="10954" y="0"/>
                    <a:pt x="14097" y="3143"/>
                    <a:pt x="14097" y="7048"/>
                  </a:cubicBezTo>
                  <a:close/>
                </a:path>
              </a:pathLst>
            </a:custGeom>
            <a:grpFill/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483" name="Freeform: Shape 138">
              <a:extLst>
                <a:ext uri="{FF2B5EF4-FFF2-40B4-BE49-F238E27FC236}">
                  <a16:creationId xmlns:a16="http://schemas.microsoft.com/office/drawing/2014/main" id="{31B62FE1-0262-4B09-ABEA-8AA010137DAF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6089224" y="3659014"/>
              <a:ext cx="14096" cy="14096"/>
            </a:xfrm>
            <a:custGeom>
              <a:avLst/>
              <a:gdLst>
                <a:gd name="connsiteX0" fmla="*/ 14097 w 14096"/>
                <a:gd name="connsiteY0" fmla="*/ 7048 h 14096"/>
                <a:gd name="connsiteX1" fmla="*/ 7048 w 14096"/>
                <a:gd name="connsiteY1" fmla="*/ 14097 h 14096"/>
                <a:gd name="connsiteX2" fmla="*/ 0 w 14096"/>
                <a:gd name="connsiteY2" fmla="*/ 7048 h 14096"/>
                <a:gd name="connsiteX3" fmla="*/ 7048 w 14096"/>
                <a:gd name="connsiteY3" fmla="*/ 0 h 14096"/>
                <a:gd name="connsiteX4" fmla="*/ 14097 w 14096"/>
                <a:gd name="connsiteY4" fmla="*/ 7048 h 1409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14096" h="14096">
                  <a:moveTo>
                    <a:pt x="14097" y="7048"/>
                  </a:moveTo>
                  <a:cubicBezTo>
                    <a:pt x="14097" y="10954"/>
                    <a:pt x="10954" y="14097"/>
                    <a:pt x="7048" y="14097"/>
                  </a:cubicBezTo>
                  <a:cubicBezTo>
                    <a:pt x="3143" y="14097"/>
                    <a:pt x="0" y="10954"/>
                    <a:pt x="0" y="7048"/>
                  </a:cubicBezTo>
                  <a:cubicBezTo>
                    <a:pt x="0" y="3143"/>
                    <a:pt x="3143" y="0"/>
                    <a:pt x="7048" y="0"/>
                  </a:cubicBezTo>
                  <a:cubicBezTo>
                    <a:pt x="10954" y="0"/>
                    <a:pt x="14097" y="3143"/>
                    <a:pt x="14097" y="7048"/>
                  </a:cubicBezTo>
                  <a:close/>
                </a:path>
              </a:pathLst>
            </a:custGeom>
            <a:grpFill/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484" name="Freeform: Shape 139">
              <a:extLst>
                <a:ext uri="{FF2B5EF4-FFF2-40B4-BE49-F238E27FC236}">
                  <a16:creationId xmlns:a16="http://schemas.microsoft.com/office/drawing/2014/main" id="{20C539C6-FAA9-4EBE-93D9-1F946E144984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5734039" y="3718165"/>
              <a:ext cx="14192" cy="14096"/>
            </a:xfrm>
            <a:custGeom>
              <a:avLst/>
              <a:gdLst>
                <a:gd name="connsiteX0" fmla="*/ 14192 w 14192"/>
                <a:gd name="connsiteY0" fmla="*/ 7048 h 14096"/>
                <a:gd name="connsiteX1" fmla="*/ 7144 w 14192"/>
                <a:gd name="connsiteY1" fmla="*/ 14097 h 14096"/>
                <a:gd name="connsiteX2" fmla="*/ 0 w 14192"/>
                <a:gd name="connsiteY2" fmla="*/ 7048 h 14096"/>
                <a:gd name="connsiteX3" fmla="*/ 7049 w 14192"/>
                <a:gd name="connsiteY3" fmla="*/ 0 h 14096"/>
                <a:gd name="connsiteX4" fmla="*/ 14192 w 14192"/>
                <a:gd name="connsiteY4" fmla="*/ 7048 h 1409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14192" h="14096">
                  <a:moveTo>
                    <a:pt x="14192" y="7048"/>
                  </a:moveTo>
                  <a:cubicBezTo>
                    <a:pt x="14192" y="10954"/>
                    <a:pt x="11049" y="14097"/>
                    <a:pt x="7144" y="14097"/>
                  </a:cubicBezTo>
                  <a:cubicBezTo>
                    <a:pt x="3239" y="14097"/>
                    <a:pt x="0" y="10954"/>
                    <a:pt x="0" y="7048"/>
                  </a:cubicBezTo>
                  <a:cubicBezTo>
                    <a:pt x="0" y="3143"/>
                    <a:pt x="3143" y="0"/>
                    <a:pt x="7049" y="0"/>
                  </a:cubicBezTo>
                  <a:cubicBezTo>
                    <a:pt x="10954" y="0"/>
                    <a:pt x="14192" y="3143"/>
                    <a:pt x="14192" y="7048"/>
                  </a:cubicBezTo>
                  <a:close/>
                </a:path>
              </a:pathLst>
            </a:custGeom>
            <a:grpFill/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485" name="Freeform: Shape 140">
              <a:extLst>
                <a:ext uri="{FF2B5EF4-FFF2-40B4-BE49-F238E27FC236}">
                  <a16:creationId xmlns:a16="http://schemas.microsoft.com/office/drawing/2014/main" id="{8C6EF3FF-09E5-4099-A49B-CA364A6E8377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5793284" y="3718165"/>
              <a:ext cx="14097" cy="14096"/>
            </a:xfrm>
            <a:custGeom>
              <a:avLst/>
              <a:gdLst>
                <a:gd name="connsiteX0" fmla="*/ 14097 w 14097"/>
                <a:gd name="connsiteY0" fmla="*/ 7048 h 14096"/>
                <a:gd name="connsiteX1" fmla="*/ 7049 w 14097"/>
                <a:gd name="connsiteY1" fmla="*/ 14097 h 14096"/>
                <a:gd name="connsiteX2" fmla="*/ 0 w 14097"/>
                <a:gd name="connsiteY2" fmla="*/ 7048 h 14096"/>
                <a:gd name="connsiteX3" fmla="*/ 7049 w 14097"/>
                <a:gd name="connsiteY3" fmla="*/ 0 h 14096"/>
                <a:gd name="connsiteX4" fmla="*/ 14097 w 14097"/>
                <a:gd name="connsiteY4" fmla="*/ 7048 h 1409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14097" h="14096">
                  <a:moveTo>
                    <a:pt x="14097" y="7048"/>
                  </a:moveTo>
                  <a:cubicBezTo>
                    <a:pt x="14097" y="10954"/>
                    <a:pt x="10954" y="14097"/>
                    <a:pt x="7049" y="14097"/>
                  </a:cubicBezTo>
                  <a:cubicBezTo>
                    <a:pt x="3143" y="14097"/>
                    <a:pt x="0" y="10954"/>
                    <a:pt x="0" y="7048"/>
                  </a:cubicBezTo>
                  <a:cubicBezTo>
                    <a:pt x="0" y="3143"/>
                    <a:pt x="3143" y="0"/>
                    <a:pt x="7049" y="0"/>
                  </a:cubicBezTo>
                  <a:cubicBezTo>
                    <a:pt x="10954" y="0"/>
                    <a:pt x="14097" y="3143"/>
                    <a:pt x="14097" y="7048"/>
                  </a:cubicBezTo>
                  <a:close/>
                </a:path>
              </a:pathLst>
            </a:custGeom>
            <a:grpFill/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486" name="Freeform: Shape 141">
              <a:extLst>
                <a:ext uri="{FF2B5EF4-FFF2-40B4-BE49-F238E27FC236}">
                  <a16:creationId xmlns:a16="http://schemas.microsoft.com/office/drawing/2014/main" id="{B3C5E06F-8F1E-4771-AAE4-B34B1D6A3D85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5852434" y="3718165"/>
              <a:ext cx="14096" cy="14096"/>
            </a:xfrm>
            <a:custGeom>
              <a:avLst/>
              <a:gdLst>
                <a:gd name="connsiteX0" fmla="*/ 14097 w 14096"/>
                <a:gd name="connsiteY0" fmla="*/ 7048 h 14096"/>
                <a:gd name="connsiteX1" fmla="*/ 7048 w 14096"/>
                <a:gd name="connsiteY1" fmla="*/ 14097 h 14096"/>
                <a:gd name="connsiteX2" fmla="*/ 0 w 14096"/>
                <a:gd name="connsiteY2" fmla="*/ 7048 h 14096"/>
                <a:gd name="connsiteX3" fmla="*/ 7048 w 14096"/>
                <a:gd name="connsiteY3" fmla="*/ 0 h 14096"/>
                <a:gd name="connsiteX4" fmla="*/ 14097 w 14096"/>
                <a:gd name="connsiteY4" fmla="*/ 7048 h 1409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14096" h="14096">
                  <a:moveTo>
                    <a:pt x="14097" y="7048"/>
                  </a:moveTo>
                  <a:cubicBezTo>
                    <a:pt x="14097" y="10954"/>
                    <a:pt x="10954" y="14097"/>
                    <a:pt x="7048" y="14097"/>
                  </a:cubicBezTo>
                  <a:cubicBezTo>
                    <a:pt x="3143" y="14097"/>
                    <a:pt x="0" y="10954"/>
                    <a:pt x="0" y="7048"/>
                  </a:cubicBezTo>
                  <a:cubicBezTo>
                    <a:pt x="0" y="3143"/>
                    <a:pt x="3143" y="0"/>
                    <a:pt x="7048" y="0"/>
                  </a:cubicBezTo>
                  <a:cubicBezTo>
                    <a:pt x="10954" y="0"/>
                    <a:pt x="14097" y="3143"/>
                    <a:pt x="14097" y="7048"/>
                  </a:cubicBezTo>
                  <a:close/>
                </a:path>
              </a:pathLst>
            </a:custGeom>
            <a:grpFill/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487" name="Freeform: Shape 142">
              <a:extLst>
                <a:ext uri="{FF2B5EF4-FFF2-40B4-BE49-F238E27FC236}">
                  <a16:creationId xmlns:a16="http://schemas.microsoft.com/office/drawing/2014/main" id="{538D5AE9-76CC-4AE4-B026-656EDCB01B8A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5911679" y="3718165"/>
              <a:ext cx="14096" cy="14096"/>
            </a:xfrm>
            <a:custGeom>
              <a:avLst/>
              <a:gdLst>
                <a:gd name="connsiteX0" fmla="*/ 14097 w 14096"/>
                <a:gd name="connsiteY0" fmla="*/ 7048 h 14096"/>
                <a:gd name="connsiteX1" fmla="*/ 7048 w 14096"/>
                <a:gd name="connsiteY1" fmla="*/ 14097 h 14096"/>
                <a:gd name="connsiteX2" fmla="*/ 0 w 14096"/>
                <a:gd name="connsiteY2" fmla="*/ 7048 h 14096"/>
                <a:gd name="connsiteX3" fmla="*/ 7048 w 14096"/>
                <a:gd name="connsiteY3" fmla="*/ 0 h 14096"/>
                <a:gd name="connsiteX4" fmla="*/ 14097 w 14096"/>
                <a:gd name="connsiteY4" fmla="*/ 7048 h 1409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14096" h="14096">
                  <a:moveTo>
                    <a:pt x="14097" y="7048"/>
                  </a:moveTo>
                  <a:cubicBezTo>
                    <a:pt x="14097" y="10954"/>
                    <a:pt x="10954" y="14097"/>
                    <a:pt x="7048" y="14097"/>
                  </a:cubicBezTo>
                  <a:cubicBezTo>
                    <a:pt x="3143" y="14097"/>
                    <a:pt x="0" y="10954"/>
                    <a:pt x="0" y="7048"/>
                  </a:cubicBezTo>
                  <a:cubicBezTo>
                    <a:pt x="0" y="3143"/>
                    <a:pt x="3143" y="0"/>
                    <a:pt x="7048" y="0"/>
                  </a:cubicBezTo>
                  <a:cubicBezTo>
                    <a:pt x="10954" y="0"/>
                    <a:pt x="14097" y="3143"/>
                    <a:pt x="14097" y="7048"/>
                  </a:cubicBezTo>
                  <a:close/>
                </a:path>
              </a:pathLst>
            </a:custGeom>
            <a:grpFill/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488" name="Freeform: Shape 143">
              <a:extLst>
                <a:ext uri="{FF2B5EF4-FFF2-40B4-BE49-F238E27FC236}">
                  <a16:creationId xmlns:a16="http://schemas.microsoft.com/office/drawing/2014/main" id="{30F1A9B9-52AB-4527-BD4A-1802F7C96023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5970829" y="3718165"/>
              <a:ext cx="14096" cy="14096"/>
            </a:xfrm>
            <a:custGeom>
              <a:avLst/>
              <a:gdLst>
                <a:gd name="connsiteX0" fmla="*/ 14097 w 14096"/>
                <a:gd name="connsiteY0" fmla="*/ 7048 h 14096"/>
                <a:gd name="connsiteX1" fmla="*/ 7048 w 14096"/>
                <a:gd name="connsiteY1" fmla="*/ 14097 h 14096"/>
                <a:gd name="connsiteX2" fmla="*/ 0 w 14096"/>
                <a:gd name="connsiteY2" fmla="*/ 7048 h 14096"/>
                <a:gd name="connsiteX3" fmla="*/ 7048 w 14096"/>
                <a:gd name="connsiteY3" fmla="*/ 0 h 14096"/>
                <a:gd name="connsiteX4" fmla="*/ 14097 w 14096"/>
                <a:gd name="connsiteY4" fmla="*/ 7048 h 1409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14096" h="14096">
                  <a:moveTo>
                    <a:pt x="14097" y="7048"/>
                  </a:moveTo>
                  <a:cubicBezTo>
                    <a:pt x="14097" y="10954"/>
                    <a:pt x="10954" y="14097"/>
                    <a:pt x="7048" y="14097"/>
                  </a:cubicBezTo>
                  <a:cubicBezTo>
                    <a:pt x="3143" y="14097"/>
                    <a:pt x="0" y="10954"/>
                    <a:pt x="0" y="7048"/>
                  </a:cubicBezTo>
                  <a:cubicBezTo>
                    <a:pt x="0" y="3143"/>
                    <a:pt x="3143" y="0"/>
                    <a:pt x="7048" y="0"/>
                  </a:cubicBezTo>
                  <a:cubicBezTo>
                    <a:pt x="10954" y="0"/>
                    <a:pt x="14097" y="3143"/>
                    <a:pt x="14097" y="7048"/>
                  </a:cubicBezTo>
                  <a:close/>
                </a:path>
              </a:pathLst>
            </a:custGeom>
            <a:grpFill/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489" name="Freeform: Shape 144">
              <a:extLst>
                <a:ext uri="{FF2B5EF4-FFF2-40B4-BE49-F238E27FC236}">
                  <a16:creationId xmlns:a16="http://schemas.microsoft.com/office/drawing/2014/main" id="{46A57D78-C020-4EEF-971D-0C8802889AAA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6030074" y="3718165"/>
              <a:ext cx="14097" cy="14096"/>
            </a:xfrm>
            <a:custGeom>
              <a:avLst/>
              <a:gdLst>
                <a:gd name="connsiteX0" fmla="*/ 14097 w 14097"/>
                <a:gd name="connsiteY0" fmla="*/ 7048 h 14096"/>
                <a:gd name="connsiteX1" fmla="*/ 7048 w 14097"/>
                <a:gd name="connsiteY1" fmla="*/ 14097 h 14096"/>
                <a:gd name="connsiteX2" fmla="*/ 0 w 14097"/>
                <a:gd name="connsiteY2" fmla="*/ 7048 h 14096"/>
                <a:gd name="connsiteX3" fmla="*/ 7048 w 14097"/>
                <a:gd name="connsiteY3" fmla="*/ 0 h 14096"/>
                <a:gd name="connsiteX4" fmla="*/ 14097 w 14097"/>
                <a:gd name="connsiteY4" fmla="*/ 7048 h 1409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14097" h="14096">
                  <a:moveTo>
                    <a:pt x="14097" y="7048"/>
                  </a:moveTo>
                  <a:cubicBezTo>
                    <a:pt x="14097" y="10954"/>
                    <a:pt x="10954" y="14097"/>
                    <a:pt x="7048" y="14097"/>
                  </a:cubicBezTo>
                  <a:cubicBezTo>
                    <a:pt x="3143" y="14097"/>
                    <a:pt x="0" y="10954"/>
                    <a:pt x="0" y="7048"/>
                  </a:cubicBezTo>
                  <a:cubicBezTo>
                    <a:pt x="0" y="3143"/>
                    <a:pt x="3143" y="0"/>
                    <a:pt x="7048" y="0"/>
                  </a:cubicBezTo>
                  <a:cubicBezTo>
                    <a:pt x="10954" y="0"/>
                    <a:pt x="14097" y="3143"/>
                    <a:pt x="14097" y="7048"/>
                  </a:cubicBezTo>
                  <a:close/>
                </a:path>
              </a:pathLst>
            </a:custGeom>
            <a:grpFill/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490" name="Freeform: Shape 145">
              <a:extLst>
                <a:ext uri="{FF2B5EF4-FFF2-40B4-BE49-F238E27FC236}">
                  <a16:creationId xmlns:a16="http://schemas.microsoft.com/office/drawing/2014/main" id="{7666D7A3-5ABF-4EDE-A0C5-F2099B2D8687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6089225" y="3718165"/>
              <a:ext cx="14096" cy="14096"/>
            </a:xfrm>
            <a:custGeom>
              <a:avLst/>
              <a:gdLst>
                <a:gd name="connsiteX0" fmla="*/ 14097 w 14096"/>
                <a:gd name="connsiteY0" fmla="*/ 7048 h 14096"/>
                <a:gd name="connsiteX1" fmla="*/ 7048 w 14096"/>
                <a:gd name="connsiteY1" fmla="*/ 14097 h 14096"/>
                <a:gd name="connsiteX2" fmla="*/ 0 w 14096"/>
                <a:gd name="connsiteY2" fmla="*/ 7048 h 14096"/>
                <a:gd name="connsiteX3" fmla="*/ 7048 w 14096"/>
                <a:gd name="connsiteY3" fmla="*/ 0 h 14096"/>
                <a:gd name="connsiteX4" fmla="*/ 14097 w 14096"/>
                <a:gd name="connsiteY4" fmla="*/ 7048 h 1409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14096" h="14096">
                  <a:moveTo>
                    <a:pt x="14097" y="7048"/>
                  </a:moveTo>
                  <a:cubicBezTo>
                    <a:pt x="14097" y="10954"/>
                    <a:pt x="10954" y="14097"/>
                    <a:pt x="7048" y="14097"/>
                  </a:cubicBezTo>
                  <a:cubicBezTo>
                    <a:pt x="3143" y="14097"/>
                    <a:pt x="0" y="10954"/>
                    <a:pt x="0" y="7048"/>
                  </a:cubicBezTo>
                  <a:cubicBezTo>
                    <a:pt x="0" y="3143"/>
                    <a:pt x="3143" y="0"/>
                    <a:pt x="7048" y="0"/>
                  </a:cubicBezTo>
                  <a:cubicBezTo>
                    <a:pt x="10954" y="0"/>
                    <a:pt x="14097" y="3143"/>
                    <a:pt x="14097" y="7048"/>
                  </a:cubicBezTo>
                  <a:close/>
                </a:path>
              </a:pathLst>
            </a:custGeom>
            <a:grpFill/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491" name="Freeform: Shape 146">
              <a:extLst>
                <a:ext uri="{FF2B5EF4-FFF2-40B4-BE49-F238E27FC236}">
                  <a16:creationId xmlns:a16="http://schemas.microsoft.com/office/drawing/2014/main" id="{13BC460A-E0FF-4658-A2FD-A3AF4D51DF45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5734040" y="3777410"/>
              <a:ext cx="14192" cy="14096"/>
            </a:xfrm>
            <a:custGeom>
              <a:avLst/>
              <a:gdLst>
                <a:gd name="connsiteX0" fmla="*/ 14192 w 14192"/>
                <a:gd name="connsiteY0" fmla="*/ 7048 h 14096"/>
                <a:gd name="connsiteX1" fmla="*/ 7144 w 14192"/>
                <a:gd name="connsiteY1" fmla="*/ 14097 h 14096"/>
                <a:gd name="connsiteX2" fmla="*/ 0 w 14192"/>
                <a:gd name="connsiteY2" fmla="*/ 7048 h 14096"/>
                <a:gd name="connsiteX3" fmla="*/ 7049 w 14192"/>
                <a:gd name="connsiteY3" fmla="*/ 0 h 14096"/>
                <a:gd name="connsiteX4" fmla="*/ 14192 w 14192"/>
                <a:gd name="connsiteY4" fmla="*/ 7048 h 1409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14192" h="14096">
                  <a:moveTo>
                    <a:pt x="14192" y="7048"/>
                  </a:moveTo>
                  <a:cubicBezTo>
                    <a:pt x="14192" y="10954"/>
                    <a:pt x="11049" y="14097"/>
                    <a:pt x="7144" y="14097"/>
                  </a:cubicBezTo>
                  <a:cubicBezTo>
                    <a:pt x="3239" y="14097"/>
                    <a:pt x="0" y="10954"/>
                    <a:pt x="0" y="7048"/>
                  </a:cubicBezTo>
                  <a:cubicBezTo>
                    <a:pt x="0" y="3143"/>
                    <a:pt x="3143" y="0"/>
                    <a:pt x="7049" y="0"/>
                  </a:cubicBezTo>
                  <a:cubicBezTo>
                    <a:pt x="10954" y="0"/>
                    <a:pt x="14192" y="3143"/>
                    <a:pt x="14192" y="7048"/>
                  </a:cubicBezTo>
                  <a:close/>
                </a:path>
              </a:pathLst>
            </a:custGeom>
            <a:grpFill/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492" name="Freeform: Shape 147">
              <a:extLst>
                <a:ext uri="{FF2B5EF4-FFF2-40B4-BE49-F238E27FC236}">
                  <a16:creationId xmlns:a16="http://schemas.microsoft.com/office/drawing/2014/main" id="{26467CC2-3AB3-4D37-8323-385B7399F7DC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5793285" y="3777410"/>
              <a:ext cx="14097" cy="14096"/>
            </a:xfrm>
            <a:custGeom>
              <a:avLst/>
              <a:gdLst>
                <a:gd name="connsiteX0" fmla="*/ 14097 w 14097"/>
                <a:gd name="connsiteY0" fmla="*/ 7048 h 14096"/>
                <a:gd name="connsiteX1" fmla="*/ 7049 w 14097"/>
                <a:gd name="connsiteY1" fmla="*/ 14097 h 14096"/>
                <a:gd name="connsiteX2" fmla="*/ 0 w 14097"/>
                <a:gd name="connsiteY2" fmla="*/ 7048 h 14096"/>
                <a:gd name="connsiteX3" fmla="*/ 7049 w 14097"/>
                <a:gd name="connsiteY3" fmla="*/ 0 h 14096"/>
                <a:gd name="connsiteX4" fmla="*/ 14097 w 14097"/>
                <a:gd name="connsiteY4" fmla="*/ 7048 h 1409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14097" h="14096">
                  <a:moveTo>
                    <a:pt x="14097" y="7048"/>
                  </a:moveTo>
                  <a:cubicBezTo>
                    <a:pt x="14097" y="10941"/>
                    <a:pt x="10941" y="14097"/>
                    <a:pt x="7049" y="14097"/>
                  </a:cubicBezTo>
                  <a:cubicBezTo>
                    <a:pt x="3156" y="14097"/>
                    <a:pt x="0" y="10941"/>
                    <a:pt x="0" y="7048"/>
                  </a:cubicBezTo>
                  <a:cubicBezTo>
                    <a:pt x="0" y="3156"/>
                    <a:pt x="3156" y="0"/>
                    <a:pt x="7049" y="0"/>
                  </a:cubicBezTo>
                  <a:cubicBezTo>
                    <a:pt x="10941" y="0"/>
                    <a:pt x="14097" y="3156"/>
                    <a:pt x="14097" y="7048"/>
                  </a:cubicBezTo>
                  <a:close/>
                </a:path>
              </a:pathLst>
            </a:custGeom>
            <a:grpFill/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493" name="Freeform: Shape 148">
              <a:extLst>
                <a:ext uri="{FF2B5EF4-FFF2-40B4-BE49-F238E27FC236}">
                  <a16:creationId xmlns:a16="http://schemas.microsoft.com/office/drawing/2014/main" id="{563A1F58-33CE-4EDF-B902-3F43F69DA2A6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5852436" y="3777408"/>
              <a:ext cx="14096" cy="14099"/>
            </a:xfrm>
            <a:custGeom>
              <a:avLst/>
              <a:gdLst>
                <a:gd name="connsiteX0" fmla="*/ 14097 w 14096"/>
                <a:gd name="connsiteY0" fmla="*/ 7051 h 14099"/>
                <a:gd name="connsiteX1" fmla="*/ 7048 w 14096"/>
                <a:gd name="connsiteY1" fmla="*/ 14099 h 14099"/>
                <a:gd name="connsiteX2" fmla="*/ 0 w 14096"/>
                <a:gd name="connsiteY2" fmla="*/ 7051 h 14099"/>
                <a:gd name="connsiteX3" fmla="*/ 7048 w 14096"/>
                <a:gd name="connsiteY3" fmla="*/ 2 h 14099"/>
                <a:gd name="connsiteX4" fmla="*/ 14097 w 14096"/>
                <a:gd name="connsiteY4" fmla="*/ 7051 h 14099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14096" h="14099">
                  <a:moveTo>
                    <a:pt x="14097" y="7051"/>
                  </a:moveTo>
                  <a:cubicBezTo>
                    <a:pt x="14097" y="10956"/>
                    <a:pt x="10954" y="14099"/>
                    <a:pt x="7048" y="14099"/>
                  </a:cubicBezTo>
                  <a:cubicBezTo>
                    <a:pt x="3143" y="14099"/>
                    <a:pt x="0" y="10956"/>
                    <a:pt x="0" y="7051"/>
                  </a:cubicBezTo>
                  <a:cubicBezTo>
                    <a:pt x="0" y="3145"/>
                    <a:pt x="3143" y="2"/>
                    <a:pt x="7048" y="2"/>
                  </a:cubicBezTo>
                  <a:cubicBezTo>
                    <a:pt x="10954" y="-93"/>
                    <a:pt x="14097" y="3145"/>
                    <a:pt x="14097" y="7051"/>
                  </a:cubicBezTo>
                  <a:close/>
                </a:path>
              </a:pathLst>
            </a:custGeom>
            <a:grpFill/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494" name="Freeform: Shape 149">
              <a:extLst>
                <a:ext uri="{FF2B5EF4-FFF2-40B4-BE49-F238E27FC236}">
                  <a16:creationId xmlns:a16="http://schemas.microsoft.com/office/drawing/2014/main" id="{DDCFAB2F-7E88-4A57-999A-2506A1FE719A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5911683" y="3777408"/>
              <a:ext cx="14096" cy="14099"/>
            </a:xfrm>
            <a:custGeom>
              <a:avLst/>
              <a:gdLst>
                <a:gd name="connsiteX0" fmla="*/ 14097 w 14096"/>
                <a:gd name="connsiteY0" fmla="*/ 7051 h 14099"/>
                <a:gd name="connsiteX1" fmla="*/ 7048 w 14096"/>
                <a:gd name="connsiteY1" fmla="*/ 14099 h 14099"/>
                <a:gd name="connsiteX2" fmla="*/ 0 w 14096"/>
                <a:gd name="connsiteY2" fmla="*/ 7051 h 14099"/>
                <a:gd name="connsiteX3" fmla="*/ 7048 w 14096"/>
                <a:gd name="connsiteY3" fmla="*/ 2 h 14099"/>
                <a:gd name="connsiteX4" fmla="*/ 14097 w 14096"/>
                <a:gd name="connsiteY4" fmla="*/ 7051 h 14099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14096" h="14099">
                  <a:moveTo>
                    <a:pt x="14097" y="7051"/>
                  </a:moveTo>
                  <a:cubicBezTo>
                    <a:pt x="14097" y="10956"/>
                    <a:pt x="10954" y="14099"/>
                    <a:pt x="7048" y="14099"/>
                  </a:cubicBezTo>
                  <a:cubicBezTo>
                    <a:pt x="3143" y="14099"/>
                    <a:pt x="0" y="10956"/>
                    <a:pt x="0" y="7051"/>
                  </a:cubicBezTo>
                  <a:cubicBezTo>
                    <a:pt x="0" y="3145"/>
                    <a:pt x="3143" y="2"/>
                    <a:pt x="7048" y="2"/>
                  </a:cubicBezTo>
                  <a:cubicBezTo>
                    <a:pt x="10954" y="-93"/>
                    <a:pt x="14097" y="3145"/>
                    <a:pt x="14097" y="7051"/>
                  </a:cubicBezTo>
                  <a:close/>
                </a:path>
              </a:pathLst>
            </a:custGeom>
            <a:grpFill/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495" name="Freeform: Shape 150">
              <a:extLst>
                <a:ext uri="{FF2B5EF4-FFF2-40B4-BE49-F238E27FC236}">
                  <a16:creationId xmlns:a16="http://schemas.microsoft.com/office/drawing/2014/main" id="{571BEB66-3787-441F-BB54-80C05C6F130D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5970835" y="3777408"/>
              <a:ext cx="14096" cy="14099"/>
            </a:xfrm>
            <a:custGeom>
              <a:avLst/>
              <a:gdLst>
                <a:gd name="connsiteX0" fmla="*/ 14097 w 14096"/>
                <a:gd name="connsiteY0" fmla="*/ 7051 h 14099"/>
                <a:gd name="connsiteX1" fmla="*/ 7048 w 14096"/>
                <a:gd name="connsiteY1" fmla="*/ 14099 h 14099"/>
                <a:gd name="connsiteX2" fmla="*/ 0 w 14096"/>
                <a:gd name="connsiteY2" fmla="*/ 7051 h 14099"/>
                <a:gd name="connsiteX3" fmla="*/ 7048 w 14096"/>
                <a:gd name="connsiteY3" fmla="*/ 2 h 14099"/>
                <a:gd name="connsiteX4" fmla="*/ 14097 w 14096"/>
                <a:gd name="connsiteY4" fmla="*/ 7051 h 14099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14096" h="14099">
                  <a:moveTo>
                    <a:pt x="14097" y="7051"/>
                  </a:moveTo>
                  <a:cubicBezTo>
                    <a:pt x="14097" y="10956"/>
                    <a:pt x="10954" y="14099"/>
                    <a:pt x="7048" y="14099"/>
                  </a:cubicBezTo>
                  <a:cubicBezTo>
                    <a:pt x="3143" y="14099"/>
                    <a:pt x="0" y="10956"/>
                    <a:pt x="0" y="7051"/>
                  </a:cubicBezTo>
                  <a:cubicBezTo>
                    <a:pt x="0" y="3145"/>
                    <a:pt x="3143" y="2"/>
                    <a:pt x="7048" y="2"/>
                  </a:cubicBezTo>
                  <a:cubicBezTo>
                    <a:pt x="10954" y="-93"/>
                    <a:pt x="14097" y="3145"/>
                    <a:pt x="14097" y="7051"/>
                  </a:cubicBezTo>
                  <a:close/>
                </a:path>
              </a:pathLst>
            </a:custGeom>
            <a:grpFill/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496" name="Freeform: Shape 151">
              <a:extLst>
                <a:ext uri="{FF2B5EF4-FFF2-40B4-BE49-F238E27FC236}">
                  <a16:creationId xmlns:a16="http://schemas.microsoft.com/office/drawing/2014/main" id="{641DC095-611E-4979-8664-6C0EB878FC18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6030082" y="3777410"/>
              <a:ext cx="14097" cy="14096"/>
            </a:xfrm>
            <a:custGeom>
              <a:avLst/>
              <a:gdLst>
                <a:gd name="connsiteX0" fmla="*/ 14097 w 14097"/>
                <a:gd name="connsiteY0" fmla="*/ 7048 h 14096"/>
                <a:gd name="connsiteX1" fmla="*/ 7049 w 14097"/>
                <a:gd name="connsiteY1" fmla="*/ 14097 h 14096"/>
                <a:gd name="connsiteX2" fmla="*/ 0 w 14097"/>
                <a:gd name="connsiteY2" fmla="*/ 7048 h 14096"/>
                <a:gd name="connsiteX3" fmla="*/ 7049 w 14097"/>
                <a:gd name="connsiteY3" fmla="*/ 0 h 14096"/>
                <a:gd name="connsiteX4" fmla="*/ 14097 w 14097"/>
                <a:gd name="connsiteY4" fmla="*/ 7048 h 1409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14097" h="14096">
                  <a:moveTo>
                    <a:pt x="14097" y="7048"/>
                  </a:moveTo>
                  <a:cubicBezTo>
                    <a:pt x="14097" y="10941"/>
                    <a:pt x="10941" y="14097"/>
                    <a:pt x="7049" y="14097"/>
                  </a:cubicBezTo>
                  <a:cubicBezTo>
                    <a:pt x="3156" y="14097"/>
                    <a:pt x="0" y="10941"/>
                    <a:pt x="0" y="7048"/>
                  </a:cubicBezTo>
                  <a:cubicBezTo>
                    <a:pt x="0" y="3156"/>
                    <a:pt x="3156" y="0"/>
                    <a:pt x="7049" y="0"/>
                  </a:cubicBezTo>
                  <a:cubicBezTo>
                    <a:pt x="10941" y="0"/>
                    <a:pt x="14097" y="3156"/>
                    <a:pt x="14097" y="7048"/>
                  </a:cubicBezTo>
                  <a:close/>
                </a:path>
              </a:pathLst>
            </a:custGeom>
            <a:grpFill/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497" name="Freeform: Shape 152">
              <a:extLst>
                <a:ext uri="{FF2B5EF4-FFF2-40B4-BE49-F238E27FC236}">
                  <a16:creationId xmlns:a16="http://schemas.microsoft.com/office/drawing/2014/main" id="{210B9ECF-D859-4919-A9D6-3208548F0058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6089231" y="3777408"/>
              <a:ext cx="14096" cy="14099"/>
            </a:xfrm>
            <a:custGeom>
              <a:avLst/>
              <a:gdLst>
                <a:gd name="connsiteX0" fmla="*/ 14097 w 14096"/>
                <a:gd name="connsiteY0" fmla="*/ 7051 h 14099"/>
                <a:gd name="connsiteX1" fmla="*/ 7048 w 14096"/>
                <a:gd name="connsiteY1" fmla="*/ 14099 h 14099"/>
                <a:gd name="connsiteX2" fmla="*/ 0 w 14096"/>
                <a:gd name="connsiteY2" fmla="*/ 7051 h 14099"/>
                <a:gd name="connsiteX3" fmla="*/ 7048 w 14096"/>
                <a:gd name="connsiteY3" fmla="*/ 2 h 14099"/>
                <a:gd name="connsiteX4" fmla="*/ 14097 w 14096"/>
                <a:gd name="connsiteY4" fmla="*/ 7051 h 14099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14096" h="14099">
                  <a:moveTo>
                    <a:pt x="14097" y="7051"/>
                  </a:moveTo>
                  <a:cubicBezTo>
                    <a:pt x="14097" y="10956"/>
                    <a:pt x="10954" y="14099"/>
                    <a:pt x="7048" y="14099"/>
                  </a:cubicBezTo>
                  <a:cubicBezTo>
                    <a:pt x="3143" y="14099"/>
                    <a:pt x="0" y="10956"/>
                    <a:pt x="0" y="7051"/>
                  </a:cubicBezTo>
                  <a:cubicBezTo>
                    <a:pt x="0" y="3145"/>
                    <a:pt x="3143" y="2"/>
                    <a:pt x="7048" y="2"/>
                  </a:cubicBezTo>
                  <a:cubicBezTo>
                    <a:pt x="10954" y="-93"/>
                    <a:pt x="14097" y="3145"/>
                    <a:pt x="14097" y="7051"/>
                  </a:cubicBezTo>
                  <a:close/>
                </a:path>
              </a:pathLst>
            </a:custGeom>
            <a:grpFill/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498" name="Freeform: Shape 153">
              <a:extLst>
                <a:ext uri="{FF2B5EF4-FFF2-40B4-BE49-F238E27FC236}">
                  <a16:creationId xmlns:a16="http://schemas.microsoft.com/office/drawing/2014/main" id="{4FBC31D4-7E98-452C-8A87-822DE0432C9F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6148476" y="3481374"/>
              <a:ext cx="14097" cy="14096"/>
            </a:xfrm>
            <a:custGeom>
              <a:avLst/>
              <a:gdLst>
                <a:gd name="connsiteX0" fmla="*/ 14097 w 14097"/>
                <a:gd name="connsiteY0" fmla="*/ 7049 h 14096"/>
                <a:gd name="connsiteX1" fmla="*/ 7049 w 14097"/>
                <a:gd name="connsiteY1" fmla="*/ 14097 h 14096"/>
                <a:gd name="connsiteX2" fmla="*/ 0 w 14097"/>
                <a:gd name="connsiteY2" fmla="*/ 7049 h 14096"/>
                <a:gd name="connsiteX3" fmla="*/ 7049 w 14097"/>
                <a:gd name="connsiteY3" fmla="*/ 0 h 14096"/>
                <a:gd name="connsiteX4" fmla="*/ 14097 w 14097"/>
                <a:gd name="connsiteY4" fmla="*/ 7049 h 1409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14097" h="14096">
                  <a:moveTo>
                    <a:pt x="14097" y="7049"/>
                  </a:moveTo>
                  <a:cubicBezTo>
                    <a:pt x="14097" y="10954"/>
                    <a:pt x="10954" y="14097"/>
                    <a:pt x="7049" y="14097"/>
                  </a:cubicBezTo>
                  <a:cubicBezTo>
                    <a:pt x="3143" y="14097"/>
                    <a:pt x="0" y="10954"/>
                    <a:pt x="0" y="7049"/>
                  </a:cubicBezTo>
                  <a:cubicBezTo>
                    <a:pt x="0" y="3143"/>
                    <a:pt x="3143" y="0"/>
                    <a:pt x="7049" y="0"/>
                  </a:cubicBezTo>
                  <a:cubicBezTo>
                    <a:pt x="10954" y="0"/>
                    <a:pt x="14097" y="3143"/>
                    <a:pt x="14097" y="7049"/>
                  </a:cubicBezTo>
                  <a:close/>
                </a:path>
              </a:pathLst>
            </a:custGeom>
            <a:grpFill/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499" name="Freeform: Shape 154">
              <a:extLst>
                <a:ext uri="{FF2B5EF4-FFF2-40B4-BE49-F238E27FC236}">
                  <a16:creationId xmlns:a16="http://schemas.microsoft.com/office/drawing/2014/main" id="{E302346C-F328-435B-87ED-447C6F8542C4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6207627" y="3481374"/>
              <a:ext cx="14096" cy="14096"/>
            </a:xfrm>
            <a:custGeom>
              <a:avLst/>
              <a:gdLst>
                <a:gd name="connsiteX0" fmla="*/ 14097 w 14096"/>
                <a:gd name="connsiteY0" fmla="*/ 7049 h 14096"/>
                <a:gd name="connsiteX1" fmla="*/ 7048 w 14096"/>
                <a:gd name="connsiteY1" fmla="*/ 14097 h 14096"/>
                <a:gd name="connsiteX2" fmla="*/ 0 w 14096"/>
                <a:gd name="connsiteY2" fmla="*/ 7049 h 14096"/>
                <a:gd name="connsiteX3" fmla="*/ 7048 w 14096"/>
                <a:gd name="connsiteY3" fmla="*/ 0 h 14096"/>
                <a:gd name="connsiteX4" fmla="*/ 14097 w 14096"/>
                <a:gd name="connsiteY4" fmla="*/ 7049 h 1409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14096" h="14096">
                  <a:moveTo>
                    <a:pt x="14097" y="7049"/>
                  </a:moveTo>
                  <a:cubicBezTo>
                    <a:pt x="14097" y="10954"/>
                    <a:pt x="10954" y="14097"/>
                    <a:pt x="7048" y="14097"/>
                  </a:cubicBezTo>
                  <a:cubicBezTo>
                    <a:pt x="3143" y="14097"/>
                    <a:pt x="0" y="10954"/>
                    <a:pt x="0" y="7049"/>
                  </a:cubicBezTo>
                  <a:cubicBezTo>
                    <a:pt x="0" y="3143"/>
                    <a:pt x="3143" y="0"/>
                    <a:pt x="7048" y="0"/>
                  </a:cubicBezTo>
                  <a:cubicBezTo>
                    <a:pt x="10954" y="0"/>
                    <a:pt x="14097" y="3143"/>
                    <a:pt x="14097" y="7049"/>
                  </a:cubicBezTo>
                  <a:close/>
                </a:path>
              </a:pathLst>
            </a:custGeom>
            <a:grpFill/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500" name="Freeform: Shape 155">
              <a:extLst>
                <a:ext uri="{FF2B5EF4-FFF2-40B4-BE49-F238E27FC236}">
                  <a16:creationId xmlns:a16="http://schemas.microsoft.com/office/drawing/2014/main" id="{B94F507E-9E94-432E-AE8A-A6CB2C5D05C8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6266872" y="3481374"/>
              <a:ext cx="14096" cy="14096"/>
            </a:xfrm>
            <a:custGeom>
              <a:avLst/>
              <a:gdLst>
                <a:gd name="connsiteX0" fmla="*/ 14097 w 14096"/>
                <a:gd name="connsiteY0" fmla="*/ 7049 h 14096"/>
                <a:gd name="connsiteX1" fmla="*/ 7049 w 14096"/>
                <a:gd name="connsiteY1" fmla="*/ 14097 h 14096"/>
                <a:gd name="connsiteX2" fmla="*/ 0 w 14096"/>
                <a:gd name="connsiteY2" fmla="*/ 7049 h 14096"/>
                <a:gd name="connsiteX3" fmla="*/ 7049 w 14096"/>
                <a:gd name="connsiteY3" fmla="*/ 0 h 14096"/>
                <a:gd name="connsiteX4" fmla="*/ 14097 w 14096"/>
                <a:gd name="connsiteY4" fmla="*/ 7049 h 1409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14096" h="14096">
                  <a:moveTo>
                    <a:pt x="14097" y="7049"/>
                  </a:moveTo>
                  <a:cubicBezTo>
                    <a:pt x="14097" y="10954"/>
                    <a:pt x="10954" y="14097"/>
                    <a:pt x="7049" y="14097"/>
                  </a:cubicBezTo>
                  <a:cubicBezTo>
                    <a:pt x="3143" y="14097"/>
                    <a:pt x="0" y="10954"/>
                    <a:pt x="0" y="7049"/>
                  </a:cubicBezTo>
                  <a:cubicBezTo>
                    <a:pt x="0" y="3143"/>
                    <a:pt x="3143" y="0"/>
                    <a:pt x="7049" y="0"/>
                  </a:cubicBezTo>
                  <a:cubicBezTo>
                    <a:pt x="10859" y="0"/>
                    <a:pt x="14097" y="3143"/>
                    <a:pt x="14097" y="7049"/>
                  </a:cubicBezTo>
                  <a:close/>
                </a:path>
              </a:pathLst>
            </a:custGeom>
            <a:grpFill/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501" name="Freeform: Shape 156">
              <a:extLst>
                <a:ext uri="{FF2B5EF4-FFF2-40B4-BE49-F238E27FC236}">
                  <a16:creationId xmlns:a16="http://schemas.microsoft.com/office/drawing/2014/main" id="{1FFAC4F0-FD7F-4943-B60E-E276F8B23FD1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6326022" y="3481374"/>
              <a:ext cx="14096" cy="14096"/>
            </a:xfrm>
            <a:custGeom>
              <a:avLst/>
              <a:gdLst>
                <a:gd name="connsiteX0" fmla="*/ 14097 w 14096"/>
                <a:gd name="connsiteY0" fmla="*/ 7049 h 14096"/>
                <a:gd name="connsiteX1" fmla="*/ 7048 w 14096"/>
                <a:gd name="connsiteY1" fmla="*/ 14097 h 14096"/>
                <a:gd name="connsiteX2" fmla="*/ 0 w 14096"/>
                <a:gd name="connsiteY2" fmla="*/ 7049 h 14096"/>
                <a:gd name="connsiteX3" fmla="*/ 7048 w 14096"/>
                <a:gd name="connsiteY3" fmla="*/ 0 h 14096"/>
                <a:gd name="connsiteX4" fmla="*/ 14097 w 14096"/>
                <a:gd name="connsiteY4" fmla="*/ 7049 h 1409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14096" h="14096">
                  <a:moveTo>
                    <a:pt x="14097" y="7049"/>
                  </a:moveTo>
                  <a:cubicBezTo>
                    <a:pt x="14097" y="10954"/>
                    <a:pt x="10954" y="14097"/>
                    <a:pt x="7048" y="14097"/>
                  </a:cubicBezTo>
                  <a:cubicBezTo>
                    <a:pt x="3143" y="14097"/>
                    <a:pt x="0" y="10954"/>
                    <a:pt x="0" y="7049"/>
                  </a:cubicBezTo>
                  <a:cubicBezTo>
                    <a:pt x="0" y="3143"/>
                    <a:pt x="3143" y="0"/>
                    <a:pt x="7048" y="0"/>
                  </a:cubicBezTo>
                  <a:cubicBezTo>
                    <a:pt x="10954" y="0"/>
                    <a:pt x="14097" y="3143"/>
                    <a:pt x="14097" y="7049"/>
                  </a:cubicBezTo>
                  <a:close/>
                </a:path>
              </a:pathLst>
            </a:custGeom>
            <a:grpFill/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502" name="Freeform: Shape 157">
              <a:extLst>
                <a:ext uri="{FF2B5EF4-FFF2-40B4-BE49-F238E27FC236}">
                  <a16:creationId xmlns:a16="http://schemas.microsoft.com/office/drawing/2014/main" id="{A8A5D871-92FD-43C3-BF94-0B524FA7D3FB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6385268" y="3481374"/>
              <a:ext cx="14096" cy="14096"/>
            </a:xfrm>
            <a:custGeom>
              <a:avLst/>
              <a:gdLst>
                <a:gd name="connsiteX0" fmla="*/ 14097 w 14096"/>
                <a:gd name="connsiteY0" fmla="*/ 7049 h 14096"/>
                <a:gd name="connsiteX1" fmla="*/ 7048 w 14096"/>
                <a:gd name="connsiteY1" fmla="*/ 14097 h 14096"/>
                <a:gd name="connsiteX2" fmla="*/ 0 w 14096"/>
                <a:gd name="connsiteY2" fmla="*/ 7049 h 14096"/>
                <a:gd name="connsiteX3" fmla="*/ 7048 w 14096"/>
                <a:gd name="connsiteY3" fmla="*/ 0 h 14096"/>
                <a:gd name="connsiteX4" fmla="*/ 14097 w 14096"/>
                <a:gd name="connsiteY4" fmla="*/ 7049 h 1409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14096" h="14096">
                  <a:moveTo>
                    <a:pt x="14097" y="7049"/>
                  </a:moveTo>
                  <a:cubicBezTo>
                    <a:pt x="14097" y="10954"/>
                    <a:pt x="10954" y="14097"/>
                    <a:pt x="7048" y="14097"/>
                  </a:cubicBezTo>
                  <a:cubicBezTo>
                    <a:pt x="3143" y="14097"/>
                    <a:pt x="0" y="10954"/>
                    <a:pt x="0" y="7049"/>
                  </a:cubicBezTo>
                  <a:cubicBezTo>
                    <a:pt x="0" y="3143"/>
                    <a:pt x="3143" y="0"/>
                    <a:pt x="7048" y="0"/>
                  </a:cubicBezTo>
                  <a:cubicBezTo>
                    <a:pt x="10858" y="0"/>
                    <a:pt x="14097" y="3143"/>
                    <a:pt x="14097" y="7049"/>
                  </a:cubicBezTo>
                  <a:close/>
                </a:path>
              </a:pathLst>
            </a:custGeom>
            <a:grpFill/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503" name="Freeform: Shape 158">
              <a:extLst>
                <a:ext uri="{FF2B5EF4-FFF2-40B4-BE49-F238E27FC236}">
                  <a16:creationId xmlns:a16="http://schemas.microsoft.com/office/drawing/2014/main" id="{6A79A241-1665-453E-ADD4-18892D4F856E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6444417" y="3481373"/>
              <a:ext cx="14096" cy="14097"/>
            </a:xfrm>
            <a:custGeom>
              <a:avLst/>
              <a:gdLst>
                <a:gd name="connsiteX0" fmla="*/ 14097 w 14096"/>
                <a:gd name="connsiteY0" fmla="*/ 7049 h 14097"/>
                <a:gd name="connsiteX1" fmla="*/ 7048 w 14096"/>
                <a:gd name="connsiteY1" fmla="*/ 14097 h 14097"/>
                <a:gd name="connsiteX2" fmla="*/ 0 w 14096"/>
                <a:gd name="connsiteY2" fmla="*/ 7049 h 14097"/>
                <a:gd name="connsiteX3" fmla="*/ 7048 w 14096"/>
                <a:gd name="connsiteY3" fmla="*/ 0 h 14097"/>
                <a:gd name="connsiteX4" fmla="*/ 14097 w 14096"/>
                <a:gd name="connsiteY4" fmla="*/ 7049 h 14097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14096" h="14097">
                  <a:moveTo>
                    <a:pt x="14097" y="7049"/>
                  </a:moveTo>
                  <a:cubicBezTo>
                    <a:pt x="14097" y="10941"/>
                    <a:pt x="10941" y="14097"/>
                    <a:pt x="7048" y="14097"/>
                  </a:cubicBezTo>
                  <a:cubicBezTo>
                    <a:pt x="3156" y="14097"/>
                    <a:pt x="0" y="10941"/>
                    <a:pt x="0" y="7049"/>
                  </a:cubicBezTo>
                  <a:cubicBezTo>
                    <a:pt x="0" y="3156"/>
                    <a:pt x="3156" y="0"/>
                    <a:pt x="7048" y="0"/>
                  </a:cubicBezTo>
                  <a:cubicBezTo>
                    <a:pt x="10941" y="0"/>
                    <a:pt x="14097" y="3156"/>
                    <a:pt x="14097" y="7049"/>
                  </a:cubicBezTo>
                  <a:close/>
                </a:path>
              </a:pathLst>
            </a:custGeom>
            <a:grpFill/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504" name="Freeform: Shape 159">
              <a:extLst>
                <a:ext uri="{FF2B5EF4-FFF2-40B4-BE49-F238E27FC236}">
                  <a16:creationId xmlns:a16="http://schemas.microsoft.com/office/drawing/2014/main" id="{81EABE18-4189-4E07-93C9-9B76673E3EE3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6148476" y="3540622"/>
              <a:ext cx="14097" cy="14096"/>
            </a:xfrm>
            <a:custGeom>
              <a:avLst/>
              <a:gdLst>
                <a:gd name="connsiteX0" fmla="*/ 14097 w 14097"/>
                <a:gd name="connsiteY0" fmla="*/ 7048 h 14096"/>
                <a:gd name="connsiteX1" fmla="*/ 7049 w 14097"/>
                <a:gd name="connsiteY1" fmla="*/ 14097 h 14096"/>
                <a:gd name="connsiteX2" fmla="*/ 0 w 14097"/>
                <a:gd name="connsiteY2" fmla="*/ 7048 h 14096"/>
                <a:gd name="connsiteX3" fmla="*/ 7049 w 14097"/>
                <a:gd name="connsiteY3" fmla="*/ 0 h 14096"/>
                <a:gd name="connsiteX4" fmla="*/ 14097 w 14097"/>
                <a:gd name="connsiteY4" fmla="*/ 7048 h 1409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14097" h="14096">
                  <a:moveTo>
                    <a:pt x="14097" y="7048"/>
                  </a:moveTo>
                  <a:cubicBezTo>
                    <a:pt x="14097" y="10954"/>
                    <a:pt x="10954" y="14097"/>
                    <a:pt x="7049" y="14097"/>
                  </a:cubicBezTo>
                  <a:cubicBezTo>
                    <a:pt x="3143" y="14097"/>
                    <a:pt x="0" y="10954"/>
                    <a:pt x="0" y="7048"/>
                  </a:cubicBezTo>
                  <a:cubicBezTo>
                    <a:pt x="0" y="3143"/>
                    <a:pt x="3143" y="0"/>
                    <a:pt x="7049" y="0"/>
                  </a:cubicBezTo>
                  <a:cubicBezTo>
                    <a:pt x="10954" y="0"/>
                    <a:pt x="14097" y="3143"/>
                    <a:pt x="14097" y="7048"/>
                  </a:cubicBezTo>
                  <a:close/>
                </a:path>
              </a:pathLst>
            </a:custGeom>
            <a:grpFill/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505" name="Freeform: Shape 160">
              <a:extLst>
                <a:ext uri="{FF2B5EF4-FFF2-40B4-BE49-F238E27FC236}">
                  <a16:creationId xmlns:a16="http://schemas.microsoft.com/office/drawing/2014/main" id="{B658A0EE-6F09-4EF7-B5E7-F23A556BDA87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6207627" y="3540623"/>
              <a:ext cx="14096" cy="14096"/>
            </a:xfrm>
            <a:custGeom>
              <a:avLst/>
              <a:gdLst>
                <a:gd name="connsiteX0" fmla="*/ 14097 w 14096"/>
                <a:gd name="connsiteY0" fmla="*/ 7048 h 14096"/>
                <a:gd name="connsiteX1" fmla="*/ 7048 w 14096"/>
                <a:gd name="connsiteY1" fmla="*/ 14097 h 14096"/>
                <a:gd name="connsiteX2" fmla="*/ 0 w 14096"/>
                <a:gd name="connsiteY2" fmla="*/ 7048 h 14096"/>
                <a:gd name="connsiteX3" fmla="*/ 7048 w 14096"/>
                <a:gd name="connsiteY3" fmla="*/ 0 h 14096"/>
                <a:gd name="connsiteX4" fmla="*/ 14097 w 14096"/>
                <a:gd name="connsiteY4" fmla="*/ 7048 h 1409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14096" h="14096">
                  <a:moveTo>
                    <a:pt x="14097" y="7048"/>
                  </a:moveTo>
                  <a:cubicBezTo>
                    <a:pt x="14097" y="10954"/>
                    <a:pt x="10954" y="14097"/>
                    <a:pt x="7048" y="14097"/>
                  </a:cubicBezTo>
                  <a:cubicBezTo>
                    <a:pt x="3143" y="14097"/>
                    <a:pt x="0" y="10954"/>
                    <a:pt x="0" y="7048"/>
                  </a:cubicBezTo>
                  <a:cubicBezTo>
                    <a:pt x="0" y="3143"/>
                    <a:pt x="3143" y="0"/>
                    <a:pt x="7048" y="0"/>
                  </a:cubicBezTo>
                  <a:cubicBezTo>
                    <a:pt x="10954" y="0"/>
                    <a:pt x="14097" y="3143"/>
                    <a:pt x="14097" y="7048"/>
                  </a:cubicBezTo>
                  <a:close/>
                </a:path>
              </a:pathLst>
            </a:custGeom>
            <a:grpFill/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506" name="Freeform: Shape 161">
              <a:extLst>
                <a:ext uri="{FF2B5EF4-FFF2-40B4-BE49-F238E27FC236}">
                  <a16:creationId xmlns:a16="http://schemas.microsoft.com/office/drawing/2014/main" id="{15EB019C-C95B-4DE3-BD17-DC20F8007A1E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6266872" y="3540626"/>
              <a:ext cx="14096" cy="14096"/>
            </a:xfrm>
            <a:custGeom>
              <a:avLst/>
              <a:gdLst>
                <a:gd name="connsiteX0" fmla="*/ 14097 w 14096"/>
                <a:gd name="connsiteY0" fmla="*/ 7048 h 14096"/>
                <a:gd name="connsiteX1" fmla="*/ 7049 w 14096"/>
                <a:gd name="connsiteY1" fmla="*/ 14097 h 14096"/>
                <a:gd name="connsiteX2" fmla="*/ 0 w 14096"/>
                <a:gd name="connsiteY2" fmla="*/ 7048 h 14096"/>
                <a:gd name="connsiteX3" fmla="*/ 7049 w 14096"/>
                <a:gd name="connsiteY3" fmla="*/ 0 h 14096"/>
                <a:gd name="connsiteX4" fmla="*/ 14097 w 14096"/>
                <a:gd name="connsiteY4" fmla="*/ 7048 h 1409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14096" h="14096">
                  <a:moveTo>
                    <a:pt x="14097" y="7048"/>
                  </a:moveTo>
                  <a:cubicBezTo>
                    <a:pt x="14097" y="10954"/>
                    <a:pt x="10954" y="14097"/>
                    <a:pt x="7049" y="14097"/>
                  </a:cubicBezTo>
                  <a:cubicBezTo>
                    <a:pt x="3143" y="14097"/>
                    <a:pt x="0" y="10954"/>
                    <a:pt x="0" y="7048"/>
                  </a:cubicBezTo>
                  <a:cubicBezTo>
                    <a:pt x="0" y="3143"/>
                    <a:pt x="3143" y="0"/>
                    <a:pt x="7049" y="0"/>
                  </a:cubicBezTo>
                  <a:cubicBezTo>
                    <a:pt x="10859" y="0"/>
                    <a:pt x="14097" y="3143"/>
                    <a:pt x="14097" y="7048"/>
                  </a:cubicBezTo>
                  <a:close/>
                </a:path>
              </a:pathLst>
            </a:custGeom>
            <a:grpFill/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507" name="Freeform: Shape 162">
              <a:extLst>
                <a:ext uri="{FF2B5EF4-FFF2-40B4-BE49-F238E27FC236}">
                  <a16:creationId xmlns:a16="http://schemas.microsoft.com/office/drawing/2014/main" id="{2948B3ED-79C1-47C8-B712-0BFB5536C37B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6326022" y="3540627"/>
              <a:ext cx="14096" cy="14096"/>
            </a:xfrm>
            <a:custGeom>
              <a:avLst/>
              <a:gdLst>
                <a:gd name="connsiteX0" fmla="*/ 14097 w 14096"/>
                <a:gd name="connsiteY0" fmla="*/ 7048 h 14096"/>
                <a:gd name="connsiteX1" fmla="*/ 7048 w 14096"/>
                <a:gd name="connsiteY1" fmla="*/ 14097 h 14096"/>
                <a:gd name="connsiteX2" fmla="*/ 0 w 14096"/>
                <a:gd name="connsiteY2" fmla="*/ 7048 h 14096"/>
                <a:gd name="connsiteX3" fmla="*/ 7048 w 14096"/>
                <a:gd name="connsiteY3" fmla="*/ 0 h 14096"/>
                <a:gd name="connsiteX4" fmla="*/ 14097 w 14096"/>
                <a:gd name="connsiteY4" fmla="*/ 7048 h 1409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14096" h="14096">
                  <a:moveTo>
                    <a:pt x="14097" y="7048"/>
                  </a:moveTo>
                  <a:cubicBezTo>
                    <a:pt x="14097" y="10954"/>
                    <a:pt x="10954" y="14097"/>
                    <a:pt x="7048" y="14097"/>
                  </a:cubicBezTo>
                  <a:cubicBezTo>
                    <a:pt x="3143" y="14097"/>
                    <a:pt x="0" y="10954"/>
                    <a:pt x="0" y="7048"/>
                  </a:cubicBezTo>
                  <a:cubicBezTo>
                    <a:pt x="0" y="3143"/>
                    <a:pt x="3143" y="0"/>
                    <a:pt x="7048" y="0"/>
                  </a:cubicBezTo>
                  <a:cubicBezTo>
                    <a:pt x="10954" y="0"/>
                    <a:pt x="14097" y="3143"/>
                    <a:pt x="14097" y="7048"/>
                  </a:cubicBezTo>
                  <a:close/>
                </a:path>
              </a:pathLst>
            </a:custGeom>
            <a:grpFill/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508" name="Freeform: Shape 163">
              <a:extLst>
                <a:ext uri="{FF2B5EF4-FFF2-40B4-BE49-F238E27FC236}">
                  <a16:creationId xmlns:a16="http://schemas.microsoft.com/office/drawing/2014/main" id="{13387DB9-900B-422D-90F7-C5C7EB5D59BE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6385268" y="3540630"/>
              <a:ext cx="14096" cy="14096"/>
            </a:xfrm>
            <a:custGeom>
              <a:avLst/>
              <a:gdLst>
                <a:gd name="connsiteX0" fmla="*/ 14097 w 14096"/>
                <a:gd name="connsiteY0" fmla="*/ 7048 h 14096"/>
                <a:gd name="connsiteX1" fmla="*/ 7048 w 14096"/>
                <a:gd name="connsiteY1" fmla="*/ 14097 h 14096"/>
                <a:gd name="connsiteX2" fmla="*/ 0 w 14096"/>
                <a:gd name="connsiteY2" fmla="*/ 7048 h 14096"/>
                <a:gd name="connsiteX3" fmla="*/ 7048 w 14096"/>
                <a:gd name="connsiteY3" fmla="*/ 0 h 14096"/>
                <a:gd name="connsiteX4" fmla="*/ 14097 w 14096"/>
                <a:gd name="connsiteY4" fmla="*/ 7048 h 1409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14096" h="14096">
                  <a:moveTo>
                    <a:pt x="14097" y="7048"/>
                  </a:moveTo>
                  <a:cubicBezTo>
                    <a:pt x="14097" y="10954"/>
                    <a:pt x="10954" y="14097"/>
                    <a:pt x="7048" y="14097"/>
                  </a:cubicBezTo>
                  <a:cubicBezTo>
                    <a:pt x="3143" y="14097"/>
                    <a:pt x="0" y="10954"/>
                    <a:pt x="0" y="7048"/>
                  </a:cubicBezTo>
                  <a:cubicBezTo>
                    <a:pt x="0" y="3143"/>
                    <a:pt x="3143" y="0"/>
                    <a:pt x="7048" y="0"/>
                  </a:cubicBezTo>
                  <a:cubicBezTo>
                    <a:pt x="10858" y="0"/>
                    <a:pt x="14097" y="3143"/>
                    <a:pt x="14097" y="7048"/>
                  </a:cubicBezTo>
                  <a:close/>
                </a:path>
              </a:pathLst>
            </a:custGeom>
            <a:grpFill/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509" name="Freeform: Shape 164">
              <a:extLst>
                <a:ext uri="{FF2B5EF4-FFF2-40B4-BE49-F238E27FC236}">
                  <a16:creationId xmlns:a16="http://schemas.microsoft.com/office/drawing/2014/main" id="{48FDCCF3-E6D6-4CD0-9D47-02FE785C7A05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6444417" y="3540631"/>
              <a:ext cx="14096" cy="14097"/>
            </a:xfrm>
            <a:custGeom>
              <a:avLst/>
              <a:gdLst>
                <a:gd name="connsiteX0" fmla="*/ 14097 w 14096"/>
                <a:gd name="connsiteY0" fmla="*/ 7048 h 14097"/>
                <a:gd name="connsiteX1" fmla="*/ 7048 w 14096"/>
                <a:gd name="connsiteY1" fmla="*/ 14097 h 14097"/>
                <a:gd name="connsiteX2" fmla="*/ 0 w 14096"/>
                <a:gd name="connsiteY2" fmla="*/ 7048 h 14097"/>
                <a:gd name="connsiteX3" fmla="*/ 7048 w 14096"/>
                <a:gd name="connsiteY3" fmla="*/ 0 h 14097"/>
                <a:gd name="connsiteX4" fmla="*/ 14097 w 14096"/>
                <a:gd name="connsiteY4" fmla="*/ 7048 h 14097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14096" h="14097">
                  <a:moveTo>
                    <a:pt x="14097" y="7048"/>
                  </a:moveTo>
                  <a:cubicBezTo>
                    <a:pt x="14097" y="10941"/>
                    <a:pt x="10941" y="14097"/>
                    <a:pt x="7048" y="14097"/>
                  </a:cubicBezTo>
                  <a:cubicBezTo>
                    <a:pt x="3156" y="14097"/>
                    <a:pt x="0" y="10941"/>
                    <a:pt x="0" y="7048"/>
                  </a:cubicBezTo>
                  <a:cubicBezTo>
                    <a:pt x="0" y="3156"/>
                    <a:pt x="3156" y="0"/>
                    <a:pt x="7048" y="0"/>
                  </a:cubicBezTo>
                  <a:cubicBezTo>
                    <a:pt x="10941" y="0"/>
                    <a:pt x="14097" y="3156"/>
                    <a:pt x="14097" y="7048"/>
                  </a:cubicBezTo>
                  <a:close/>
                </a:path>
              </a:pathLst>
            </a:custGeom>
            <a:grpFill/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510" name="Freeform: Shape 165">
              <a:extLst>
                <a:ext uri="{FF2B5EF4-FFF2-40B4-BE49-F238E27FC236}">
                  <a16:creationId xmlns:a16="http://schemas.microsoft.com/office/drawing/2014/main" id="{BC14E8F6-33F6-47CE-9A24-EA71D7149695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6148476" y="3599781"/>
              <a:ext cx="14097" cy="14096"/>
            </a:xfrm>
            <a:custGeom>
              <a:avLst/>
              <a:gdLst>
                <a:gd name="connsiteX0" fmla="*/ 14097 w 14097"/>
                <a:gd name="connsiteY0" fmla="*/ 7048 h 14096"/>
                <a:gd name="connsiteX1" fmla="*/ 7049 w 14097"/>
                <a:gd name="connsiteY1" fmla="*/ 14097 h 14096"/>
                <a:gd name="connsiteX2" fmla="*/ 0 w 14097"/>
                <a:gd name="connsiteY2" fmla="*/ 7048 h 14096"/>
                <a:gd name="connsiteX3" fmla="*/ 7049 w 14097"/>
                <a:gd name="connsiteY3" fmla="*/ 0 h 14096"/>
                <a:gd name="connsiteX4" fmla="*/ 14097 w 14097"/>
                <a:gd name="connsiteY4" fmla="*/ 7048 h 1409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14097" h="14096">
                  <a:moveTo>
                    <a:pt x="14097" y="7048"/>
                  </a:moveTo>
                  <a:cubicBezTo>
                    <a:pt x="14097" y="10954"/>
                    <a:pt x="10954" y="14097"/>
                    <a:pt x="7049" y="14097"/>
                  </a:cubicBezTo>
                  <a:cubicBezTo>
                    <a:pt x="3143" y="14097"/>
                    <a:pt x="0" y="10954"/>
                    <a:pt x="0" y="7048"/>
                  </a:cubicBezTo>
                  <a:cubicBezTo>
                    <a:pt x="0" y="3143"/>
                    <a:pt x="3143" y="0"/>
                    <a:pt x="7049" y="0"/>
                  </a:cubicBezTo>
                  <a:cubicBezTo>
                    <a:pt x="10954" y="0"/>
                    <a:pt x="14097" y="3143"/>
                    <a:pt x="14097" y="7048"/>
                  </a:cubicBezTo>
                  <a:close/>
                </a:path>
              </a:pathLst>
            </a:custGeom>
            <a:grpFill/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511" name="Freeform: Shape 166">
              <a:extLst>
                <a:ext uri="{FF2B5EF4-FFF2-40B4-BE49-F238E27FC236}">
                  <a16:creationId xmlns:a16="http://schemas.microsoft.com/office/drawing/2014/main" id="{F78CC38F-63FC-4552-B17B-8D79D3C8F8FF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6207627" y="3599781"/>
              <a:ext cx="14096" cy="14096"/>
            </a:xfrm>
            <a:custGeom>
              <a:avLst/>
              <a:gdLst>
                <a:gd name="connsiteX0" fmla="*/ 14097 w 14096"/>
                <a:gd name="connsiteY0" fmla="*/ 7048 h 14096"/>
                <a:gd name="connsiteX1" fmla="*/ 7048 w 14096"/>
                <a:gd name="connsiteY1" fmla="*/ 14097 h 14096"/>
                <a:gd name="connsiteX2" fmla="*/ 0 w 14096"/>
                <a:gd name="connsiteY2" fmla="*/ 7048 h 14096"/>
                <a:gd name="connsiteX3" fmla="*/ 7048 w 14096"/>
                <a:gd name="connsiteY3" fmla="*/ 0 h 14096"/>
                <a:gd name="connsiteX4" fmla="*/ 14097 w 14096"/>
                <a:gd name="connsiteY4" fmla="*/ 7048 h 1409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14096" h="14096">
                  <a:moveTo>
                    <a:pt x="14097" y="7048"/>
                  </a:moveTo>
                  <a:cubicBezTo>
                    <a:pt x="14097" y="10954"/>
                    <a:pt x="10954" y="14097"/>
                    <a:pt x="7048" y="14097"/>
                  </a:cubicBezTo>
                  <a:cubicBezTo>
                    <a:pt x="3143" y="14097"/>
                    <a:pt x="0" y="10954"/>
                    <a:pt x="0" y="7048"/>
                  </a:cubicBezTo>
                  <a:cubicBezTo>
                    <a:pt x="0" y="3143"/>
                    <a:pt x="3143" y="0"/>
                    <a:pt x="7048" y="0"/>
                  </a:cubicBezTo>
                  <a:cubicBezTo>
                    <a:pt x="10954" y="0"/>
                    <a:pt x="14097" y="3143"/>
                    <a:pt x="14097" y="7048"/>
                  </a:cubicBezTo>
                  <a:close/>
                </a:path>
              </a:pathLst>
            </a:custGeom>
            <a:grpFill/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512" name="Freeform: Shape 167">
              <a:extLst>
                <a:ext uri="{FF2B5EF4-FFF2-40B4-BE49-F238E27FC236}">
                  <a16:creationId xmlns:a16="http://schemas.microsoft.com/office/drawing/2014/main" id="{89042823-A002-49CE-B03D-ED1291DC13CF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6266872" y="3599781"/>
              <a:ext cx="14096" cy="14096"/>
            </a:xfrm>
            <a:custGeom>
              <a:avLst/>
              <a:gdLst>
                <a:gd name="connsiteX0" fmla="*/ 14097 w 14096"/>
                <a:gd name="connsiteY0" fmla="*/ 7048 h 14096"/>
                <a:gd name="connsiteX1" fmla="*/ 7049 w 14096"/>
                <a:gd name="connsiteY1" fmla="*/ 14097 h 14096"/>
                <a:gd name="connsiteX2" fmla="*/ 0 w 14096"/>
                <a:gd name="connsiteY2" fmla="*/ 7048 h 14096"/>
                <a:gd name="connsiteX3" fmla="*/ 7049 w 14096"/>
                <a:gd name="connsiteY3" fmla="*/ 0 h 14096"/>
                <a:gd name="connsiteX4" fmla="*/ 14097 w 14096"/>
                <a:gd name="connsiteY4" fmla="*/ 7048 h 1409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14096" h="14096">
                  <a:moveTo>
                    <a:pt x="14097" y="7048"/>
                  </a:moveTo>
                  <a:cubicBezTo>
                    <a:pt x="14097" y="10954"/>
                    <a:pt x="10954" y="14097"/>
                    <a:pt x="7049" y="14097"/>
                  </a:cubicBezTo>
                  <a:cubicBezTo>
                    <a:pt x="3143" y="14097"/>
                    <a:pt x="0" y="10954"/>
                    <a:pt x="0" y="7048"/>
                  </a:cubicBezTo>
                  <a:cubicBezTo>
                    <a:pt x="0" y="3143"/>
                    <a:pt x="3143" y="0"/>
                    <a:pt x="7049" y="0"/>
                  </a:cubicBezTo>
                  <a:cubicBezTo>
                    <a:pt x="10859" y="0"/>
                    <a:pt x="14097" y="3143"/>
                    <a:pt x="14097" y="7048"/>
                  </a:cubicBezTo>
                  <a:close/>
                </a:path>
              </a:pathLst>
            </a:custGeom>
            <a:grpFill/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513" name="Freeform: Shape 168">
              <a:extLst>
                <a:ext uri="{FF2B5EF4-FFF2-40B4-BE49-F238E27FC236}">
                  <a16:creationId xmlns:a16="http://schemas.microsoft.com/office/drawing/2014/main" id="{96EFC6CE-198B-489B-B1EE-72CE842628B7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6326022" y="3599781"/>
              <a:ext cx="14096" cy="14096"/>
            </a:xfrm>
            <a:custGeom>
              <a:avLst/>
              <a:gdLst>
                <a:gd name="connsiteX0" fmla="*/ 14097 w 14096"/>
                <a:gd name="connsiteY0" fmla="*/ 7048 h 14096"/>
                <a:gd name="connsiteX1" fmla="*/ 7048 w 14096"/>
                <a:gd name="connsiteY1" fmla="*/ 14097 h 14096"/>
                <a:gd name="connsiteX2" fmla="*/ 0 w 14096"/>
                <a:gd name="connsiteY2" fmla="*/ 7048 h 14096"/>
                <a:gd name="connsiteX3" fmla="*/ 7048 w 14096"/>
                <a:gd name="connsiteY3" fmla="*/ 0 h 14096"/>
                <a:gd name="connsiteX4" fmla="*/ 14097 w 14096"/>
                <a:gd name="connsiteY4" fmla="*/ 7048 h 1409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14096" h="14096">
                  <a:moveTo>
                    <a:pt x="14097" y="7048"/>
                  </a:moveTo>
                  <a:cubicBezTo>
                    <a:pt x="14097" y="10954"/>
                    <a:pt x="10954" y="14097"/>
                    <a:pt x="7048" y="14097"/>
                  </a:cubicBezTo>
                  <a:cubicBezTo>
                    <a:pt x="3143" y="14097"/>
                    <a:pt x="0" y="10954"/>
                    <a:pt x="0" y="7048"/>
                  </a:cubicBezTo>
                  <a:cubicBezTo>
                    <a:pt x="0" y="3143"/>
                    <a:pt x="3143" y="0"/>
                    <a:pt x="7048" y="0"/>
                  </a:cubicBezTo>
                  <a:cubicBezTo>
                    <a:pt x="10954" y="0"/>
                    <a:pt x="14097" y="3143"/>
                    <a:pt x="14097" y="7048"/>
                  </a:cubicBezTo>
                  <a:close/>
                </a:path>
              </a:pathLst>
            </a:custGeom>
            <a:grpFill/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514" name="Freeform: Shape 169">
              <a:extLst>
                <a:ext uri="{FF2B5EF4-FFF2-40B4-BE49-F238E27FC236}">
                  <a16:creationId xmlns:a16="http://schemas.microsoft.com/office/drawing/2014/main" id="{49FEA23D-54D9-45D7-9325-1E2F638C9C14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6385268" y="3599780"/>
              <a:ext cx="14096" cy="14096"/>
            </a:xfrm>
            <a:custGeom>
              <a:avLst/>
              <a:gdLst>
                <a:gd name="connsiteX0" fmla="*/ 14097 w 14096"/>
                <a:gd name="connsiteY0" fmla="*/ 7048 h 14096"/>
                <a:gd name="connsiteX1" fmla="*/ 7048 w 14096"/>
                <a:gd name="connsiteY1" fmla="*/ 14097 h 14096"/>
                <a:gd name="connsiteX2" fmla="*/ 0 w 14096"/>
                <a:gd name="connsiteY2" fmla="*/ 7048 h 14096"/>
                <a:gd name="connsiteX3" fmla="*/ 7048 w 14096"/>
                <a:gd name="connsiteY3" fmla="*/ 0 h 14096"/>
                <a:gd name="connsiteX4" fmla="*/ 14097 w 14096"/>
                <a:gd name="connsiteY4" fmla="*/ 7048 h 1409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14096" h="14096">
                  <a:moveTo>
                    <a:pt x="14097" y="7048"/>
                  </a:moveTo>
                  <a:cubicBezTo>
                    <a:pt x="14097" y="10954"/>
                    <a:pt x="10954" y="14097"/>
                    <a:pt x="7048" y="14097"/>
                  </a:cubicBezTo>
                  <a:cubicBezTo>
                    <a:pt x="3143" y="14097"/>
                    <a:pt x="0" y="10954"/>
                    <a:pt x="0" y="7048"/>
                  </a:cubicBezTo>
                  <a:cubicBezTo>
                    <a:pt x="0" y="3143"/>
                    <a:pt x="3143" y="0"/>
                    <a:pt x="7048" y="0"/>
                  </a:cubicBezTo>
                  <a:cubicBezTo>
                    <a:pt x="10858" y="0"/>
                    <a:pt x="14097" y="3143"/>
                    <a:pt x="14097" y="7048"/>
                  </a:cubicBezTo>
                  <a:close/>
                </a:path>
              </a:pathLst>
            </a:custGeom>
            <a:grpFill/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515" name="Freeform: Shape 170">
              <a:extLst>
                <a:ext uri="{FF2B5EF4-FFF2-40B4-BE49-F238E27FC236}">
                  <a16:creationId xmlns:a16="http://schemas.microsoft.com/office/drawing/2014/main" id="{2DB04EE3-370F-49CE-BCFE-C2999C3CF28C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6444417" y="3599782"/>
              <a:ext cx="14096" cy="14096"/>
            </a:xfrm>
            <a:custGeom>
              <a:avLst/>
              <a:gdLst>
                <a:gd name="connsiteX0" fmla="*/ 14097 w 14096"/>
                <a:gd name="connsiteY0" fmla="*/ 7048 h 14096"/>
                <a:gd name="connsiteX1" fmla="*/ 7048 w 14096"/>
                <a:gd name="connsiteY1" fmla="*/ 14097 h 14096"/>
                <a:gd name="connsiteX2" fmla="*/ 0 w 14096"/>
                <a:gd name="connsiteY2" fmla="*/ 7048 h 14096"/>
                <a:gd name="connsiteX3" fmla="*/ 7048 w 14096"/>
                <a:gd name="connsiteY3" fmla="*/ 0 h 14096"/>
                <a:gd name="connsiteX4" fmla="*/ 14097 w 14096"/>
                <a:gd name="connsiteY4" fmla="*/ 7048 h 1409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14096" h="14096">
                  <a:moveTo>
                    <a:pt x="14097" y="7048"/>
                  </a:moveTo>
                  <a:cubicBezTo>
                    <a:pt x="14097" y="10954"/>
                    <a:pt x="10954" y="14097"/>
                    <a:pt x="7048" y="14097"/>
                  </a:cubicBezTo>
                  <a:cubicBezTo>
                    <a:pt x="3143" y="14097"/>
                    <a:pt x="0" y="10954"/>
                    <a:pt x="0" y="7048"/>
                  </a:cubicBezTo>
                  <a:cubicBezTo>
                    <a:pt x="0" y="3143"/>
                    <a:pt x="3143" y="0"/>
                    <a:pt x="7048" y="0"/>
                  </a:cubicBezTo>
                  <a:cubicBezTo>
                    <a:pt x="10954" y="0"/>
                    <a:pt x="14097" y="3143"/>
                    <a:pt x="14097" y="7048"/>
                  </a:cubicBezTo>
                  <a:close/>
                </a:path>
              </a:pathLst>
            </a:custGeom>
            <a:grpFill/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516" name="Freeform: Shape 171">
              <a:extLst>
                <a:ext uri="{FF2B5EF4-FFF2-40B4-BE49-F238E27FC236}">
                  <a16:creationId xmlns:a16="http://schemas.microsoft.com/office/drawing/2014/main" id="{8BCBCC34-797D-41A8-8AD1-7E03E1BBFFA0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6148476" y="3659026"/>
              <a:ext cx="14097" cy="14096"/>
            </a:xfrm>
            <a:custGeom>
              <a:avLst/>
              <a:gdLst>
                <a:gd name="connsiteX0" fmla="*/ 14097 w 14097"/>
                <a:gd name="connsiteY0" fmla="*/ 7048 h 14096"/>
                <a:gd name="connsiteX1" fmla="*/ 7049 w 14097"/>
                <a:gd name="connsiteY1" fmla="*/ 14097 h 14096"/>
                <a:gd name="connsiteX2" fmla="*/ 0 w 14097"/>
                <a:gd name="connsiteY2" fmla="*/ 7048 h 14096"/>
                <a:gd name="connsiteX3" fmla="*/ 7049 w 14097"/>
                <a:gd name="connsiteY3" fmla="*/ 0 h 14096"/>
                <a:gd name="connsiteX4" fmla="*/ 14097 w 14097"/>
                <a:gd name="connsiteY4" fmla="*/ 7048 h 1409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14097" h="14096">
                  <a:moveTo>
                    <a:pt x="14097" y="7048"/>
                  </a:moveTo>
                  <a:cubicBezTo>
                    <a:pt x="14097" y="10954"/>
                    <a:pt x="10954" y="14097"/>
                    <a:pt x="7049" y="14097"/>
                  </a:cubicBezTo>
                  <a:cubicBezTo>
                    <a:pt x="3143" y="14097"/>
                    <a:pt x="0" y="10954"/>
                    <a:pt x="0" y="7048"/>
                  </a:cubicBezTo>
                  <a:cubicBezTo>
                    <a:pt x="0" y="3143"/>
                    <a:pt x="3143" y="0"/>
                    <a:pt x="7049" y="0"/>
                  </a:cubicBezTo>
                  <a:cubicBezTo>
                    <a:pt x="10954" y="0"/>
                    <a:pt x="14097" y="3143"/>
                    <a:pt x="14097" y="7048"/>
                  </a:cubicBezTo>
                  <a:close/>
                </a:path>
              </a:pathLst>
            </a:custGeom>
            <a:grpFill/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517" name="Freeform: Shape 172">
              <a:extLst>
                <a:ext uri="{FF2B5EF4-FFF2-40B4-BE49-F238E27FC236}">
                  <a16:creationId xmlns:a16="http://schemas.microsoft.com/office/drawing/2014/main" id="{AFF5C1F8-0EDE-4835-89E6-1FCB2EA395F8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6207627" y="3659026"/>
              <a:ext cx="14096" cy="14096"/>
            </a:xfrm>
            <a:custGeom>
              <a:avLst/>
              <a:gdLst>
                <a:gd name="connsiteX0" fmla="*/ 14097 w 14096"/>
                <a:gd name="connsiteY0" fmla="*/ 7048 h 14096"/>
                <a:gd name="connsiteX1" fmla="*/ 7048 w 14096"/>
                <a:gd name="connsiteY1" fmla="*/ 14097 h 14096"/>
                <a:gd name="connsiteX2" fmla="*/ 0 w 14096"/>
                <a:gd name="connsiteY2" fmla="*/ 7048 h 14096"/>
                <a:gd name="connsiteX3" fmla="*/ 7048 w 14096"/>
                <a:gd name="connsiteY3" fmla="*/ 0 h 14096"/>
                <a:gd name="connsiteX4" fmla="*/ 14097 w 14096"/>
                <a:gd name="connsiteY4" fmla="*/ 7048 h 1409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14096" h="14096">
                  <a:moveTo>
                    <a:pt x="14097" y="7048"/>
                  </a:moveTo>
                  <a:cubicBezTo>
                    <a:pt x="14097" y="10954"/>
                    <a:pt x="10954" y="14097"/>
                    <a:pt x="7048" y="14097"/>
                  </a:cubicBezTo>
                  <a:cubicBezTo>
                    <a:pt x="3143" y="14097"/>
                    <a:pt x="0" y="10954"/>
                    <a:pt x="0" y="7048"/>
                  </a:cubicBezTo>
                  <a:cubicBezTo>
                    <a:pt x="0" y="3143"/>
                    <a:pt x="3143" y="0"/>
                    <a:pt x="7048" y="0"/>
                  </a:cubicBezTo>
                  <a:cubicBezTo>
                    <a:pt x="10954" y="0"/>
                    <a:pt x="14097" y="3143"/>
                    <a:pt x="14097" y="7048"/>
                  </a:cubicBezTo>
                  <a:close/>
                </a:path>
              </a:pathLst>
            </a:custGeom>
            <a:grpFill/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518" name="Freeform: Shape 173">
              <a:extLst>
                <a:ext uri="{FF2B5EF4-FFF2-40B4-BE49-F238E27FC236}">
                  <a16:creationId xmlns:a16="http://schemas.microsoft.com/office/drawing/2014/main" id="{6171D504-6300-457C-AFCC-064DBB3FCCA8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6266872" y="3659026"/>
              <a:ext cx="14096" cy="14096"/>
            </a:xfrm>
            <a:custGeom>
              <a:avLst/>
              <a:gdLst>
                <a:gd name="connsiteX0" fmla="*/ 14097 w 14096"/>
                <a:gd name="connsiteY0" fmla="*/ 7048 h 14096"/>
                <a:gd name="connsiteX1" fmla="*/ 7049 w 14096"/>
                <a:gd name="connsiteY1" fmla="*/ 14097 h 14096"/>
                <a:gd name="connsiteX2" fmla="*/ 0 w 14096"/>
                <a:gd name="connsiteY2" fmla="*/ 7048 h 14096"/>
                <a:gd name="connsiteX3" fmla="*/ 7049 w 14096"/>
                <a:gd name="connsiteY3" fmla="*/ 0 h 14096"/>
                <a:gd name="connsiteX4" fmla="*/ 14097 w 14096"/>
                <a:gd name="connsiteY4" fmla="*/ 7048 h 1409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14096" h="14096">
                  <a:moveTo>
                    <a:pt x="14097" y="7048"/>
                  </a:moveTo>
                  <a:cubicBezTo>
                    <a:pt x="14097" y="10954"/>
                    <a:pt x="10954" y="14097"/>
                    <a:pt x="7049" y="14097"/>
                  </a:cubicBezTo>
                  <a:cubicBezTo>
                    <a:pt x="3143" y="14097"/>
                    <a:pt x="0" y="10954"/>
                    <a:pt x="0" y="7048"/>
                  </a:cubicBezTo>
                  <a:cubicBezTo>
                    <a:pt x="0" y="3143"/>
                    <a:pt x="3143" y="0"/>
                    <a:pt x="7049" y="0"/>
                  </a:cubicBezTo>
                  <a:cubicBezTo>
                    <a:pt x="10859" y="0"/>
                    <a:pt x="14097" y="3143"/>
                    <a:pt x="14097" y="7048"/>
                  </a:cubicBezTo>
                  <a:close/>
                </a:path>
              </a:pathLst>
            </a:custGeom>
            <a:grpFill/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519" name="Freeform: Shape 174">
              <a:extLst>
                <a:ext uri="{FF2B5EF4-FFF2-40B4-BE49-F238E27FC236}">
                  <a16:creationId xmlns:a16="http://schemas.microsoft.com/office/drawing/2014/main" id="{62ACE739-C8C4-4495-B04C-C3AFC44811CB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6326022" y="3659026"/>
              <a:ext cx="14096" cy="14096"/>
            </a:xfrm>
            <a:custGeom>
              <a:avLst/>
              <a:gdLst>
                <a:gd name="connsiteX0" fmla="*/ 14097 w 14096"/>
                <a:gd name="connsiteY0" fmla="*/ 7048 h 14096"/>
                <a:gd name="connsiteX1" fmla="*/ 7048 w 14096"/>
                <a:gd name="connsiteY1" fmla="*/ 14097 h 14096"/>
                <a:gd name="connsiteX2" fmla="*/ 0 w 14096"/>
                <a:gd name="connsiteY2" fmla="*/ 7048 h 14096"/>
                <a:gd name="connsiteX3" fmla="*/ 7048 w 14096"/>
                <a:gd name="connsiteY3" fmla="*/ 0 h 14096"/>
                <a:gd name="connsiteX4" fmla="*/ 14097 w 14096"/>
                <a:gd name="connsiteY4" fmla="*/ 7048 h 1409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14096" h="14096">
                  <a:moveTo>
                    <a:pt x="14097" y="7048"/>
                  </a:moveTo>
                  <a:cubicBezTo>
                    <a:pt x="14097" y="10954"/>
                    <a:pt x="10954" y="14097"/>
                    <a:pt x="7048" y="14097"/>
                  </a:cubicBezTo>
                  <a:cubicBezTo>
                    <a:pt x="3143" y="14097"/>
                    <a:pt x="0" y="10954"/>
                    <a:pt x="0" y="7048"/>
                  </a:cubicBezTo>
                  <a:cubicBezTo>
                    <a:pt x="0" y="3143"/>
                    <a:pt x="3143" y="0"/>
                    <a:pt x="7048" y="0"/>
                  </a:cubicBezTo>
                  <a:cubicBezTo>
                    <a:pt x="10954" y="0"/>
                    <a:pt x="14097" y="3143"/>
                    <a:pt x="14097" y="7048"/>
                  </a:cubicBezTo>
                  <a:close/>
                </a:path>
              </a:pathLst>
            </a:custGeom>
            <a:grpFill/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520" name="Freeform: Shape 175">
              <a:extLst>
                <a:ext uri="{FF2B5EF4-FFF2-40B4-BE49-F238E27FC236}">
                  <a16:creationId xmlns:a16="http://schemas.microsoft.com/office/drawing/2014/main" id="{3F4771CD-CDCA-4FFE-8EF5-E42D1781E7E1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6385268" y="3659026"/>
              <a:ext cx="14096" cy="14096"/>
            </a:xfrm>
            <a:custGeom>
              <a:avLst/>
              <a:gdLst>
                <a:gd name="connsiteX0" fmla="*/ 14097 w 14096"/>
                <a:gd name="connsiteY0" fmla="*/ 7048 h 14096"/>
                <a:gd name="connsiteX1" fmla="*/ 7048 w 14096"/>
                <a:gd name="connsiteY1" fmla="*/ 14097 h 14096"/>
                <a:gd name="connsiteX2" fmla="*/ 0 w 14096"/>
                <a:gd name="connsiteY2" fmla="*/ 7048 h 14096"/>
                <a:gd name="connsiteX3" fmla="*/ 7048 w 14096"/>
                <a:gd name="connsiteY3" fmla="*/ 0 h 14096"/>
                <a:gd name="connsiteX4" fmla="*/ 14097 w 14096"/>
                <a:gd name="connsiteY4" fmla="*/ 7048 h 1409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14096" h="14096">
                  <a:moveTo>
                    <a:pt x="14097" y="7048"/>
                  </a:moveTo>
                  <a:cubicBezTo>
                    <a:pt x="14097" y="10954"/>
                    <a:pt x="10954" y="14097"/>
                    <a:pt x="7048" y="14097"/>
                  </a:cubicBezTo>
                  <a:cubicBezTo>
                    <a:pt x="3143" y="14097"/>
                    <a:pt x="0" y="10954"/>
                    <a:pt x="0" y="7048"/>
                  </a:cubicBezTo>
                  <a:cubicBezTo>
                    <a:pt x="0" y="3143"/>
                    <a:pt x="3143" y="0"/>
                    <a:pt x="7048" y="0"/>
                  </a:cubicBezTo>
                  <a:cubicBezTo>
                    <a:pt x="10858" y="0"/>
                    <a:pt x="14097" y="3143"/>
                    <a:pt x="14097" y="7048"/>
                  </a:cubicBezTo>
                  <a:close/>
                </a:path>
              </a:pathLst>
            </a:custGeom>
            <a:grpFill/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521" name="Freeform: Shape 176">
              <a:extLst>
                <a:ext uri="{FF2B5EF4-FFF2-40B4-BE49-F238E27FC236}">
                  <a16:creationId xmlns:a16="http://schemas.microsoft.com/office/drawing/2014/main" id="{A10C0BFE-A8F9-4E21-9DFD-37A4D26C62C2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6444417" y="3659026"/>
              <a:ext cx="14096" cy="14096"/>
            </a:xfrm>
            <a:custGeom>
              <a:avLst/>
              <a:gdLst>
                <a:gd name="connsiteX0" fmla="*/ 14097 w 14096"/>
                <a:gd name="connsiteY0" fmla="*/ 7048 h 14096"/>
                <a:gd name="connsiteX1" fmla="*/ 7048 w 14096"/>
                <a:gd name="connsiteY1" fmla="*/ 14097 h 14096"/>
                <a:gd name="connsiteX2" fmla="*/ 0 w 14096"/>
                <a:gd name="connsiteY2" fmla="*/ 7048 h 14096"/>
                <a:gd name="connsiteX3" fmla="*/ 7048 w 14096"/>
                <a:gd name="connsiteY3" fmla="*/ 0 h 14096"/>
                <a:gd name="connsiteX4" fmla="*/ 14097 w 14096"/>
                <a:gd name="connsiteY4" fmla="*/ 7048 h 1409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14096" h="14096">
                  <a:moveTo>
                    <a:pt x="14097" y="7048"/>
                  </a:moveTo>
                  <a:cubicBezTo>
                    <a:pt x="14097" y="10954"/>
                    <a:pt x="10954" y="14097"/>
                    <a:pt x="7048" y="14097"/>
                  </a:cubicBezTo>
                  <a:cubicBezTo>
                    <a:pt x="3143" y="14097"/>
                    <a:pt x="0" y="10954"/>
                    <a:pt x="0" y="7048"/>
                  </a:cubicBezTo>
                  <a:cubicBezTo>
                    <a:pt x="0" y="3143"/>
                    <a:pt x="3143" y="0"/>
                    <a:pt x="7048" y="0"/>
                  </a:cubicBezTo>
                  <a:cubicBezTo>
                    <a:pt x="10954" y="0"/>
                    <a:pt x="14097" y="3143"/>
                    <a:pt x="14097" y="7048"/>
                  </a:cubicBezTo>
                  <a:close/>
                </a:path>
              </a:pathLst>
            </a:custGeom>
            <a:grpFill/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522" name="Freeform: Shape 177">
              <a:extLst>
                <a:ext uri="{FF2B5EF4-FFF2-40B4-BE49-F238E27FC236}">
                  <a16:creationId xmlns:a16="http://schemas.microsoft.com/office/drawing/2014/main" id="{4D8D4EF9-4EF7-4538-A4AE-439F9335EA9E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6148476" y="3718177"/>
              <a:ext cx="14097" cy="14096"/>
            </a:xfrm>
            <a:custGeom>
              <a:avLst/>
              <a:gdLst>
                <a:gd name="connsiteX0" fmla="*/ 14097 w 14097"/>
                <a:gd name="connsiteY0" fmla="*/ 7048 h 14096"/>
                <a:gd name="connsiteX1" fmla="*/ 7049 w 14097"/>
                <a:gd name="connsiteY1" fmla="*/ 14097 h 14096"/>
                <a:gd name="connsiteX2" fmla="*/ 0 w 14097"/>
                <a:gd name="connsiteY2" fmla="*/ 7048 h 14096"/>
                <a:gd name="connsiteX3" fmla="*/ 7049 w 14097"/>
                <a:gd name="connsiteY3" fmla="*/ 0 h 14096"/>
                <a:gd name="connsiteX4" fmla="*/ 14097 w 14097"/>
                <a:gd name="connsiteY4" fmla="*/ 7048 h 1409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14097" h="14096">
                  <a:moveTo>
                    <a:pt x="14097" y="7048"/>
                  </a:moveTo>
                  <a:cubicBezTo>
                    <a:pt x="14097" y="10954"/>
                    <a:pt x="10954" y="14097"/>
                    <a:pt x="7049" y="14097"/>
                  </a:cubicBezTo>
                  <a:cubicBezTo>
                    <a:pt x="3143" y="14097"/>
                    <a:pt x="0" y="10954"/>
                    <a:pt x="0" y="7048"/>
                  </a:cubicBezTo>
                  <a:cubicBezTo>
                    <a:pt x="0" y="3143"/>
                    <a:pt x="3143" y="0"/>
                    <a:pt x="7049" y="0"/>
                  </a:cubicBezTo>
                  <a:cubicBezTo>
                    <a:pt x="10954" y="0"/>
                    <a:pt x="14097" y="3143"/>
                    <a:pt x="14097" y="7048"/>
                  </a:cubicBezTo>
                  <a:close/>
                </a:path>
              </a:pathLst>
            </a:custGeom>
            <a:grpFill/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523" name="Freeform: Shape 178">
              <a:extLst>
                <a:ext uri="{FF2B5EF4-FFF2-40B4-BE49-F238E27FC236}">
                  <a16:creationId xmlns:a16="http://schemas.microsoft.com/office/drawing/2014/main" id="{7E0500AB-5662-43B9-95C2-2EC80CC54FF9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6207627" y="3718177"/>
              <a:ext cx="14096" cy="14096"/>
            </a:xfrm>
            <a:custGeom>
              <a:avLst/>
              <a:gdLst>
                <a:gd name="connsiteX0" fmla="*/ 14097 w 14096"/>
                <a:gd name="connsiteY0" fmla="*/ 7048 h 14096"/>
                <a:gd name="connsiteX1" fmla="*/ 7048 w 14096"/>
                <a:gd name="connsiteY1" fmla="*/ 14097 h 14096"/>
                <a:gd name="connsiteX2" fmla="*/ 0 w 14096"/>
                <a:gd name="connsiteY2" fmla="*/ 7048 h 14096"/>
                <a:gd name="connsiteX3" fmla="*/ 7048 w 14096"/>
                <a:gd name="connsiteY3" fmla="*/ 0 h 14096"/>
                <a:gd name="connsiteX4" fmla="*/ 14097 w 14096"/>
                <a:gd name="connsiteY4" fmla="*/ 7048 h 1409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14096" h="14096">
                  <a:moveTo>
                    <a:pt x="14097" y="7048"/>
                  </a:moveTo>
                  <a:cubicBezTo>
                    <a:pt x="14097" y="10954"/>
                    <a:pt x="10954" y="14097"/>
                    <a:pt x="7048" y="14097"/>
                  </a:cubicBezTo>
                  <a:cubicBezTo>
                    <a:pt x="3143" y="14097"/>
                    <a:pt x="0" y="10954"/>
                    <a:pt x="0" y="7048"/>
                  </a:cubicBezTo>
                  <a:cubicBezTo>
                    <a:pt x="0" y="3143"/>
                    <a:pt x="3143" y="0"/>
                    <a:pt x="7048" y="0"/>
                  </a:cubicBezTo>
                  <a:cubicBezTo>
                    <a:pt x="10954" y="0"/>
                    <a:pt x="14097" y="3143"/>
                    <a:pt x="14097" y="7048"/>
                  </a:cubicBezTo>
                  <a:close/>
                </a:path>
              </a:pathLst>
            </a:custGeom>
            <a:grpFill/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524" name="Freeform: Shape 179">
              <a:extLst>
                <a:ext uri="{FF2B5EF4-FFF2-40B4-BE49-F238E27FC236}">
                  <a16:creationId xmlns:a16="http://schemas.microsoft.com/office/drawing/2014/main" id="{984021AD-A6A2-4CDA-A953-72FBA7598B98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6266872" y="3718177"/>
              <a:ext cx="14096" cy="14096"/>
            </a:xfrm>
            <a:custGeom>
              <a:avLst/>
              <a:gdLst>
                <a:gd name="connsiteX0" fmla="*/ 14097 w 14096"/>
                <a:gd name="connsiteY0" fmla="*/ 7048 h 14096"/>
                <a:gd name="connsiteX1" fmla="*/ 7049 w 14096"/>
                <a:gd name="connsiteY1" fmla="*/ 14097 h 14096"/>
                <a:gd name="connsiteX2" fmla="*/ 0 w 14096"/>
                <a:gd name="connsiteY2" fmla="*/ 7048 h 14096"/>
                <a:gd name="connsiteX3" fmla="*/ 7049 w 14096"/>
                <a:gd name="connsiteY3" fmla="*/ 0 h 14096"/>
                <a:gd name="connsiteX4" fmla="*/ 14097 w 14096"/>
                <a:gd name="connsiteY4" fmla="*/ 7048 h 1409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14096" h="14096">
                  <a:moveTo>
                    <a:pt x="14097" y="7048"/>
                  </a:moveTo>
                  <a:cubicBezTo>
                    <a:pt x="14097" y="10954"/>
                    <a:pt x="10954" y="14097"/>
                    <a:pt x="7049" y="14097"/>
                  </a:cubicBezTo>
                  <a:cubicBezTo>
                    <a:pt x="3143" y="14097"/>
                    <a:pt x="0" y="10954"/>
                    <a:pt x="0" y="7048"/>
                  </a:cubicBezTo>
                  <a:cubicBezTo>
                    <a:pt x="0" y="3143"/>
                    <a:pt x="3143" y="0"/>
                    <a:pt x="7049" y="0"/>
                  </a:cubicBezTo>
                  <a:cubicBezTo>
                    <a:pt x="10859" y="0"/>
                    <a:pt x="14097" y="3143"/>
                    <a:pt x="14097" y="7048"/>
                  </a:cubicBezTo>
                  <a:close/>
                </a:path>
              </a:pathLst>
            </a:custGeom>
            <a:grpFill/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525" name="Freeform: Shape 180">
              <a:extLst>
                <a:ext uri="{FF2B5EF4-FFF2-40B4-BE49-F238E27FC236}">
                  <a16:creationId xmlns:a16="http://schemas.microsoft.com/office/drawing/2014/main" id="{FD1FBF47-CAC8-4385-9DC7-C9BB6167EA63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6326022" y="3718177"/>
              <a:ext cx="14096" cy="14096"/>
            </a:xfrm>
            <a:custGeom>
              <a:avLst/>
              <a:gdLst>
                <a:gd name="connsiteX0" fmla="*/ 14097 w 14096"/>
                <a:gd name="connsiteY0" fmla="*/ 7048 h 14096"/>
                <a:gd name="connsiteX1" fmla="*/ 7048 w 14096"/>
                <a:gd name="connsiteY1" fmla="*/ 14097 h 14096"/>
                <a:gd name="connsiteX2" fmla="*/ 0 w 14096"/>
                <a:gd name="connsiteY2" fmla="*/ 7048 h 14096"/>
                <a:gd name="connsiteX3" fmla="*/ 7048 w 14096"/>
                <a:gd name="connsiteY3" fmla="*/ 0 h 14096"/>
                <a:gd name="connsiteX4" fmla="*/ 14097 w 14096"/>
                <a:gd name="connsiteY4" fmla="*/ 7048 h 1409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14096" h="14096">
                  <a:moveTo>
                    <a:pt x="14097" y="7048"/>
                  </a:moveTo>
                  <a:cubicBezTo>
                    <a:pt x="14097" y="10954"/>
                    <a:pt x="10954" y="14097"/>
                    <a:pt x="7048" y="14097"/>
                  </a:cubicBezTo>
                  <a:cubicBezTo>
                    <a:pt x="3143" y="14097"/>
                    <a:pt x="0" y="10954"/>
                    <a:pt x="0" y="7048"/>
                  </a:cubicBezTo>
                  <a:cubicBezTo>
                    <a:pt x="0" y="3143"/>
                    <a:pt x="3143" y="0"/>
                    <a:pt x="7048" y="0"/>
                  </a:cubicBezTo>
                  <a:cubicBezTo>
                    <a:pt x="10954" y="0"/>
                    <a:pt x="14097" y="3143"/>
                    <a:pt x="14097" y="7048"/>
                  </a:cubicBezTo>
                  <a:close/>
                </a:path>
              </a:pathLst>
            </a:custGeom>
            <a:grpFill/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526" name="Freeform: Shape 181">
              <a:extLst>
                <a:ext uri="{FF2B5EF4-FFF2-40B4-BE49-F238E27FC236}">
                  <a16:creationId xmlns:a16="http://schemas.microsoft.com/office/drawing/2014/main" id="{FBAEE482-005F-4288-8D66-09EA246C45ED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6385268" y="3718172"/>
              <a:ext cx="14096" cy="14096"/>
            </a:xfrm>
            <a:custGeom>
              <a:avLst/>
              <a:gdLst>
                <a:gd name="connsiteX0" fmla="*/ 14097 w 14096"/>
                <a:gd name="connsiteY0" fmla="*/ 7048 h 14096"/>
                <a:gd name="connsiteX1" fmla="*/ 7048 w 14096"/>
                <a:gd name="connsiteY1" fmla="*/ 14097 h 14096"/>
                <a:gd name="connsiteX2" fmla="*/ 0 w 14096"/>
                <a:gd name="connsiteY2" fmla="*/ 7048 h 14096"/>
                <a:gd name="connsiteX3" fmla="*/ 7048 w 14096"/>
                <a:gd name="connsiteY3" fmla="*/ 0 h 14096"/>
                <a:gd name="connsiteX4" fmla="*/ 14097 w 14096"/>
                <a:gd name="connsiteY4" fmla="*/ 7048 h 1409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14096" h="14096">
                  <a:moveTo>
                    <a:pt x="14097" y="7048"/>
                  </a:moveTo>
                  <a:cubicBezTo>
                    <a:pt x="14097" y="10954"/>
                    <a:pt x="10954" y="14097"/>
                    <a:pt x="7048" y="14097"/>
                  </a:cubicBezTo>
                  <a:cubicBezTo>
                    <a:pt x="3143" y="14097"/>
                    <a:pt x="0" y="10954"/>
                    <a:pt x="0" y="7048"/>
                  </a:cubicBezTo>
                  <a:cubicBezTo>
                    <a:pt x="0" y="3143"/>
                    <a:pt x="3143" y="0"/>
                    <a:pt x="7048" y="0"/>
                  </a:cubicBezTo>
                  <a:cubicBezTo>
                    <a:pt x="10858" y="0"/>
                    <a:pt x="14097" y="3143"/>
                    <a:pt x="14097" y="7048"/>
                  </a:cubicBezTo>
                  <a:close/>
                </a:path>
              </a:pathLst>
            </a:custGeom>
            <a:grpFill/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527" name="Freeform: Shape 182">
              <a:extLst>
                <a:ext uri="{FF2B5EF4-FFF2-40B4-BE49-F238E27FC236}">
                  <a16:creationId xmlns:a16="http://schemas.microsoft.com/office/drawing/2014/main" id="{2C5DCF49-33DE-4AFF-818E-42F59F280402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6444417" y="3718176"/>
              <a:ext cx="14096" cy="14096"/>
            </a:xfrm>
            <a:custGeom>
              <a:avLst/>
              <a:gdLst>
                <a:gd name="connsiteX0" fmla="*/ 14097 w 14096"/>
                <a:gd name="connsiteY0" fmla="*/ 7048 h 14096"/>
                <a:gd name="connsiteX1" fmla="*/ 7048 w 14096"/>
                <a:gd name="connsiteY1" fmla="*/ 14097 h 14096"/>
                <a:gd name="connsiteX2" fmla="*/ 0 w 14096"/>
                <a:gd name="connsiteY2" fmla="*/ 7048 h 14096"/>
                <a:gd name="connsiteX3" fmla="*/ 7048 w 14096"/>
                <a:gd name="connsiteY3" fmla="*/ 0 h 14096"/>
                <a:gd name="connsiteX4" fmla="*/ 14097 w 14096"/>
                <a:gd name="connsiteY4" fmla="*/ 7048 h 1409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14096" h="14096">
                  <a:moveTo>
                    <a:pt x="14097" y="7048"/>
                  </a:moveTo>
                  <a:cubicBezTo>
                    <a:pt x="14097" y="10954"/>
                    <a:pt x="10954" y="14097"/>
                    <a:pt x="7048" y="14097"/>
                  </a:cubicBezTo>
                  <a:cubicBezTo>
                    <a:pt x="3143" y="14097"/>
                    <a:pt x="0" y="10954"/>
                    <a:pt x="0" y="7048"/>
                  </a:cubicBezTo>
                  <a:cubicBezTo>
                    <a:pt x="0" y="3143"/>
                    <a:pt x="3143" y="0"/>
                    <a:pt x="7048" y="0"/>
                  </a:cubicBezTo>
                  <a:cubicBezTo>
                    <a:pt x="10954" y="0"/>
                    <a:pt x="14097" y="3143"/>
                    <a:pt x="14097" y="7048"/>
                  </a:cubicBezTo>
                  <a:close/>
                </a:path>
              </a:pathLst>
            </a:custGeom>
            <a:grpFill/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528" name="Freeform: Shape 183">
              <a:extLst>
                <a:ext uri="{FF2B5EF4-FFF2-40B4-BE49-F238E27FC236}">
                  <a16:creationId xmlns:a16="http://schemas.microsoft.com/office/drawing/2014/main" id="{866903F3-208B-46D5-925B-254DC742914D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6148472" y="3777419"/>
              <a:ext cx="14097" cy="14099"/>
            </a:xfrm>
            <a:custGeom>
              <a:avLst/>
              <a:gdLst>
                <a:gd name="connsiteX0" fmla="*/ 14097 w 14097"/>
                <a:gd name="connsiteY0" fmla="*/ 7051 h 14099"/>
                <a:gd name="connsiteX1" fmla="*/ 7049 w 14097"/>
                <a:gd name="connsiteY1" fmla="*/ 14099 h 14099"/>
                <a:gd name="connsiteX2" fmla="*/ 0 w 14097"/>
                <a:gd name="connsiteY2" fmla="*/ 7051 h 14099"/>
                <a:gd name="connsiteX3" fmla="*/ 7049 w 14097"/>
                <a:gd name="connsiteY3" fmla="*/ 2 h 14099"/>
                <a:gd name="connsiteX4" fmla="*/ 14097 w 14097"/>
                <a:gd name="connsiteY4" fmla="*/ 7051 h 14099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14097" h="14099">
                  <a:moveTo>
                    <a:pt x="14097" y="7051"/>
                  </a:moveTo>
                  <a:cubicBezTo>
                    <a:pt x="14097" y="10956"/>
                    <a:pt x="10954" y="14099"/>
                    <a:pt x="7049" y="14099"/>
                  </a:cubicBezTo>
                  <a:cubicBezTo>
                    <a:pt x="3143" y="14099"/>
                    <a:pt x="0" y="10956"/>
                    <a:pt x="0" y="7051"/>
                  </a:cubicBezTo>
                  <a:cubicBezTo>
                    <a:pt x="0" y="3145"/>
                    <a:pt x="3143" y="2"/>
                    <a:pt x="7049" y="2"/>
                  </a:cubicBezTo>
                  <a:cubicBezTo>
                    <a:pt x="10954" y="-93"/>
                    <a:pt x="14097" y="3145"/>
                    <a:pt x="14097" y="7051"/>
                  </a:cubicBezTo>
                  <a:close/>
                </a:path>
              </a:pathLst>
            </a:custGeom>
            <a:grpFill/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529" name="Freeform: Shape 184">
              <a:extLst>
                <a:ext uri="{FF2B5EF4-FFF2-40B4-BE49-F238E27FC236}">
                  <a16:creationId xmlns:a16="http://schemas.microsoft.com/office/drawing/2014/main" id="{2550D219-E342-4A38-BB89-575C1EE7AAC7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6207622" y="3777419"/>
              <a:ext cx="14096" cy="14099"/>
            </a:xfrm>
            <a:custGeom>
              <a:avLst/>
              <a:gdLst>
                <a:gd name="connsiteX0" fmla="*/ 14097 w 14096"/>
                <a:gd name="connsiteY0" fmla="*/ 7051 h 14099"/>
                <a:gd name="connsiteX1" fmla="*/ 7048 w 14096"/>
                <a:gd name="connsiteY1" fmla="*/ 14099 h 14099"/>
                <a:gd name="connsiteX2" fmla="*/ 0 w 14096"/>
                <a:gd name="connsiteY2" fmla="*/ 7051 h 14099"/>
                <a:gd name="connsiteX3" fmla="*/ 7048 w 14096"/>
                <a:gd name="connsiteY3" fmla="*/ 2 h 14099"/>
                <a:gd name="connsiteX4" fmla="*/ 14097 w 14096"/>
                <a:gd name="connsiteY4" fmla="*/ 7051 h 14099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14096" h="14099">
                  <a:moveTo>
                    <a:pt x="14097" y="7051"/>
                  </a:moveTo>
                  <a:cubicBezTo>
                    <a:pt x="14097" y="10956"/>
                    <a:pt x="10954" y="14099"/>
                    <a:pt x="7048" y="14099"/>
                  </a:cubicBezTo>
                  <a:cubicBezTo>
                    <a:pt x="3143" y="14099"/>
                    <a:pt x="0" y="10956"/>
                    <a:pt x="0" y="7051"/>
                  </a:cubicBezTo>
                  <a:cubicBezTo>
                    <a:pt x="0" y="3145"/>
                    <a:pt x="3143" y="2"/>
                    <a:pt x="7048" y="2"/>
                  </a:cubicBezTo>
                  <a:cubicBezTo>
                    <a:pt x="10954" y="-93"/>
                    <a:pt x="14097" y="3145"/>
                    <a:pt x="14097" y="7051"/>
                  </a:cubicBezTo>
                  <a:close/>
                </a:path>
              </a:pathLst>
            </a:custGeom>
            <a:grpFill/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530" name="Freeform: Shape 185">
              <a:extLst>
                <a:ext uri="{FF2B5EF4-FFF2-40B4-BE49-F238E27FC236}">
                  <a16:creationId xmlns:a16="http://schemas.microsoft.com/office/drawing/2014/main" id="{5B5485FC-95D0-4660-9594-2C9BD3B776F2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6266868" y="3777419"/>
              <a:ext cx="14096" cy="14099"/>
            </a:xfrm>
            <a:custGeom>
              <a:avLst/>
              <a:gdLst>
                <a:gd name="connsiteX0" fmla="*/ 14097 w 14096"/>
                <a:gd name="connsiteY0" fmla="*/ 7051 h 14099"/>
                <a:gd name="connsiteX1" fmla="*/ 7049 w 14096"/>
                <a:gd name="connsiteY1" fmla="*/ 14099 h 14099"/>
                <a:gd name="connsiteX2" fmla="*/ 0 w 14096"/>
                <a:gd name="connsiteY2" fmla="*/ 7051 h 14099"/>
                <a:gd name="connsiteX3" fmla="*/ 7049 w 14096"/>
                <a:gd name="connsiteY3" fmla="*/ 2 h 14099"/>
                <a:gd name="connsiteX4" fmla="*/ 14097 w 14096"/>
                <a:gd name="connsiteY4" fmla="*/ 7051 h 14099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14096" h="14099">
                  <a:moveTo>
                    <a:pt x="14097" y="7051"/>
                  </a:moveTo>
                  <a:cubicBezTo>
                    <a:pt x="14097" y="10956"/>
                    <a:pt x="10954" y="14099"/>
                    <a:pt x="7049" y="14099"/>
                  </a:cubicBezTo>
                  <a:cubicBezTo>
                    <a:pt x="3143" y="14099"/>
                    <a:pt x="0" y="10956"/>
                    <a:pt x="0" y="7051"/>
                  </a:cubicBezTo>
                  <a:cubicBezTo>
                    <a:pt x="0" y="3145"/>
                    <a:pt x="3143" y="2"/>
                    <a:pt x="7049" y="2"/>
                  </a:cubicBezTo>
                  <a:cubicBezTo>
                    <a:pt x="10859" y="-93"/>
                    <a:pt x="14097" y="3145"/>
                    <a:pt x="14097" y="7051"/>
                  </a:cubicBezTo>
                  <a:close/>
                </a:path>
              </a:pathLst>
            </a:custGeom>
            <a:grpFill/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531" name="Freeform: Shape 186">
              <a:extLst>
                <a:ext uri="{FF2B5EF4-FFF2-40B4-BE49-F238E27FC236}">
                  <a16:creationId xmlns:a16="http://schemas.microsoft.com/office/drawing/2014/main" id="{2EA358DA-C7E8-4DF8-B7D6-CC5829565548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6326024" y="3777383"/>
              <a:ext cx="14096" cy="14099"/>
            </a:xfrm>
            <a:custGeom>
              <a:avLst/>
              <a:gdLst>
                <a:gd name="connsiteX0" fmla="*/ 14097 w 14096"/>
                <a:gd name="connsiteY0" fmla="*/ 7051 h 14099"/>
                <a:gd name="connsiteX1" fmla="*/ 7048 w 14096"/>
                <a:gd name="connsiteY1" fmla="*/ 14099 h 14099"/>
                <a:gd name="connsiteX2" fmla="*/ 0 w 14096"/>
                <a:gd name="connsiteY2" fmla="*/ 7051 h 14099"/>
                <a:gd name="connsiteX3" fmla="*/ 7048 w 14096"/>
                <a:gd name="connsiteY3" fmla="*/ 2 h 14099"/>
                <a:gd name="connsiteX4" fmla="*/ 14097 w 14096"/>
                <a:gd name="connsiteY4" fmla="*/ 7051 h 14099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14096" h="14099">
                  <a:moveTo>
                    <a:pt x="14097" y="7051"/>
                  </a:moveTo>
                  <a:cubicBezTo>
                    <a:pt x="14097" y="10956"/>
                    <a:pt x="10954" y="14099"/>
                    <a:pt x="7048" y="14099"/>
                  </a:cubicBezTo>
                  <a:cubicBezTo>
                    <a:pt x="3143" y="14099"/>
                    <a:pt x="0" y="10956"/>
                    <a:pt x="0" y="7051"/>
                  </a:cubicBezTo>
                  <a:cubicBezTo>
                    <a:pt x="0" y="3145"/>
                    <a:pt x="3143" y="2"/>
                    <a:pt x="7048" y="2"/>
                  </a:cubicBezTo>
                  <a:cubicBezTo>
                    <a:pt x="10954" y="-93"/>
                    <a:pt x="14097" y="3145"/>
                    <a:pt x="14097" y="7051"/>
                  </a:cubicBezTo>
                  <a:close/>
                </a:path>
              </a:pathLst>
            </a:custGeom>
            <a:grpFill/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532" name="Freeform: Shape 187">
              <a:extLst>
                <a:ext uri="{FF2B5EF4-FFF2-40B4-BE49-F238E27FC236}">
                  <a16:creationId xmlns:a16="http://schemas.microsoft.com/office/drawing/2014/main" id="{7990E8BB-4369-4845-8436-A6F3FE1D11A8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6385287" y="3777429"/>
              <a:ext cx="14096" cy="14099"/>
            </a:xfrm>
            <a:custGeom>
              <a:avLst/>
              <a:gdLst>
                <a:gd name="connsiteX0" fmla="*/ 14097 w 14096"/>
                <a:gd name="connsiteY0" fmla="*/ 7051 h 14099"/>
                <a:gd name="connsiteX1" fmla="*/ 7048 w 14096"/>
                <a:gd name="connsiteY1" fmla="*/ 14099 h 14099"/>
                <a:gd name="connsiteX2" fmla="*/ 0 w 14096"/>
                <a:gd name="connsiteY2" fmla="*/ 7051 h 14099"/>
                <a:gd name="connsiteX3" fmla="*/ 7048 w 14096"/>
                <a:gd name="connsiteY3" fmla="*/ 2 h 14099"/>
                <a:gd name="connsiteX4" fmla="*/ 14097 w 14096"/>
                <a:gd name="connsiteY4" fmla="*/ 7051 h 14099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14096" h="14099">
                  <a:moveTo>
                    <a:pt x="14097" y="7051"/>
                  </a:moveTo>
                  <a:cubicBezTo>
                    <a:pt x="14097" y="10956"/>
                    <a:pt x="10954" y="14099"/>
                    <a:pt x="7048" y="14099"/>
                  </a:cubicBezTo>
                  <a:cubicBezTo>
                    <a:pt x="3143" y="14099"/>
                    <a:pt x="0" y="10956"/>
                    <a:pt x="0" y="7051"/>
                  </a:cubicBezTo>
                  <a:cubicBezTo>
                    <a:pt x="0" y="3145"/>
                    <a:pt x="3143" y="2"/>
                    <a:pt x="7048" y="2"/>
                  </a:cubicBezTo>
                  <a:cubicBezTo>
                    <a:pt x="10858" y="-93"/>
                    <a:pt x="14097" y="3145"/>
                    <a:pt x="14097" y="7051"/>
                  </a:cubicBezTo>
                  <a:close/>
                </a:path>
              </a:pathLst>
            </a:custGeom>
            <a:grpFill/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533" name="Freeform: Shape 188">
              <a:extLst>
                <a:ext uri="{FF2B5EF4-FFF2-40B4-BE49-F238E27FC236}">
                  <a16:creationId xmlns:a16="http://schemas.microsoft.com/office/drawing/2014/main" id="{D6C050C5-1951-434B-A7FE-D271E73F82A8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6444424" y="3777424"/>
              <a:ext cx="14096" cy="14096"/>
            </a:xfrm>
            <a:custGeom>
              <a:avLst/>
              <a:gdLst>
                <a:gd name="connsiteX0" fmla="*/ 14097 w 14096"/>
                <a:gd name="connsiteY0" fmla="*/ 7048 h 14096"/>
                <a:gd name="connsiteX1" fmla="*/ 7048 w 14096"/>
                <a:gd name="connsiteY1" fmla="*/ 14097 h 14096"/>
                <a:gd name="connsiteX2" fmla="*/ 0 w 14096"/>
                <a:gd name="connsiteY2" fmla="*/ 7048 h 14096"/>
                <a:gd name="connsiteX3" fmla="*/ 7048 w 14096"/>
                <a:gd name="connsiteY3" fmla="*/ 0 h 14096"/>
                <a:gd name="connsiteX4" fmla="*/ 14097 w 14096"/>
                <a:gd name="connsiteY4" fmla="*/ 7048 h 1409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14096" h="14096">
                  <a:moveTo>
                    <a:pt x="14097" y="7048"/>
                  </a:moveTo>
                  <a:cubicBezTo>
                    <a:pt x="14097" y="10941"/>
                    <a:pt x="10941" y="14097"/>
                    <a:pt x="7048" y="14097"/>
                  </a:cubicBezTo>
                  <a:cubicBezTo>
                    <a:pt x="3156" y="14097"/>
                    <a:pt x="0" y="10941"/>
                    <a:pt x="0" y="7048"/>
                  </a:cubicBezTo>
                  <a:cubicBezTo>
                    <a:pt x="0" y="3156"/>
                    <a:pt x="3156" y="0"/>
                    <a:pt x="7048" y="0"/>
                  </a:cubicBezTo>
                  <a:cubicBezTo>
                    <a:pt x="10941" y="0"/>
                    <a:pt x="14097" y="3156"/>
                    <a:pt x="14097" y="7048"/>
                  </a:cubicBezTo>
                  <a:close/>
                </a:path>
              </a:pathLst>
            </a:custGeom>
            <a:grpFill/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</p:grpSp>
      <p:grpSp>
        <p:nvGrpSpPr>
          <p:cNvPr id="534" name="Graphic 4">
            <a:extLst>
              <a:ext uri="{FF2B5EF4-FFF2-40B4-BE49-F238E27FC236}">
                <a16:creationId xmlns:a16="http://schemas.microsoft.com/office/drawing/2014/main" id="{773717CC-ECEE-4ABF-BA61-C59F46801775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GrpSpPr>
            <a:grpSpLocks noGrp="1" noUngrp="1" noRot="1" noChangeAspect="1" noMove="1" noResize="1"/>
          </p:cNvGrp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GrpSpPr>
        <p:grpSpPr>
          <a:xfrm>
            <a:off x="4680915" y="4748271"/>
            <a:ext cx="1330536" cy="1330521"/>
            <a:chOff x="5734037" y="3067039"/>
            <a:chExt cx="724483" cy="724489"/>
          </a:xfrm>
          <a:solidFill>
            <a:schemeClr val="bg1">
              <a:alpha val="60000"/>
            </a:schemeClr>
          </a:solidFill>
        </p:grpSpPr>
        <p:sp>
          <p:nvSpPr>
            <p:cNvPr id="535" name="Freeform: Shape 191">
              <a:extLst>
                <a:ext uri="{FF2B5EF4-FFF2-40B4-BE49-F238E27FC236}">
                  <a16:creationId xmlns:a16="http://schemas.microsoft.com/office/drawing/2014/main" id="{9A4FAE41-62DF-4B8E-BD66-8EC206E0E341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5734038" y="3067039"/>
              <a:ext cx="14192" cy="14097"/>
            </a:xfrm>
            <a:custGeom>
              <a:avLst/>
              <a:gdLst>
                <a:gd name="connsiteX0" fmla="*/ 14192 w 14192"/>
                <a:gd name="connsiteY0" fmla="*/ 7049 h 14097"/>
                <a:gd name="connsiteX1" fmla="*/ 7144 w 14192"/>
                <a:gd name="connsiteY1" fmla="*/ 14097 h 14097"/>
                <a:gd name="connsiteX2" fmla="*/ 0 w 14192"/>
                <a:gd name="connsiteY2" fmla="*/ 7049 h 14097"/>
                <a:gd name="connsiteX3" fmla="*/ 7049 w 14192"/>
                <a:gd name="connsiteY3" fmla="*/ 0 h 14097"/>
                <a:gd name="connsiteX4" fmla="*/ 14192 w 14192"/>
                <a:gd name="connsiteY4" fmla="*/ 7049 h 14097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14192" h="14097">
                  <a:moveTo>
                    <a:pt x="14192" y="7049"/>
                  </a:moveTo>
                  <a:cubicBezTo>
                    <a:pt x="14192" y="10954"/>
                    <a:pt x="11049" y="14097"/>
                    <a:pt x="7144" y="14097"/>
                  </a:cubicBezTo>
                  <a:cubicBezTo>
                    <a:pt x="3239" y="14097"/>
                    <a:pt x="0" y="10954"/>
                    <a:pt x="0" y="7049"/>
                  </a:cubicBezTo>
                  <a:cubicBezTo>
                    <a:pt x="0" y="3143"/>
                    <a:pt x="3143" y="0"/>
                    <a:pt x="7049" y="0"/>
                  </a:cubicBezTo>
                  <a:cubicBezTo>
                    <a:pt x="10954" y="0"/>
                    <a:pt x="14192" y="3143"/>
                    <a:pt x="14192" y="7049"/>
                  </a:cubicBezTo>
                  <a:close/>
                </a:path>
              </a:pathLst>
            </a:custGeom>
            <a:grpFill/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536" name="Freeform: Shape 192">
              <a:extLst>
                <a:ext uri="{FF2B5EF4-FFF2-40B4-BE49-F238E27FC236}">
                  <a16:creationId xmlns:a16="http://schemas.microsoft.com/office/drawing/2014/main" id="{564C7F1F-5546-40DC-A16B-C9A3E4577710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5793283" y="3067039"/>
              <a:ext cx="14097" cy="14097"/>
            </a:xfrm>
            <a:custGeom>
              <a:avLst/>
              <a:gdLst>
                <a:gd name="connsiteX0" fmla="*/ 14097 w 14097"/>
                <a:gd name="connsiteY0" fmla="*/ 7049 h 14097"/>
                <a:gd name="connsiteX1" fmla="*/ 7049 w 14097"/>
                <a:gd name="connsiteY1" fmla="*/ 14097 h 14097"/>
                <a:gd name="connsiteX2" fmla="*/ 0 w 14097"/>
                <a:gd name="connsiteY2" fmla="*/ 7049 h 14097"/>
                <a:gd name="connsiteX3" fmla="*/ 7049 w 14097"/>
                <a:gd name="connsiteY3" fmla="*/ 0 h 14097"/>
                <a:gd name="connsiteX4" fmla="*/ 14097 w 14097"/>
                <a:gd name="connsiteY4" fmla="*/ 7049 h 14097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14097" h="14097">
                  <a:moveTo>
                    <a:pt x="14097" y="7049"/>
                  </a:moveTo>
                  <a:cubicBezTo>
                    <a:pt x="14097" y="10941"/>
                    <a:pt x="10941" y="14097"/>
                    <a:pt x="7049" y="14097"/>
                  </a:cubicBezTo>
                  <a:cubicBezTo>
                    <a:pt x="3156" y="14097"/>
                    <a:pt x="0" y="10941"/>
                    <a:pt x="0" y="7049"/>
                  </a:cubicBezTo>
                  <a:cubicBezTo>
                    <a:pt x="0" y="3156"/>
                    <a:pt x="3156" y="0"/>
                    <a:pt x="7049" y="0"/>
                  </a:cubicBezTo>
                  <a:cubicBezTo>
                    <a:pt x="10941" y="0"/>
                    <a:pt x="14097" y="3156"/>
                    <a:pt x="14097" y="7049"/>
                  </a:cubicBezTo>
                  <a:close/>
                </a:path>
              </a:pathLst>
            </a:custGeom>
            <a:grpFill/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537" name="Freeform: Shape 193">
              <a:extLst>
                <a:ext uri="{FF2B5EF4-FFF2-40B4-BE49-F238E27FC236}">
                  <a16:creationId xmlns:a16="http://schemas.microsoft.com/office/drawing/2014/main" id="{45583216-FC24-4B75-9703-DBEC401FF893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5852433" y="3067039"/>
              <a:ext cx="14096" cy="14097"/>
            </a:xfrm>
            <a:custGeom>
              <a:avLst/>
              <a:gdLst>
                <a:gd name="connsiteX0" fmla="*/ 14097 w 14096"/>
                <a:gd name="connsiteY0" fmla="*/ 7049 h 14097"/>
                <a:gd name="connsiteX1" fmla="*/ 7048 w 14096"/>
                <a:gd name="connsiteY1" fmla="*/ 14097 h 14097"/>
                <a:gd name="connsiteX2" fmla="*/ 0 w 14096"/>
                <a:gd name="connsiteY2" fmla="*/ 7049 h 14097"/>
                <a:gd name="connsiteX3" fmla="*/ 7048 w 14096"/>
                <a:gd name="connsiteY3" fmla="*/ 0 h 14097"/>
                <a:gd name="connsiteX4" fmla="*/ 14097 w 14096"/>
                <a:gd name="connsiteY4" fmla="*/ 7049 h 14097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14096" h="14097">
                  <a:moveTo>
                    <a:pt x="14097" y="7049"/>
                  </a:moveTo>
                  <a:cubicBezTo>
                    <a:pt x="14097" y="10954"/>
                    <a:pt x="10954" y="14097"/>
                    <a:pt x="7048" y="14097"/>
                  </a:cubicBezTo>
                  <a:cubicBezTo>
                    <a:pt x="3143" y="14097"/>
                    <a:pt x="0" y="10954"/>
                    <a:pt x="0" y="7049"/>
                  </a:cubicBezTo>
                  <a:cubicBezTo>
                    <a:pt x="0" y="3143"/>
                    <a:pt x="3143" y="0"/>
                    <a:pt x="7048" y="0"/>
                  </a:cubicBezTo>
                  <a:cubicBezTo>
                    <a:pt x="10954" y="0"/>
                    <a:pt x="14097" y="3143"/>
                    <a:pt x="14097" y="7049"/>
                  </a:cubicBezTo>
                  <a:close/>
                </a:path>
              </a:pathLst>
            </a:custGeom>
            <a:grpFill/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538" name="Freeform: Shape 194">
              <a:extLst>
                <a:ext uri="{FF2B5EF4-FFF2-40B4-BE49-F238E27FC236}">
                  <a16:creationId xmlns:a16="http://schemas.microsoft.com/office/drawing/2014/main" id="{2FD0A70D-2E7E-4048-8145-0F45EDBBCE01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5911678" y="3067039"/>
              <a:ext cx="14096" cy="14097"/>
            </a:xfrm>
            <a:custGeom>
              <a:avLst/>
              <a:gdLst>
                <a:gd name="connsiteX0" fmla="*/ 14097 w 14096"/>
                <a:gd name="connsiteY0" fmla="*/ 7049 h 14097"/>
                <a:gd name="connsiteX1" fmla="*/ 7048 w 14096"/>
                <a:gd name="connsiteY1" fmla="*/ 14097 h 14097"/>
                <a:gd name="connsiteX2" fmla="*/ 0 w 14096"/>
                <a:gd name="connsiteY2" fmla="*/ 7049 h 14097"/>
                <a:gd name="connsiteX3" fmla="*/ 7048 w 14096"/>
                <a:gd name="connsiteY3" fmla="*/ 0 h 14097"/>
                <a:gd name="connsiteX4" fmla="*/ 14097 w 14096"/>
                <a:gd name="connsiteY4" fmla="*/ 7049 h 14097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14096" h="14097">
                  <a:moveTo>
                    <a:pt x="14097" y="7049"/>
                  </a:moveTo>
                  <a:cubicBezTo>
                    <a:pt x="14097" y="10954"/>
                    <a:pt x="10954" y="14097"/>
                    <a:pt x="7048" y="14097"/>
                  </a:cubicBezTo>
                  <a:cubicBezTo>
                    <a:pt x="3143" y="14097"/>
                    <a:pt x="0" y="10954"/>
                    <a:pt x="0" y="7049"/>
                  </a:cubicBezTo>
                  <a:cubicBezTo>
                    <a:pt x="0" y="3143"/>
                    <a:pt x="3143" y="0"/>
                    <a:pt x="7048" y="0"/>
                  </a:cubicBezTo>
                  <a:cubicBezTo>
                    <a:pt x="10954" y="0"/>
                    <a:pt x="14097" y="3143"/>
                    <a:pt x="14097" y="7049"/>
                  </a:cubicBezTo>
                  <a:close/>
                </a:path>
              </a:pathLst>
            </a:custGeom>
            <a:grpFill/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539" name="Freeform: Shape 195">
              <a:extLst>
                <a:ext uri="{FF2B5EF4-FFF2-40B4-BE49-F238E27FC236}">
                  <a16:creationId xmlns:a16="http://schemas.microsoft.com/office/drawing/2014/main" id="{B703C78E-D176-4455-B7B5-2DB4F418DB92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5970828" y="3067039"/>
              <a:ext cx="14096" cy="14097"/>
            </a:xfrm>
            <a:custGeom>
              <a:avLst/>
              <a:gdLst>
                <a:gd name="connsiteX0" fmla="*/ 14097 w 14096"/>
                <a:gd name="connsiteY0" fmla="*/ 7049 h 14097"/>
                <a:gd name="connsiteX1" fmla="*/ 7048 w 14096"/>
                <a:gd name="connsiteY1" fmla="*/ 14097 h 14097"/>
                <a:gd name="connsiteX2" fmla="*/ 0 w 14096"/>
                <a:gd name="connsiteY2" fmla="*/ 7049 h 14097"/>
                <a:gd name="connsiteX3" fmla="*/ 7048 w 14096"/>
                <a:gd name="connsiteY3" fmla="*/ 0 h 14097"/>
                <a:gd name="connsiteX4" fmla="*/ 14097 w 14096"/>
                <a:gd name="connsiteY4" fmla="*/ 7049 h 14097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14096" h="14097">
                  <a:moveTo>
                    <a:pt x="14097" y="7049"/>
                  </a:moveTo>
                  <a:cubicBezTo>
                    <a:pt x="14097" y="10954"/>
                    <a:pt x="10954" y="14097"/>
                    <a:pt x="7048" y="14097"/>
                  </a:cubicBezTo>
                  <a:cubicBezTo>
                    <a:pt x="3143" y="14097"/>
                    <a:pt x="0" y="10954"/>
                    <a:pt x="0" y="7049"/>
                  </a:cubicBezTo>
                  <a:cubicBezTo>
                    <a:pt x="0" y="3143"/>
                    <a:pt x="3143" y="0"/>
                    <a:pt x="7048" y="0"/>
                  </a:cubicBezTo>
                  <a:cubicBezTo>
                    <a:pt x="10954" y="0"/>
                    <a:pt x="14097" y="3143"/>
                    <a:pt x="14097" y="7049"/>
                  </a:cubicBezTo>
                  <a:close/>
                </a:path>
              </a:pathLst>
            </a:custGeom>
            <a:grpFill/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540" name="Freeform: Shape 196">
              <a:extLst>
                <a:ext uri="{FF2B5EF4-FFF2-40B4-BE49-F238E27FC236}">
                  <a16:creationId xmlns:a16="http://schemas.microsoft.com/office/drawing/2014/main" id="{AD23B98E-D1FB-4BD9-BA4A-060BC8266E27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6030074" y="3067039"/>
              <a:ext cx="14097" cy="14097"/>
            </a:xfrm>
            <a:custGeom>
              <a:avLst/>
              <a:gdLst>
                <a:gd name="connsiteX0" fmla="*/ 14097 w 14097"/>
                <a:gd name="connsiteY0" fmla="*/ 7049 h 14097"/>
                <a:gd name="connsiteX1" fmla="*/ 7049 w 14097"/>
                <a:gd name="connsiteY1" fmla="*/ 14097 h 14097"/>
                <a:gd name="connsiteX2" fmla="*/ 0 w 14097"/>
                <a:gd name="connsiteY2" fmla="*/ 7049 h 14097"/>
                <a:gd name="connsiteX3" fmla="*/ 7049 w 14097"/>
                <a:gd name="connsiteY3" fmla="*/ 0 h 14097"/>
                <a:gd name="connsiteX4" fmla="*/ 14097 w 14097"/>
                <a:gd name="connsiteY4" fmla="*/ 7049 h 14097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14097" h="14097">
                  <a:moveTo>
                    <a:pt x="14097" y="7049"/>
                  </a:moveTo>
                  <a:cubicBezTo>
                    <a:pt x="14097" y="10941"/>
                    <a:pt x="10941" y="14097"/>
                    <a:pt x="7049" y="14097"/>
                  </a:cubicBezTo>
                  <a:cubicBezTo>
                    <a:pt x="3156" y="14097"/>
                    <a:pt x="0" y="10941"/>
                    <a:pt x="0" y="7049"/>
                  </a:cubicBezTo>
                  <a:cubicBezTo>
                    <a:pt x="0" y="3156"/>
                    <a:pt x="3156" y="0"/>
                    <a:pt x="7049" y="0"/>
                  </a:cubicBezTo>
                  <a:cubicBezTo>
                    <a:pt x="10941" y="0"/>
                    <a:pt x="14097" y="3156"/>
                    <a:pt x="14097" y="7049"/>
                  </a:cubicBezTo>
                  <a:close/>
                </a:path>
              </a:pathLst>
            </a:custGeom>
            <a:grpFill/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198" name="Freeform: Shape 197">
              <a:extLst>
                <a:ext uri="{FF2B5EF4-FFF2-40B4-BE49-F238E27FC236}">
                  <a16:creationId xmlns:a16="http://schemas.microsoft.com/office/drawing/2014/main" id="{C1541992-EEDB-4D6B-BDA9-B66E58A17031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6089224" y="3067039"/>
              <a:ext cx="14096" cy="14097"/>
            </a:xfrm>
            <a:custGeom>
              <a:avLst/>
              <a:gdLst>
                <a:gd name="connsiteX0" fmla="*/ 14097 w 14096"/>
                <a:gd name="connsiteY0" fmla="*/ 7049 h 14097"/>
                <a:gd name="connsiteX1" fmla="*/ 7048 w 14096"/>
                <a:gd name="connsiteY1" fmla="*/ 14097 h 14097"/>
                <a:gd name="connsiteX2" fmla="*/ 0 w 14096"/>
                <a:gd name="connsiteY2" fmla="*/ 7049 h 14097"/>
                <a:gd name="connsiteX3" fmla="*/ 7048 w 14096"/>
                <a:gd name="connsiteY3" fmla="*/ 0 h 14097"/>
                <a:gd name="connsiteX4" fmla="*/ 14097 w 14096"/>
                <a:gd name="connsiteY4" fmla="*/ 7049 h 14097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14096" h="14097">
                  <a:moveTo>
                    <a:pt x="14097" y="7049"/>
                  </a:moveTo>
                  <a:cubicBezTo>
                    <a:pt x="14097" y="10954"/>
                    <a:pt x="10954" y="14097"/>
                    <a:pt x="7048" y="14097"/>
                  </a:cubicBezTo>
                  <a:cubicBezTo>
                    <a:pt x="3143" y="14097"/>
                    <a:pt x="0" y="10954"/>
                    <a:pt x="0" y="7049"/>
                  </a:cubicBezTo>
                  <a:cubicBezTo>
                    <a:pt x="0" y="3143"/>
                    <a:pt x="3143" y="0"/>
                    <a:pt x="7048" y="0"/>
                  </a:cubicBezTo>
                  <a:cubicBezTo>
                    <a:pt x="10954" y="0"/>
                    <a:pt x="14097" y="3143"/>
                    <a:pt x="14097" y="7049"/>
                  </a:cubicBezTo>
                  <a:close/>
                </a:path>
              </a:pathLst>
            </a:custGeom>
            <a:grpFill/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199" name="Freeform: Shape 198">
              <a:extLst>
                <a:ext uri="{FF2B5EF4-FFF2-40B4-BE49-F238E27FC236}">
                  <a16:creationId xmlns:a16="http://schemas.microsoft.com/office/drawing/2014/main" id="{08072B3B-B852-4186-ACFE-F614251324DF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5734038" y="3126284"/>
              <a:ext cx="14192" cy="14097"/>
            </a:xfrm>
            <a:custGeom>
              <a:avLst/>
              <a:gdLst>
                <a:gd name="connsiteX0" fmla="*/ 14192 w 14192"/>
                <a:gd name="connsiteY0" fmla="*/ 7049 h 14097"/>
                <a:gd name="connsiteX1" fmla="*/ 7144 w 14192"/>
                <a:gd name="connsiteY1" fmla="*/ 14097 h 14097"/>
                <a:gd name="connsiteX2" fmla="*/ 0 w 14192"/>
                <a:gd name="connsiteY2" fmla="*/ 7049 h 14097"/>
                <a:gd name="connsiteX3" fmla="*/ 7049 w 14192"/>
                <a:gd name="connsiteY3" fmla="*/ 0 h 14097"/>
                <a:gd name="connsiteX4" fmla="*/ 14192 w 14192"/>
                <a:gd name="connsiteY4" fmla="*/ 7049 h 14097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14192" h="14097">
                  <a:moveTo>
                    <a:pt x="14192" y="7049"/>
                  </a:moveTo>
                  <a:cubicBezTo>
                    <a:pt x="14192" y="10954"/>
                    <a:pt x="11049" y="14097"/>
                    <a:pt x="7144" y="14097"/>
                  </a:cubicBezTo>
                  <a:cubicBezTo>
                    <a:pt x="3239" y="14097"/>
                    <a:pt x="0" y="10954"/>
                    <a:pt x="0" y="7049"/>
                  </a:cubicBezTo>
                  <a:cubicBezTo>
                    <a:pt x="0" y="3143"/>
                    <a:pt x="3143" y="0"/>
                    <a:pt x="7049" y="0"/>
                  </a:cubicBezTo>
                  <a:cubicBezTo>
                    <a:pt x="10954" y="0"/>
                    <a:pt x="14192" y="3143"/>
                    <a:pt x="14192" y="7049"/>
                  </a:cubicBezTo>
                  <a:close/>
                </a:path>
              </a:pathLst>
            </a:custGeom>
            <a:grpFill/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200" name="Freeform: Shape 199">
              <a:extLst>
                <a:ext uri="{FF2B5EF4-FFF2-40B4-BE49-F238E27FC236}">
                  <a16:creationId xmlns:a16="http://schemas.microsoft.com/office/drawing/2014/main" id="{7B5DD2CA-BCBA-4F3E-B472-840067686AC7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5793283" y="3126282"/>
              <a:ext cx="14097" cy="14099"/>
            </a:xfrm>
            <a:custGeom>
              <a:avLst/>
              <a:gdLst>
                <a:gd name="connsiteX0" fmla="*/ 14097 w 14097"/>
                <a:gd name="connsiteY0" fmla="*/ 7051 h 14099"/>
                <a:gd name="connsiteX1" fmla="*/ 7049 w 14097"/>
                <a:gd name="connsiteY1" fmla="*/ 14099 h 14099"/>
                <a:gd name="connsiteX2" fmla="*/ 0 w 14097"/>
                <a:gd name="connsiteY2" fmla="*/ 7051 h 14099"/>
                <a:gd name="connsiteX3" fmla="*/ 7049 w 14097"/>
                <a:gd name="connsiteY3" fmla="*/ 2 h 14099"/>
                <a:gd name="connsiteX4" fmla="*/ 14097 w 14097"/>
                <a:gd name="connsiteY4" fmla="*/ 7051 h 14099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14097" h="14099">
                  <a:moveTo>
                    <a:pt x="14097" y="7051"/>
                  </a:moveTo>
                  <a:cubicBezTo>
                    <a:pt x="14097" y="10956"/>
                    <a:pt x="10954" y="14099"/>
                    <a:pt x="7049" y="14099"/>
                  </a:cubicBezTo>
                  <a:cubicBezTo>
                    <a:pt x="3143" y="14099"/>
                    <a:pt x="0" y="10956"/>
                    <a:pt x="0" y="7051"/>
                  </a:cubicBezTo>
                  <a:cubicBezTo>
                    <a:pt x="0" y="3145"/>
                    <a:pt x="3143" y="2"/>
                    <a:pt x="7049" y="2"/>
                  </a:cubicBezTo>
                  <a:cubicBezTo>
                    <a:pt x="10954" y="-93"/>
                    <a:pt x="14097" y="3145"/>
                    <a:pt x="14097" y="7051"/>
                  </a:cubicBezTo>
                  <a:close/>
                </a:path>
              </a:pathLst>
            </a:custGeom>
            <a:grpFill/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201" name="Freeform: Shape 200">
              <a:extLst>
                <a:ext uri="{FF2B5EF4-FFF2-40B4-BE49-F238E27FC236}">
                  <a16:creationId xmlns:a16="http://schemas.microsoft.com/office/drawing/2014/main" id="{C7335DFE-05E4-4D45-B035-1D85E7648EF8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5852433" y="3126282"/>
              <a:ext cx="14096" cy="14099"/>
            </a:xfrm>
            <a:custGeom>
              <a:avLst/>
              <a:gdLst>
                <a:gd name="connsiteX0" fmla="*/ 14097 w 14096"/>
                <a:gd name="connsiteY0" fmla="*/ 7051 h 14099"/>
                <a:gd name="connsiteX1" fmla="*/ 7048 w 14096"/>
                <a:gd name="connsiteY1" fmla="*/ 14099 h 14099"/>
                <a:gd name="connsiteX2" fmla="*/ 0 w 14096"/>
                <a:gd name="connsiteY2" fmla="*/ 7051 h 14099"/>
                <a:gd name="connsiteX3" fmla="*/ 7048 w 14096"/>
                <a:gd name="connsiteY3" fmla="*/ 2 h 14099"/>
                <a:gd name="connsiteX4" fmla="*/ 14097 w 14096"/>
                <a:gd name="connsiteY4" fmla="*/ 7051 h 14099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14096" h="14099">
                  <a:moveTo>
                    <a:pt x="14097" y="7051"/>
                  </a:moveTo>
                  <a:cubicBezTo>
                    <a:pt x="14097" y="10956"/>
                    <a:pt x="10954" y="14099"/>
                    <a:pt x="7048" y="14099"/>
                  </a:cubicBezTo>
                  <a:cubicBezTo>
                    <a:pt x="3143" y="14099"/>
                    <a:pt x="0" y="10956"/>
                    <a:pt x="0" y="7051"/>
                  </a:cubicBezTo>
                  <a:cubicBezTo>
                    <a:pt x="0" y="3145"/>
                    <a:pt x="3143" y="2"/>
                    <a:pt x="7048" y="2"/>
                  </a:cubicBezTo>
                  <a:cubicBezTo>
                    <a:pt x="10954" y="-93"/>
                    <a:pt x="14097" y="3145"/>
                    <a:pt x="14097" y="7051"/>
                  </a:cubicBezTo>
                  <a:close/>
                </a:path>
              </a:pathLst>
            </a:custGeom>
            <a:grpFill/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202" name="Freeform: Shape 201">
              <a:extLst>
                <a:ext uri="{FF2B5EF4-FFF2-40B4-BE49-F238E27FC236}">
                  <a16:creationId xmlns:a16="http://schemas.microsoft.com/office/drawing/2014/main" id="{ADCF9375-A092-491A-960D-A4DBB376C36C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5911678" y="3126282"/>
              <a:ext cx="14096" cy="14099"/>
            </a:xfrm>
            <a:custGeom>
              <a:avLst/>
              <a:gdLst>
                <a:gd name="connsiteX0" fmla="*/ 14097 w 14096"/>
                <a:gd name="connsiteY0" fmla="*/ 7051 h 14099"/>
                <a:gd name="connsiteX1" fmla="*/ 7048 w 14096"/>
                <a:gd name="connsiteY1" fmla="*/ 14099 h 14099"/>
                <a:gd name="connsiteX2" fmla="*/ 0 w 14096"/>
                <a:gd name="connsiteY2" fmla="*/ 7051 h 14099"/>
                <a:gd name="connsiteX3" fmla="*/ 7048 w 14096"/>
                <a:gd name="connsiteY3" fmla="*/ 2 h 14099"/>
                <a:gd name="connsiteX4" fmla="*/ 14097 w 14096"/>
                <a:gd name="connsiteY4" fmla="*/ 7051 h 14099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14096" h="14099">
                  <a:moveTo>
                    <a:pt x="14097" y="7051"/>
                  </a:moveTo>
                  <a:cubicBezTo>
                    <a:pt x="14097" y="10956"/>
                    <a:pt x="10954" y="14099"/>
                    <a:pt x="7048" y="14099"/>
                  </a:cubicBezTo>
                  <a:cubicBezTo>
                    <a:pt x="3143" y="14099"/>
                    <a:pt x="0" y="10956"/>
                    <a:pt x="0" y="7051"/>
                  </a:cubicBezTo>
                  <a:cubicBezTo>
                    <a:pt x="0" y="3145"/>
                    <a:pt x="3143" y="2"/>
                    <a:pt x="7048" y="2"/>
                  </a:cubicBezTo>
                  <a:cubicBezTo>
                    <a:pt x="10954" y="-93"/>
                    <a:pt x="14097" y="3145"/>
                    <a:pt x="14097" y="7051"/>
                  </a:cubicBezTo>
                  <a:close/>
                </a:path>
              </a:pathLst>
            </a:custGeom>
            <a:grpFill/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203" name="Freeform: Shape 202">
              <a:extLst>
                <a:ext uri="{FF2B5EF4-FFF2-40B4-BE49-F238E27FC236}">
                  <a16:creationId xmlns:a16="http://schemas.microsoft.com/office/drawing/2014/main" id="{95341599-7E99-490F-9AF8-07EAE5C8DB5F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5970828" y="3126282"/>
              <a:ext cx="14096" cy="14099"/>
            </a:xfrm>
            <a:custGeom>
              <a:avLst/>
              <a:gdLst>
                <a:gd name="connsiteX0" fmla="*/ 14097 w 14096"/>
                <a:gd name="connsiteY0" fmla="*/ 7051 h 14099"/>
                <a:gd name="connsiteX1" fmla="*/ 7048 w 14096"/>
                <a:gd name="connsiteY1" fmla="*/ 14099 h 14099"/>
                <a:gd name="connsiteX2" fmla="*/ 0 w 14096"/>
                <a:gd name="connsiteY2" fmla="*/ 7051 h 14099"/>
                <a:gd name="connsiteX3" fmla="*/ 7048 w 14096"/>
                <a:gd name="connsiteY3" fmla="*/ 2 h 14099"/>
                <a:gd name="connsiteX4" fmla="*/ 14097 w 14096"/>
                <a:gd name="connsiteY4" fmla="*/ 7051 h 14099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14096" h="14099">
                  <a:moveTo>
                    <a:pt x="14097" y="7051"/>
                  </a:moveTo>
                  <a:cubicBezTo>
                    <a:pt x="14097" y="10956"/>
                    <a:pt x="10954" y="14099"/>
                    <a:pt x="7048" y="14099"/>
                  </a:cubicBezTo>
                  <a:cubicBezTo>
                    <a:pt x="3143" y="14099"/>
                    <a:pt x="0" y="10956"/>
                    <a:pt x="0" y="7051"/>
                  </a:cubicBezTo>
                  <a:cubicBezTo>
                    <a:pt x="0" y="3145"/>
                    <a:pt x="3143" y="2"/>
                    <a:pt x="7048" y="2"/>
                  </a:cubicBezTo>
                  <a:cubicBezTo>
                    <a:pt x="10954" y="-93"/>
                    <a:pt x="14097" y="3145"/>
                    <a:pt x="14097" y="7051"/>
                  </a:cubicBezTo>
                  <a:close/>
                </a:path>
              </a:pathLst>
            </a:custGeom>
            <a:grpFill/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204" name="Freeform: Shape 203">
              <a:extLst>
                <a:ext uri="{FF2B5EF4-FFF2-40B4-BE49-F238E27FC236}">
                  <a16:creationId xmlns:a16="http://schemas.microsoft.com/office/drawing/2014/main" id="{E1C55EB0-818A-46E6-8D53-550310029072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6030073" y="3126284"/>
              <a:ext cx="14097" cy="14097"/>
            </a:xfrm>
            <a:custGeom>
              <a:avLst/>
              <a:gdLst>
                <a:gd name="connsiteX0" fmla="*/ 14097 w 14097"/>
                <a:gd name="connsiteY0" fmla="*/ 7049 h 14097"/>
                <a:gd name="connsiteX1" fmla="*/ 7048 w 14097"/>
                <a:gd name="connsiteY1" fmla="*/ 14097 h 14097"/>
                <a:gd name="connsiteX2" fmla="*/ 0 w 14097"/>
                <a:gd name="connsiteY2" fmla="*/ 7049 h 14097"/>
                <a:gd name="connsiteX3" fmla="*/ 7048 w 14097"/>
                <a:gd name="connsiteY3" fmla="*/ 0 h 14097"/>
                <a:gd name="connsiteX4" fmla="*/ 14097 w 14097"/>
                <a:gd name="connsiteY4" fmla="*/ 7049 h 14097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14097" h="14097">
                  <a:moveTo>
                    <a:pt x="14097" y="7049"/>
                  </a:moveTo>
                  <a:cubicBezTo>
                    <a:pt x="14097" y="10954"/>
                    <a:pt x="10954" y="14097"/>
                    <a:pt x="7048" y="14097"/>
                  </a:cubicBezTo>
                  <a:cubicBezTo>
                    <a:pt x="3143" y="14097"/>
                    <a:pt x="0" y="10954"/>
                    <a:pt x="0" y="7049"/>
                  </a:cubicBezTo>
                  <a:cubicBezTo>
                    <a:pt x="0" y="3143"/>
                    <a:pt x="3143" y="0"/>
                    <a:pt x="7048" y="0"/>
                  </a:cubicBezTo>
                  <a:cubicBezTo>
                    <a:pt x="10954" y="0"/>
                    <a:pt x="14097" y="3143"/>
                    <a:pt x="14097" y="7049"/>
                  </a:cubicBezTo>
                  <a:close/>
                </a:path>
              </a:pathLst>
            </a:custGeom>
            <a:grpFill/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205" name="Freeform: Shape 204">
              <a:extLst>
                <a:ext uri="{FF2B5EF4-FFF2-40B4-BE49-F238E27FC236}">
                  <a16:creationId xmlns:a16="http://schemas.microsoft.com/office/drawing/2014/main" id="{319B036C-5BD8-4F3B-8935-96D50F410D9D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6089224" y="3126282"/>
              <a:ext cx="14096" cy="14099"/>
            </a:xfrm>
            <a:custGeom>
              <a:avLst/>
              <a:gdLst>
                <a:gd name="connsiteX0" fmla="*/ 14097 w 14096"/>
                <a:gd name="connsiteY0" fmla="*/ 7051 h 14099"/>
                <a:gd name="connsiteX1" fmla="*/ 7048 w 14096"/>
                <a:gd name="connsiteY1" fmla="*/ 14099 h 14099"/>
                <a:gd name="connsiteX2" fmla="*/ 0 w 14096"/>
                <a:gd name="connsiteY2" fmla="*/ 7051 h 14099"/>
                <a:gd name="connsiteX3" fmla="*/ 7048 w 14096"/>
                <a:gd name="connsiteY3" fmla="*/ 2 h 14099"/>
                <a:gd name="connsiteX4" fmla="*/ 14097 w 14096"/>
                <a:gd name="connsiteY4" fmla="*/ 7051 h 14099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14096" h="14099">
                  <a:moveTo>
                    <a:pt x="14097" y="7051"/>
                  </a:moveTo>
                  <a:cubicBezTo>
                    <a:pt x="14097" y="10956"/>
                    <a:pt x="10954" y="14099"/>
                    <a:pt x="7048" y="14099"/>
                  </a:cubicBezTo>
                  <a:cubicBezTo>
                    <a:pt x="3143" y="14099"/>
                    <a:pt x="0" y="10956"/>
                    <a:pt x="0" y="7051"/>
                  </a:cubicBezTo>
                  <a:cubicBezTo>
                    <a:pt x="0" y="3145"/>
                    <a:pt x="3143" y="2"/>
                    <a:pt x="7048" y="2"/>
                  </a:cubicBezTo>
                  <a:cubicBezTo>
                    <a:pt x="10954" y="-93"/>
                    <a:pt x="14097" y="3145"/>
                    <a:pt x="14097" y="7051"/>
                  </a:cubicBezTo>
                  <a:close/>
                </a:path>
              </a:pathLst>
            </a:custGeom>
            <a:grpFill/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206" name="Freeform: Shape 205">
              <a:extLst>
                <a:ext uri="{FF2B5EF4-FFF2-40B4-BE49-F238E27FC236}">
                  <a16:creationId xmlns:a16="http://schemas.microsoft.com/office/drawing/2014/main" id="{A8445880-106C-4DC8-A250-D132F0D6F347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5734038" y="3185434"/>
              <a:ext cx="14192" cy="14096"/>
            </a:xfrm>
            <a:custGeom>
              <a:avLst/>
              <a:gdLst>
                <a:gd name="connsiteX0" fmla="*/ 14192 w 14192"/>
                <a:gd name="connsiteY0" fmla="*/ 7048 h 14096"/>
                <a:gd name="connsiteX1" fmla="*/ 7144 w 14192"/>
                <a:gd name="connsiteY1" fmla="*/ 14097 h 14096"/>
                <a:gd name="connsiteX2" fmla="*/ 0 w 14192"/>
                <a:gd name="connsiteY2" fmla="*/ 7048 h 14096"/>
                <a:gd name="connsiteX3" fmla="*/ 7049 w 14192"/>
                <a:gd name="connsiteY3" fmla="*/ 0 h 14096"/>
                <a:gd name="connsiteX4" fmla="*/ 14192 w 14192"/>
                <a:gd name="connsiteY4" fmla="*/ 7048 h 1409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14192" h="14096">
                  <a:moveTo>
                    <a:pt x="14192" y="7048"/>
                  </a:moveTo>
                  <a:cubicBezTo>
                    <a:pt x="14192" y="10954"/>
                    <a:pt x="11049" y="14097"/>
                    <a:pt x="7144" y="14097"/>
                  </a:cubicBezTo>
                  <a:cubicBezTo>
                    <a:pt x="3239" y="14097"/>
                    <a:pt x="0" y="10954"/>
                    <a:pt x="0" y="7048"/>
                  </a:cubicBezTo>
                  <a:cubicBezTo>
                    <a:pt x="0" y="3143"/>
                    <a:pt x="3143" y="0"/>
                    <a:pt x="7049" y="0"/>
                  </a:cubicBezTo>
                  <a:cubicBezTo>
                    <a:pt x="10954" y="0"/>
                    <a:pt x="14192" y="3143"/>
                    <a:pt x="14192" y="7048"/>
                  </a:cubicBezTo>
                  <a:close/>
                </a:path>
              </a:pathLst>
            </a:custGeom>
            <a:grpFill/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207" name="Freeform: Shape 206">
              <a:extLst>
                <a:ext uri="{FF2B5EF4-FFF2-40B4-BE49-F238E27FC236}">
                  <a16:creationId xmlns:a16="http://schemas.microsoft.com/office/drawing/2014/main" id="{952AA1DD-5DBE-43CD-9B85-63C76269297D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5793283" y="3185434"/>
              <a:ext cx="14097" cy="14097"/>
            </a:xfrm>
            <a:custGeom>
              <a:avLst/>
              <a:gdLst>
                <a:gd name="connsiteX0" fmla="*/ 14097 w 14097"/>
                <a:gd name="connsiteY0" fmla="*/ 7049 h 14097"/>
                <a:gd name="connsiteX1" fmla="*/ 7049 w 14097"/>
                <a:gd name="connsiteY1" fmla="*/ 14097 h 14097"/>
                <a:gd name="connsiteX2" fmla="*/ 0 w 14097"/>
                <a:gd name="connsiteY2" fmla="*/ 7049 h 14097"/>
                <a:gd name="connsiteX3" fmla="*/ 7049 w 14097"/>
                <a:gd name="connsiteY3" fmla="*/ 0 h 14097"/>
                <a:gd name="connsiteX4" fmla="*/ 14097 w 14097"/>
                <a:gd name="connsiteY4" fmla="*/ 7049 h 14097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14097" h="14097">
                  <a:moveTo>
                    <a:pt x="14097" y="7049"/>
                  </a:moveTo>
                  <a:cubicBezTo>
                    <a:pt x="14097" y="10941"/>
                    <a:pt x="10941" y="14097"/>
                    <a:pt x="7049" y="14097"/>
                  </a:cubicBezTo>
                  <a:cubicBezTo>
                    <a:pt x="3156" y="14097"/>
                    <a:pt x="0" y="10941"/>
                    <a:pt x="0" y="7049"/>
                  </a:cubicBezTo>
                  <a:cubicBezTo>
                    <a:pt x="0" y="3156"/>
                    <a:pt x="3156" y="0"/>
                    <a:pt x="7049" y="0"/>
                  </a:cubicBezTo>
                  <a:cubicBezTo>
                    <a:pt x="10941" y="0"/>
                    <a:pt x="14097" y="3156"/>
                    <a:pt x="14097" y="7049"/>
                  </a:cubicBezTo>
                  <a:close/>
                </a:path>
              </a:pathLst>
            </a:custGeom>
            <a:grpFill/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208" name="Freeform: Shape 207">
              <a:extLst>
                <a:ext uri="{FF2B5EF4-FFF2-40B4-BE49-F238E27FC236}">
                  <a16:creationId xmlns:a16="http://schemas.microsoft.com/office/drawing/2014/main" id="{2A412466-ED73-4944-83CE-224B1769C23F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5852433" y="3185434"/>
              <a:ext cx="14096" cy="14096"/>
            </a:xfrm>
            <a:custGeom>
              <a:avLst/>
              <a:gdLst>
                <a:gd name="connsiteX0" fmla="*/ 14097 w 14096"/>
                <a:gd name="connsiteY0" fmla="*/ 7048 h 14096"/>
                <a:gd name="connsiteX1" fmla="*/ 7048 w 14096"/>
                <a:gd name="connsiteY1" fmla="*/ 14097 h 14096"/>
                <a:gd name="connsiteX2" fmla="*/ 0 w 14096"/>
                <a:gd name="connsiteY2" fmla="*/ 7048 h 14096"/>
                <a:gd name="connsiteX3" fmla="*/ 7048 w 14096"/>
                <a:gd name="connsiteY3" fmla="*/ 0 h 14096"/>
                <a:gd name="connsiteX4" fmla="*/ 14097 w 14096"/>
                <a:gd name="connsiteY4" fmla="*/ 7048 h 1409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14096" h="14096">
                  <a:moveTo>
                    <a:pt x="14097" y="7048"/>
                  </a:moveTo>
                  <a:cubicBezTo>
                    <a:pt x="14097" y="10954"/>
                    <a:pt x="10954" y="14097"/>
                    <a:pt x="7048" y="14097"/>
                  </a:cubicBezTo>
                  <a:cubicBezTo>
                    <a:pt x="3143" y="14097"/>
                    <a:pt x="0" y="10954"/>
                    <a:pt x="0" y="7048"/>
                  </a:cubicBezTo>
                  <a:cubicBezTo>
                    <a:pt x="0" y="3143"/>
                    <a:pt x="3143" y="0"/>
                    <a:pt x="7048" y="0"/>
                  </a:cubicBezTo>
                  <a:cubicBezTo>
                    <a:pt x="10954" y="0"/>
                    <a:pt x="14097" y="3143"/>
                    <a:pt x="14097" y="7048"/>
                  </a:cubicBezTo>
                  <a:close/>
                </a:path>
              </a:pathLst>
            </a:custGeom>
            <a:grpFill/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209" name="Freeform: Shape 208">
              <a:extLst>
                <a:ext uri="{FF2B5EF4-FFF2-40B4-BE49-F238E27FC236}">
                  <a16:creationId xmlns:a16="http://schemas.microsoft.com/office/drawing/2014/main" id="{807E195A-10DB-494C-A547-E1D0C6F61699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5911678" y="3185434"/>
              <a:ext cx="14096" cy="14096"/>
            </a:xfrm>
            <a:custGeom>
              <a:avLst/>
              <a:gdLst>
                <a:gd name="connsiteX0" fmla="*/ 14097 w 14096"/>
                <a:gd name="connsiteY0" fmla="*/ 7048 h 14096"/>
                <a:gd name="connsiteX1" fmla="*/ 7048 w 14096"/>
                <a:gd name="connsiteY1" fmla="*/ 14097 h 14096"/>
                <a:gd name="connsiteX2" fmla="*/ 0 w 14096"/>
                <a:gd name="connsiteY2" fmla="*/ 7048 h 14096"/>
                <a:gd name="connsiteX3" fmla="*/ 7048 w 14096"/>
                <a:gd name="connsiteY3" fmla="*/ 0 h 14096"/>
                <a:gd name="connsiteX4" fmla="*/ 14097 w 14096"/>
                <a:gd name="connsiteY4" fmla="*/ 7048 h 1409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14096" h="14096">
                  <a:moveTo>
                    <a:pt x="14097" y="7048"/>
                  </a:moveTo>
                  <a:cubicBezTo>
                    <a:pt x="14097" y="10954"/>
                    <a:pt x="10954" y="14097"/>
                    <a:pt x="7048" y="14097"/>
                  </a:cubicBezTo>
                  <a:cubicBezTo>
                    <a:pt x="3143" y="14097"/>
                    <a:pt x="0" y="10954"/>
                    <a:pt x="0" y="7048"/>
                  </a:cubicBezTo>
                  <a:cubicBezTo>
                    <a:pt x="0" y="3143"/>
                    <a:pt x="3143" y="0"/>
                    <a:pt x="7048" y="0"/>
                  </a:cubicBezTo>
                  <a:cubicBezTo>
                    <a:pt x="10954" y="0"/>
                    <a:pt x="14097" y="3143"/>
                    <a:pt x="14097" y="7048"/>
                  </a:cubicBezTo>
                  <a:close/>
                </a:path>
              </a:pathLst>
            </a:custGeom>
            <a:grpFill/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210" name="Freeform: Shape 209">
              <a:extLst>
                <a:ext uri="{FF2B5EF4-FFF2-40B4-BE49-F238E27FC236}">
                  <a16:creationId xmlns:a16="http://schemas.microsoft.com/office/drawing/2014/main" id="{4CD4AECE-734D-4B90-984F-B2ABFA2B6FD1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5970828" y="3185434"/>
              <a:ext cx="14096" cy="14096"/>
            </a:xfrm>
            <a:custGeom>
              <a:avLst/>
              <a:gdLst>
                <a:gd name="connsiteX0" fmla="*/ 14097 w 14096"/>
                <a:gd name="connsiteY0" fmla="*/ 7048 h 14096"/>
                <a:gd name="connsiteX1" fmla="*/ 7048 w 14096"/>
                <a:gd name="connsiteY1" fmla="*/ 14097 h 14096"/>
                <a:gd name="connsiteX2" fmla="*/ 0 w 14096"/>
                <a:gd name="connsiteY2" fmla="*/ 7048 h 14096"/>
                <a:gd name="connsiteX3" fmla="*/ 7048 w 14096"/>
                <a:gd name="connsiteY3" fmla="*/ 0 h 14096"/>
                <a:gd name="connsiteX4" fmla="*/ 14097 w 14096"/>
                <a:gd name="connsiteY4" fmla="*/ 7048 h 1409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14096" h="14096">
                  <a:moveTo>
                    <a:pt x="14097" y="7048"/>
                  </a:moveTo>
                  <a:cubicBezTo>
                    <a:pt x="14097" y="10954"/>
                    <a:pt x="10954" y="14097"/>
                    <a:pt x="7048" y="14097"/>
                  </a:cubicBezTo>
                  <a:cubicBezTo>
                    <a:pt x="3143" y="14097"/>
                    <a:pt x="0" y="10954"/>
                    <a:pt x="0" y="7048"/>
                  </a:cubicBezTo>
                  <a:cubicBezTo>
                    <a:pt x="0" y="3143"/>
                    <a:pt x="3143" y="0"/>
                    <a:pt x="7048" y="0"/>
                  </a:cubicBezTo>
                  <a:cubicBezTo>
                    <a:pt x="10954" y="0"/>
                    <a:pt x="14097" y="3143"/>
                    <a:pt x="14097" y="7048"/>
                  </a:cubicBezTo>
                  <a:close/>
                </a:path>
              </a:pathLst>
            </a:custGeom>
            <a:grpFill/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211" name="Freeform: Shape 210">
              <a:extLst>
                <a:ext uri="{FF2B5EF4-FFF2-40B4-BE49-F238E27FC236}">
                  <a16:creationId xmlns:a16="http://schemas.microsoft.com/office/drawing/2014/main" id="{2927072E-8001-4AD1-A4C4-2EDBA3BF87B6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6030074" y="3185434"/>
              <a:ext cx="14097" cy="14097"/>
            </a:xfrm>
            <a:custGeom>
              <a:avLst/>
              <a:gdLst>
                <a:gd name="connsiteX0" fmla="*/ 14097 w 14097"/>
                <a:gd name="connsiteY0" fmla="*/ 7049 h 14097"/>
                <a:gd name="connsiteX1" fmla="*/ 7049 w 14097"/>
                <a:gd name="connsiteY1" fmla="*/ 14097 h 14097"/>
                <a:gd name="connsiteX2" fmla="*/ 0 w 14097"/>
                <a:gd name="connsiteY2" fmla="*/ 7049 h 14097"/>
                <a:gd name="connsiteX3" fmla="*/ 7049 w 14097"/>
                <a:gd name="connsiteY3" fmla="*/ 0 h 14097"/>
                <a:gd name="connsiteX4" fmla="*/ 14097 w 14097"/>
                <a:gd name="connsiteY4" fmla="*/ 7049 h 14097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14097" h="14097">
                  <a:moveTo>
                    <a:pt x="14097" y="7049"/>
                  </a:moveTo>
                  <a:cubicBezTo>
                    <a:pt x="14097" y="10941"/>
                    <a:pt x="10941" y="14097"/>
                    <a:pt x="7049" y="14097"/>
                  </a:cubicBezTo>
                  <a:cubicBezTo>
                    <a:pt x="3156" y="14097"/>
                    <a:pt x="0" y="10941"/>
                    <a:pt x="0" y="7049"/>
                  </a:cubicBezTo>
                  <a:cubicBezTo>
                    <a:pt x="0" y="3156"/>
                    <a:pt x="3156" y="0"/>
                    <a:pt x="7049" y="0"/>
                  </a:cubicBezTo>
                  <a:cubicBezTo>
                    <a:pt x="10941" y="0"/>
                    <a:pt x="14097" y="3156"/>
                    <a:pt x="14097" y="7049"/>
                  </a:cubicBezTo>
                  <a:close/>
                </a:path>
              </a:pathLst>
            </a:custGeom>
            <a:grpFill/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212" name="Freeform: Shape 211">
              <a:extLst>
                <a:ext uri="{FF2B5EF4-FFF2-40B4-BE49-F238E27FC236}">
                  <a16:creationId xmlns:a16="http://schemas.microsoft.com/office/drawing/2014/main" id="{499D6F50-E593-46A3-81D8-73389276B256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6089224" y="3185434"/>
              <a:ext cx="14096" cy="14096"/>
            </a:xfrm>
            <a:custGeom>
              <a:avLst/>
              <a:gdLst>
                <a:gd name="connsiteX0" fmla="*/ 14097 w 14096"/>
                <a:gd name="connsiteY0" fmla="*/ 7048 h 14096"/>
                <a:gd name="connsiteX1" fmla="*/ 7048 w 14096"/>
                <a:gd name="connsiteY1" fmla="*/ 14097 h 14096"/>
                <a:gd name="connsiteX2" fmla="*/ 0 w 14096"/>
                <a:gd name="connsiteY2" fmla="*/ 7048 h 14096"/>
                <a:gd name="connsiteX3" fmla="*/ 7048 w 14096"/>
                <a:gd name="connsiteY3" fmla="*/ 0 h 14096"/>
                <a:gd name="connsiteX4" fmla="*/ 14097 w 14096"/>
                <a:gd name="connsiteY4" fmla="*/ 7048 h 1409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14096" h="14096">
                  <a:moveTo>
                    <a:pt x="14097" y="7048"/>
                  </a:moveTo>
                  <a:cubicBezTo>
                    <a:pt x="14097" y="10954"/>
                    <a:pt x="10954" y="14097"/>
                    <a:pt x="7048" y="14097"/>
                  </a:cubicBezTo>
                  <a:cubicBezTo>
                    <a:pt x="3143" y="14097"/>
                    <a:pt x="0" y="10954"/>
                    <a:pt x="0" y="7048"/>
                  </a:cubicBezTo>
                  <a:cubicBezTo>
                    <a:pt x="0" y="3143"/>
                    <a:pt x="3143" y="0"/>
                    <a:pt x="7048" y="0"/>
                  </a:cubicBezTo>
                  <a:cubicBezTo>
                    <a:pt x="10954" y="0"/>
                    <a:pt x="14097" y="3143"/>
                    <a:pt x="14097" y="7048"/>
                  </a:cubicBezTo>
                  <a:close/>
                </a:path>
              </a:pathLst>
            </a:custGeom>
            <a:grpFill/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213" name="Freeform: Shape 212">
              <a:extLst>
                <a:ext uri="{FF2B5EF4-FFF2-40B4-BE49-F238E27FC236}">
                  <a16:creationId xmlns:a16="http://schemas.microsoft.com/office/drawing/2014/main" id="{7A96E600-84B4-452B-AE40-295FC5807E89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5734038" y="3244679"/>
              <a:ext cx="14192" cy="14096"/>
            </a:xfrm>
            <a:custGeom>
              <a:avLst/>
              <a:gdLst>
                <a:gd name="connsiteX0" fmla="*/ 14192 w 14192"/>
                <a:gd name="connsiteY0" fmla="*/ 7048 h 14096"/>
                <a:gd name="connsiteX1" fmla="*/ 7144 w 14192"/>
                <a:gd name="connsiteY1" fmla="*/ 14097 h 14096"/>
                <a:gd name="connsiteX2" fmla="*/ 0 w 14192"/>
                <a:gd name="connsiteY2" fmla="*/ 7048 h 14096"/>
                <a:gd name="connsiteX3" fmla="*/ 7049 w 14192"/>
                <a:gd name="connsiteY3" fmla="*/ 0 h 14096"/>
                <a:gd name="connsiteX4" fmla="*/ 14192 w 14192"/>
                <a:gd name="connsiteY4" fmla="*/ 7048 h 1409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14192" h="14096">
                  <a:moveTo>
                    <a:pt x="14192" y="7048"/>
                  </a:moveTo>
                  <a:cubicBezTo>
                    <a:pt x="14192" y="10954"/>
                    <a:pt x="11049" y="14097"/>
                    <a:pt x="7144" y="14097"/>
                  </a:cubicBezTo>
                  <a:cubicBezTo>
                    <a:pt x="3239" y="14097"/>
                    <a:pt x="0" y="10954"/>
                    <a:pt x="0" y="7048"/>
                  </a:cubicBezTo>
                  <a:cubicBezTo>
                    <a:pt x="0" y="3143"/>
                    <a:pt x="3143" y="0"/>
                    <a:pt x="7049" y="0"/>
                  </a:cubicBezTo>
                  <a:cubicBezTo>
                    <a:pt x="10954" y="0"/>
                    <a:pt x="14192" y="3143"/>
                    <a:pt x="14192" y="7048"/>
                  </a:cubicBezTo>
                  <a:close/>
                </a:path>
              </a:pathLst>
            </a:custGeom>
            <a:grpFill/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214" name="Freeform: Shape 213">
              <a:extLst>
                <a:ext uri="{FF2B5EF4-FFF2-40B4-BE49-F238E27FC236}">
                  <a16:creationId xmlns:a16="http://schemas.microsoft.com/office/drawing/2014/main" id="{CBBA17AC-C1AB-4BFC-A051-457275D1D6AF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5793283" y="3244677"/>
              <a:ext cx="14097" cy="14099"/>
            </a:xfrm>
            <a:custGeom>
              <a:avLst/>
              <a:gdLst>
                <a:gd name="connsiteX0" fmla="*/ 14097 w 14097"/>
                <a:gd name="connsiteY0" fmla="*/ 7051 h 14099"/>
                <a:gd name="connsiteX1" fmla="*/ 7049 w 14097"/>
                <a:gd name="connsiteY1" fmla="*/ 14099 h 14099"/>
                <a:gd name="connsiteX2" fmla="*/ 0 w 14097"/>
                <a:gd name="connsiteY2" fmla="*/ 7051 h 14099"/>
                <a:gd name="connsiteX3" fmla="*/ 7049 w 14097"/>
                <a:gd name="connsiteY3" fmla="*/ 2 h 14099"/>
                <a:gd name="connsiteX4" fmla="*/ 14097 w 14097"/>
                <a:gd name="connsiteY4" fmla="*/ 7051 h 14099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14097" h="14099">
                  <a:moveTo>
                    <a:pt x="14097" y="7051"/>
                  </a:moveTo>
                  <a:cubicBezTo>
                    <a:pt x="14097" y="10956"/>
                    <a:pt x="10954" y="14099"/>
                    <a:pt x="7049" y="14099"/>
                  </a:cubicBezTo>
                  <a:cubicBezTo>
                    <a:pt x="3143" y="14099"/>
                    <a:pt x="0" y="10956"/>
                    <a:pt x="0" y="7051"/>
                  </a:cubicBezTo>
                  <a:cubicBezTo>
                    <a:pt x="0" y="3145"/>
                    <a:pt x="3143" y="2"/>
                    <a:pt x="7049" y="2"/>
                  </a:cubicBezTo>
                  <a:cubicBezTo>
                    <a:pt x="10954" y="-93"/>
                    <a:pt x="14097" y="3145"/>
                    <a:pt x="14097" y="7051"/>
                  </a:cubicBezTo>
                  <a:close/>
                </a:path>
              </a:pathLst>
            </a:custGeom>
            <a:grpFill/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215" name="Freeform: Shape 214">
              <a:extLst>
                <a:ext uri="{FF2B5EF4-FFF2-40B4-BE49-F238E27FC236}">
                  <a16:creationId xmlns:a16="http://schemas.microsoft.com/office/drawing/2014/main" id="{488E850C-90D5-4D0F-A57D-7809327EF3A0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5852433" y="3244677"/>
              <a:ext cx="14096" cy="14099"/>
            </a:xfrm>
            <a:custGeom>
              <a:avLst/>
              <a:gdLst>
                <a:gd name="connsiteX0" fmla="*/ 14097 w 14096"/>
                <a:gd name="connsiteY0" fmla="*/ 7051 h 14099"/>
                <a:gd name="connsiteX1" fmla="*/ 7048 w 14096"/>
                <a:gd name="connsiteY1" fmla="*/ 14099 h 14099"/>
                <a:gd name="connsiteX2" fmla="*/ 0 w 14096"/>
                <a:gd name="connsiteY2" fmla="*/ 7051 h 14099"/>
                <a:gd name="connsiteX3" fmla="*/ 7048 w 14096"/>
                <a:gd name="connsiteY3" fmla="*/ 2 h 14099"/>
                <a:gd name="connsiteX4" fmla="*/ 14097 w 14096"/>
                <a:gd name="connsiteY4" fmla="*/ 7051 h 14099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14096" h="14099">
                  <a:moveTo>
                    <a:pt x="14097" y="7051"/>
                  </a:moveTo>
                  <a:cubicBezTo>
                    <a:pt x="14097" y="10956"/>
                    <a:pt x="10954" y="14099"/>
                    <a:pt x="7048" y="14099"/>
                  </a:cubicBezTo>
                  <a:cubicBezTo>
                    <a:pt x="3143" y="14099"/>
                    <a:pt x="0" y="10956"/>
                    <a:pt x="0" y="7051"/>
                  </a:cubicBezTo>
                  <a:cubicBezTo>
                    <a:pt x="0" y="3145"/>
                    <a:pt x="3143" y="2"/>
                    <a:pt x="7048" y="2"/>
                  </a:cubicBezTo>
                  <a:cubicBezTo>
                    <a:pt x="10954" y="-93"/>
                    <a:pt x="14097" y="3145"/>
                    <a:pt x="14097" y="7051"/>
                  </a:cubicBezTo>
                  <a:close/>
                </a:path>
              </a:pathLst>
            </a:custGeom>
            <a:grpFill/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216" name="Freeform: Shape 215">
              <a:extLst>
                <a:ext uri="{FF2B5EF4-FFF2-40B4-BE49-F238E27FC236}">
                  <a16:creationId xmlns:a16="http://schemas.microsoft.com/office/drawing/2014/main" id="{9F98D808-AB13-4D8D-B4C5-9D321534626B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5911678" y="3244677"/>
              <a:ext cx="14096" cy="14099"/>
            </a:xfrm>
            <a:custGeom>
              <a:avLst/>
              <a:gdLst>
                <a:gd name="connsiteX0" fmla="*/ 14097 w 14096"/>
                <a:gd name="connsiteY0" fmla="*/ 7051 h 14099"/>
                <a:gd name="connsiteX1" fmla="*/ 7048 w 14096"/>
                <a:gd name="connsiteY1" fmla="*/ 14099 h 14099"/>
                <a:gd name="connsiteX2" fmla="*/ 0 w 14096"/>
                <a:gd name="connsiteY2" fmla="*/ 7051 h 14099"/>
                <a:gd name="connsiteX3" fmla="*/ 7048 w 14096"/>
                <a:gd name="connsiteY3" fmla="*/ 2 h 14099"/>
                <a:gd name="connsiteX4" fmla="*/ 14097 w 14096"/>
                <a:gd name="connsiteY4" fmla="*/ 7051 h 14099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14096" h="14099">
                  <a:moveTo>
                    <a:pt x="14097" y="7051"/>
                  </a:moveTo>
                  <a:cubicBezTo>
                    <a:pt x="14097" y="10956"/>
                    <a:pt x="10954" y="14099"/>
                    <a:pt x="7048" y="14099"/>
                  </a:cubicBezTo>
                  <a:cubicBezTo>
                    <a:pt x="3143" y="14099"/>
                    <a:pt x="0" y="10956"/>
                    <a:pt x="0" y="7051"/>
                  </a:cubicBezTo>
                  <a:cubicBezTo>
                    <a:pt x="0" y="3145"/>
                    <a:pt x="3143" y="2"/>
                    <a:pt x="7048" y="2"/>
                  </a:cubicBezTo>
                  <a:cubicBezTo>
                    <a:pt x="10954" y="-93"/>
                    <a:pt x="14097" y="3145"/>
                    <a:pt x="14097" y="7051"/>
                  </a:cubicBezTo>
                  <a:close/>
                </a:path>
              </a:pathLst>
            </a:custGeom>
            <a:grpFill/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217" name="Freeform: Shape 216">
              <a:extLst>
                <a:ext uri="{FF2B5EF4-FFF2-40B4-BE49-F238E27FC236}">
                  <a16:creationId xmlns:a16="http://schemas.microsoft.com/office/drawing/2014/main" id="{95AFFBC0-FF37-4117-86FA-21ABDA17AB6A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5970828" y="3244677"/>
              <a:ext cx="14096" cy="14099"/>
            </a:xfrm>
            <a:custGeom>
              <a:avLst/>
              <a:gdLst>
                <a:gd name="connsiteX0" fmla="*/ 14097 w 14096"/>
                <a:gd name="connsiteY0" fmla="*/ 7051 h 14099"/>
                <a:gd name="connsiteX1" fmla="*/ 7048 w 14096"/>
                <a:gd name="connsiteY1" fmla="*/ 14099 h 14099"/>
                <a:gd name="connsiteX2" fmla="*/ 0 w 14096"/>
                <a:gd name="connsiteY2" fmla="*/ 7051 h 14099"/>
                <a:gd name="connsiteX3" fmla="*/ 7048 w 14096"/>
                <a:gd name="connsiteY3" fmla="*/ 2 h 14099"/>
                <a:gd name="connsiteX4" fmla="*/ 14097 w 14096"/>
                <a:gd name="connsiteY4" fmla="*/ 7051 h 14099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14096" h="14099">
                  <a:moveTo>
                    <a:pt x="14097" y="7051"/>
                  </a:moveTo>
                  <a:cubicBezTo>
                    <a:pt x="14097" y="10956"/>
                    <a:pt x="10954" y="14099"/>
                    <a:pt x="7048" y="14099"/>
                  </a:cubicBezTo>
                  <a:cubicBezTo>
                    <a:pt x="3143" y="14099"/>
                    <a:pt x="0" y="10956"/>
                    <a:pt x="0" y="7051"/>
                  </a:cubicBezTo>
                  <a:cubicBezTo>
                    <a:pt x="0" y="3145"/>
                    <a:pt x="3143" y="2"/>
                    <a:pt x="7048" y="2"/>
                  </a:cubicBezTo>
                  <a:cubicBezTo>
                    <a:pt x="10954" y="-93"/>
                    <a:pt x="14097" y="3145"/>
                    <a:pt x="14097" y="7051"/>
                  </a:cubicBezTo>
                  <a:close/>
                </a:path>
              </a:pathLst>
            </a:custGeom>
            <a:grpFill/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218" name="Freeform: Shape 217">
              <a:extLst>
                <a:ext uri="{FF2B5EF4-FFF2-40B4-BE49-F238E27FC236}">
                  <a16:creationId xmlns:a16="http://schemas.microsoft.com/office/drawing/2014/main" id="{ED0AC42A-17B0-4154-968C-CAE2A04C28B0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6030073" y="3244679"/>
              <a:ext cx="14097" cy="14096"/>
            </a:xfrm>
            <a:custGeom>
              <a:avLst/>
              <a:gdLst>
                <a:gd name="connsiteX0" fmla="*/ 14097 w 14097"/>
                <a:gd name="connsiteY0" fmla="*/ 7048 h 14096"/>
                <a:gd name="connsiteX1" fmla="*/ 7048 w 14097"/>
                <a:gd name="connsiteY1" fmla="*/ 14097 h 14096"/>
                <a:gd name="connsiteX2" fmla="*/ 0 w 14097"/>
                <a:gd name="connsiteY2" fmla="*/ 7048 h 14096"/>
                <a:gd name="connsiteX3" fmla="*/ 7048 w 14097"/>
                <a:gd name="connsiteY3" fmla="*/ 0 h 14096"/>
                <a:gd name="connsiteX4" fmla="*/ 14097 w 14097"/>
                <a:gd name="connsiteY4" fmla="*/ 7048 h 1409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14097" h="14096">
                  <a:moveTo>
                    <a:pt x="14097" y="7048"/>
                  </a:moveTo>
                  <a:cubicBezTo>
                    <a:pt x="14097" y="10954"/>
                    <a:pt x="10954" y="14097"/>
                    <a:pt x="7048" y="14097"/>
                  </a:cubicBezTo>
                  <a:cubicBezTo>
                    <a:pt x="3143" y="14097"/>
                    <a:pt x="0" y="10954"/>
                    <a:pt x="0" y="7048"/>
                  </a:cubicBezTo>
                  <a:cubicBezTo>
                    <a:pt x="0" y="3143"/>
                    <a:pt x="3143" y="0"/>
                    <a:pt x="7048" y="0"/>
                  </a:cubicBezTo>
                  <a:cubicBezTo>
                    <a:pt x="10954" y="0"/>
                    <a:pt x="14097" y="3143"/>
                    <a:pt x="14097" y="7048"/>
                  </a:cubicBezTo>
                  <a:close/>
                </a:path>
              </a:pathLst>
            </a:custGeom>
            <a:grpFill/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219" name="Freeform: Shape 218">
              <a:extLst>
                <a:ext uri="{FF2B5EF4-FFF2-40B4-BE49-F238E27FC236}">
                  <a16:creationId xmlns:a16="http://schemas.microsoft.com/office/drawing/2014/main" id="{4A7A31A0-8490-4B9D-B9CC-7FF28053EB66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6089224" y="3244677"/>
              <a:ext cx="14096" cy="14099"/>
            </a:xfrm>
            <a:custGeom>
              <a:avLst/>
              <a:gdLst>
                <a:gd name="connsiteX0" fmla="*/ 14097 w 14096"/>
                <a:gd name="connsiteY0" fmla="*/ 7051 h 14099"/>
                <a:gd name="connsiteX1" fmla="*/ 7048 w 14096"/>
                <a:gd name="connsiteY1" fmla="*/ 14099 h 14099"/>
                <a:gd name="connsiteX2" fmla="*/ 0 w 14096"/>
                <a:gd name="connsiteY2" fmla="*/ 7051 h 14099"/>
                <a:gd name="connsiteX3" fmla="*/ 7048 w 14096"/>
                <a:gd name="connsiteY3" fmla="*/ 2 h 14099"/>
                <a:gd name="connsiteX4" fmla="*/ 14097 w 14096"/>
                <a:gd name="connsiteY4" fmla="*/ 7051 h 14099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14096" h="14099">
                  <a:moveTo>
                    <a:pt x="14097" y="7051"/>
                  </a:moveTo>
                  <a:cubicBezTo>
                    <a:pt x="14097" y="10956"/>
                    <a:pt x="10954" y="14099"/>
                    <a:pt x="7048" y="14099"/>
                  </a:cubicBezTo>
                  <a:cubicBezTo>
                    <a:pt x="3143" y="14099"/>
                    <a:pt x="0" y="10956"/>
                    <a:pt x="0" y="7051"/>
                  </a:cubicBezTo>
                  <a:cubicBezTo>
                    <a:pt x="0" y="3145"/>
                    <a:pt x="3143" y="2"/>
                    <a:pt x="7048" y="2"/>
                  </a:cubicBezTo>
                  <a:cubicBezTo>
                    <a:pt x="10954" y="-93"/>
                    <a:pt x="14097" y="3145"/>
                    <a:pt x="14097" y="7051"/>
                  </a:cubicBezTo>
                  <a:close/>
                </a:path>
              </a:pathLst>
            </a:custGeom>
            <a:grpFill/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220" name="Freeform: Shape 219">
              <a:extLst>
                <a:ext uri="{FF2B5EF4-FFF2-40B4-BE49-F238E27FC236}">
                  <a16:creationId xmlns:a16="http://schemas.microsoft.com/office/drawing/2014/main" id="{8188899C-6A74-43D8-B36C-F86B278C89C4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5734038" y="3303829"/>
              <a:ext cx="14192" cy="14096"/>
            </a:xfrm>
            <a:custGeom>
              <a:avLst/>
              <a:gdLst>
                <a:gd name="connsiteX0" fmla="*/ 14192 w 14192"/>
                <a:gd name="connsiteY0" fmla="*/ 7048 h 14096"/>
                <a:gd name="connsiteX1" fmla="*/ 7144 w 14192"/>
                <a:gd name="connsiteY1" fmla="*/ 14097 h 14096"/>
                <a:gd name="connsiteX2" fmla="*/ 0 w 14192"/>
                <a:gd name="connsiteY2" fmla="*/ 7048 h 14096"/>
                <a:gd name="connsiteX3" fmla="*/ 7049 w 14192"/>
                <a:gd name="connsiteY3" fmla="*/ 0 h 14096"/>
                <a:gd name="connsiteX4" fmla="*/ 14192 w 14192"/>
                <a:gd name="connsiteY4" fmla="*/ 7048 h 1409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14192" h="14096">
                  <a:moveTo>
                    <a:pt x="14192" y="7048"/>
                  </a:moveTo>
                  <a:cubicBezTo>
                    <a:pt x="14192" y="10954"/>
                    <a:pt x="11049" y="14097"/>
                    <a:pt x="7144" y="14097"/>
                  </a:cubicBezTo>
                  <a:cubicBezTo>
                    <a:pt x="3239" y="14097"/>
                    <a:pt x="0" y="10954"/>
                    <a:pt x="0" y="7048"/>
                  </a:cubicBezTo>
                  <a:cubicBezTo>
                    <a:pt x="0" y="3143"/>
                    <a:pt x="3143" y="0"/>
                    <a:pt x="7049" y="0"/>
                  </a:cubicBezTo>
                  <a:cubicBezTo>
                    <a:pt x="10954" y="0"/>
                    <a:pt x="14192" y="3143"/>
                    <a:pt x="14192" y="7048"/>
                  </a:cubicBezTo>
                  <a:close/>
                </a:path>
              </a:pathLst>
            </a:custGeom>
            <a:grpFill/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221" name="Freeform: Shape 220">
              <a:extLst>
                <a:ext uri="{FF2B5EF4-FFF2-40B4-BE49-F238E27FC236}">
                  <a16:creationId xmlns:a16="http://schemas.microsoft.com/office/drawing/2014/main" id="{1537EAA6-95B6-4674-A7B9-40F9AB7F593D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5793283" y="3303829"/>
              <a:ext cx="14097" cy="14096"/>
            </a:xfrm>
            <a:custGeom>
              <a:avLst/>
              <a:gdLst>
                <a:gd name="connsiteX0" fmla="*/ 14097 w 14097"/>
                <a:gd name="connsiteY0" fmla="*/ 7048 h 14096"/>
                <a:gd name="connsiteX1" fmla="*/ 7049 w 14097"/>
                <a:gd name="connsiteY1" fmla="*/ 14097 h 14096"/>
                <a:gd name="connsiteX2" fmla="*/ 0 w 14097"/>
                <a:gd name="connsiteY2" fmla="*/ 7048 h 14096"/>
                <a:gd name="connsiteX3" fmla="*/ 7049 w 14097"/>
                <a:gd name="connsiteY3" fmla="*/ 0 h 14096"/>
                <a:gd name="connsiteX4" fmla="*/ 14097 w 14097"/>
                <a:gd name="connsiteY4" fmla="*/ 7048 h 1409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14097" h="14096">
                  <a:moveTo>
                    <a:pt x="14097" y="7048"/>
                  </a:moveTo>
                  <a:cubicBezTo>
                    <a:pt x="14097" y="10954"/>
                    <a:pt x="10954" y="14097"/>
                    <a:pt x="7049" y="14097"/>
                  </a:cubicBezTo>
                  <a:cubicBezTo>
                    <a:pt x="3143" y="14097"/>
                    <a:pt x="0" y="10954"/>
                    <a:pt x="0" y="7048"/>
                  </a:cubicBezTo>
                  <a:cubicBezTo>
                    <a:pt x="0" y="3143"/>
                    <a:pt x="3143" y="0"/>
                    <a:pt x="7049" y="0"/>
                  </a:cubicBezTo>
                  <a:cubicBezTo>
                    <a:pt x="10954" y="0"/>
                    <a:pt x="14097" y="3143"/>
                    <a:pt x="14097" y="7048"/>
                  </a:cubicBezTo>
                  <a:close/>
                </a:path>
              </a:pathLst>
            </a:custGeom>
            <a:grpFill/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222" name="Freeform: Shape 221">
              <a:extLst>
                <a:ext uri="{FF2B5EF4-FFF2-40B4-BE49-F238E27FC236}">
                  <a16:creationId xmlns:a16="http://schemas.microsoft.com/office/drawing/2014/main" id="{F4B29507-C08F-4764-B703-0EB33A0FACBF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5852433" y="3303829"/>
              <a:ext cx="14096" cy="14096"/>
            </a:xfrm>
            <a:custGeom>
              <a:avLst/>
              <a:gdLst>
                <a:gd name="connsiteX0" fmla="*/ 14097 w 14096"/>
                <a:gd name="connsiteY0" fmla="*/ 7048 h 14096"/>
                <a:gd name="connsiteX1" fmla="*/ 7048 w 14096"/>
                <a:gd name="connsiteY1" fmla="*/ 14097 h 14096"/>
                <a:gd name="connsiteX2" fmla="*/ 0 w 14096"/>
                <a:gd name="connsiteY2" fmla="*/ 7048 h 14096"/>
                <a:gd name="connsiteX3" fmla="*/ 7048 w 14096"/>
                <a:gd name="connsiteY3" fmla="*/ 0 h 14096"/>
                <a:gd name="connsiteX4" fmla="*/ 14097 w 14096"/>
                <a:gd name="connsiteY4" fmla="*/ 7048 h 1409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14096" h="14096">
                  <a:moveTo>
                    <a:pt x="14097" y="7048"/>
                  </a:moveTo>
                  <a:cubicBezTo>
                    <a:pt x="14097" y="10954"/>
                    <a:pt x="10954" y="14097"/>
                    <a:pt x="7048" y="14097"/>
                  </a:cubicBezTo>
                  <a:cubicBezTo>
                    <a:pt x="3143" y="14097"/>
                    <a:pt x="0" y="10954"/>
                    <a:pt x="0" y="7048"/>
                  </a:cubicBezTo>
                  <a:cubicBezTo>
                    <a:pt x="0" y="3143"/>
                    <a:pt x="3143" y="0"/>
                    <a:pt x="7048" y="0"/>
                  </a:cubicBezTo>
                  <a:cubicBezTo>
                    <a:pt x="10954" y="0"/>
                    <a:pt x="14097" y="3143"/>
                    <a:pt x="14097" y="7048"/>
                  </a:cubicBezTo>
                  <a:close/>
                </a:path>
              </a:pathLst>
            </a:custGeom>
            <a:grpFill/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223" name="Freeform: Shape 222">
              <a:extLst>
                <a:ext uri="{FF2B5EF4-FFF2-40B4-BE49-F238E27FC236}">
                  <a16:creationId xmlns:a16="http://schemas.microsoft.com/office/drawing/2014/main" id="{4200E500-6A99-47FC-A30F-FA4C85DA8CE3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5911678" y="3303829"/>
              <a:ext cx="14096" cy="14096"/>
            </a:xfrm>
            <a:custGeom>
              <a:avLst/>
              <a:gdLst>
                <a:gd name="connsiteX0" fmla="*/ 14097 w 14096"/>
                <a:gd name="connsiteY0" fmla="*/ 7048 h 14096"/>
                <a:gd name="connsiteX1" fmla="*/ 7048 w 14096"/>
                <a:gd name="connsiteY1" fmla="*/ 14097 h 14096"/>
                <a:gd name="connsiteX2" fmla="*/ 0 w 14096"/>
                <a:gd name="connsiteY2" fmla="*/ 7048 h 14096"/>
                <a:gd name="connsiteX3" fmla="*/ 7048 w 14096"/>
                <a:gd name="connsiteY3" fmla="*/ 0 h 14096"/>
                <a:gd name="connsiteX4" fmla="*/ 14097 w 14096"/>
                <a:gd name="connsiteY4" fmla="*/ 7048 h 1409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14096" h="14096">
                  <a:moveTo>
                    <a:pt x="14097" y="7048"/>
                  </a:moveTo>
                  <a:cubicBezTo>
                    <a:pt x="14097" y="10954"/>
                    <a:pt x="10954" y="14097"/>
                    <a:pt x="7048" y="14097"/>
                  </a:cubicBezTo>
                  <a:cubicBezTo>
                    <a:pt x="3143" y="14097"/>
                    <a:pt x="0" y="10954"/>
                    <a:pt x="0" y="7048"/>
                  </a:cubicBezTo>
                  <a:cubicBezTo>
                    <a:pt x="0" y="3143"/>
                    <a:pt x="3143" y="0"/>
                    <a:pt x="7048" y="0"/>
                  </a:cubicBezTo>
                  <a:cubicBezTo>
                    <a:pt x="10954" y="0"/>
                    <a:pt x="14097" y="3143"/>
                    <a:pt x="14097" y="7048"/>
                  </a:cubicBezTo>
                  <a:close/>
                </a:path>
              </a:pathLst>
            </a:custGeom>
            <a:grpFill/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224" name="Freeform: Shape 223">
              <a:extLst>
                <a:ext uri="{FF2B5EF4-FFF2-40B4-BE49-F238E27FC236}">
                  <a16:creationId xmlns:a16="http://schemas.microsoft.com/office/drawing/2014/main" id="{9558677C-76AD-451F-AEEE-C5FEE4179C8C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5970828" y="3303829"/>
              <a:ext cx="14096" cy="14096"/>
            </a:xfrm>
            <a:custGeom>
              <a:avLst/>
              <a:gdLst>
                <a:gd name="connsiteX0" fmla="*/ 14097 w 14096"/>
                <a:gd name="connsiteY0" fmla="*/ 7048 h 14096"/>
                <a:gd name="connsiteX1" fmla="*/ 7048 w 14096"/>
                <a:gd name="connsiteY1" fmla="*/ 14097 h 14096"/>
                <a:gd name="connsiteX2" fmla="*/ 0 w 14096"/>
                <a:gd name="connsiteY2" fmla="*/ 7048 h 14096"/>
                <a:gd name="connsiteX3" fmla="*/ 7048 w 14096"/>
                <a:gd name="connsiteY3" fmla="*/ 0 h 14096"/>
                <a:gd name="connsiteX4" fmla="*/ 14097 w 14096"/>
                <a:gd name="connsiteY4" fmla="*/ 7048 h 1409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14096" h="14096">
                  <a:moveTo>
                    <a:pt x="14097" y="7048"/>
                  </a:moveTo>
                  <a:cubicBezTo>
                    <a:pt x="14097" y="10954"/>
                    <a:pt x="10954" y="14097"/>
                    <a:pt x="7048" y="14097"/>
                  </a:cubicBezTo>
                  <a:cubicBezTo>
                    <a:pt x="3143" y="14097"/>
                    <a:pt x="0" y="10954"/>
                    <a:pt x="0" y="7048"/>
                  </a:cubicBezTo>
                  <a:cubicBezTo>
                    <a:pt x="0" y="3143"/>
                    <a:pt x="3143" y="0"/>
                    <a:pt x="7048" y="0"/>
                  </a:cubicBezTo>
                  <a:cubicBezTo>
                    <a:pt x="10954" y="0"/>
                    <a:pt x="14097" y="3143"/>
                    <a:pt x="14097" y="7048"/>
                  </a:cubicBezTo>
                  <a:close/>
                </a:path>
              </a:pathLst>
            </a:custGeom>
            <a:grpFill/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225" name="Freeform: Shape 224">
              <a:extLst>
                <a:ext uri="{FF2B5EF4-FFF2-40B4-BE49-F238E27FC236}">
                  <a16:creationId xmlns:a16="http://schemas.microsoft.com/office/drawing/2014/main" id="{79E472E5-A81A-44E7-AEBA-C3A593497BA6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6030073" y="3303829"/>
              <a:ext cx="14097" cy="14096"/>
            </a:xfrm>
            <a:custGeom>
              <a:avLst/>
              <a:gdLst>
                <a:gd name="connsiteX0" fmla="*/ 14097 w 14097"/>
                <a:gd name="connsiteY0" fmla="*/ 7048 h 14096"/>
                <a:gd name="connsiteX1" fmla="*/ 7048 w 14097"/>
                <a:gd name="connsiteY1" fmla="*/ 14097 h 14096"/>
                <a:gd name="connsiteX2" fmla="*/ 0 w 14097"/>
                <a:gd name="connsiteY2" fmla="*/ 7048 h 14096"/>
                <a:gd name="connsiteX3" fmla="*/ 7048 w 14097"/>
                <a:gd name="connsiteY3" fmla="*/ 0 h 14096"/>
                <a:gd name="connsiteX4" fmla="*/ 14097 w 14097"/>
                <a:gd name="connsiteY4" fmla="*/ 7048 h 1409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14097" h="14096">
                  <a:moveTo>
                    <a:pt x="14097" y="7048"/>
                  </a:moveTo>
                  <a:cubicBezTo>
                    <a:pt x="14097" y="10954"/>
                    <a:pt x="10954" y="14097"/>
                    <a:pt x="7048" y="14097"/>
                  </a:cubicBezTo>
                  <a:cubicBezTo>
                    <a:pt x="3143" y="14097"/>
                    <a:pt x="0" y="10954"/>
                    <a:pt x="0" y="7048"/>
                  </a:cubicBezTo>
                  <a:cubicBezTo>
                    <a:pt x="0" y="3143"/>
                    <a:pt x="3143" y="0"/>
                    <a:pt x="7048" y="0"/>
                  </a:cubicBezTo>
                  <a:cubicBezTo>
                    <a:pt x="10954" y="0"/>
                    <a:pt x="14097" y="3143"/>
                    <a:pt x="14097" y="7048"/>
                  </a:cubicBezTo>
                  <a:close/>
                </a:path>
              </a:pathLst>
            </a:custGeom>
            <a:grpFill/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226" name="Freeform: Shape 225">
              <a:extLst>
                <a:ext uri="{FF2B5EF4-FFF2-40B4-BE49-F238E27FC236}">
                  <a16:creationId xmlns:a16="http://schemas.microsoft.com/office/drawing/2014/main" id="{5CD54F54-9E41-4635-A533-6CC6515E13E8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6089224" y="3303829"/>
              <a:ext cx="14096" cy="14096"/>
            </a:xfrm>
            <a:custGeom>
              <a:avLst/>
              <a:gdLst>
                <a:gd name="connsiteX0" fmla="*/ 14097 w 14096"/>
                <a:gd name="connsiteY0" fmla="*/ 7048 h 14096"/>
                <a:gd name="connsiteX1" fmla="*/ 7048 w 14096"/>
                <a:gd name="connsiteY1" fmla="*/ 14097 h 14096"/>
                <a:gd name="connsiteX2" fmla="*/ 0 w 14096"/>
                <a:gd name="connsiteY2" fmla="*/ 7048 h 14096"/>
                <a:gd name="connsiteX3" fmla="*/ 7048 w 14096"/>
                <a:gd name="connsiteY3" fmla="*/ 0 h 14096"/>
                <a:gd name="connsiteX4" fmla="*/ 14097 w 14096"/>
                <a:gd name="connsiteY4" fmla="*/ 7048 h 1409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14096" h="14096">
                  <a:moveTo>
                    <a:pt x="14097" y="7048"/>
                  </a:moveTo>
                  <a:cubicBezTo>
                    <a:pt x="14097" y="10954"/>
                    <a:pt x="10954" y="14097"/>
                    <a:pt x="7048" y="14097"/>
                  </a:cubicBezTo>
                  <a:cubicBezTo>
                    <a:pt x="3143" y="14097"/>
                    <a:pt x="0" y="10954"/>
                    <a:pt x="0" y="7048"/>
                  </a:cubicBezTo>
                  <a:cubicBezTo>
                    <a:pt x="0" y="3143"/>
                    <a:pt x="3143" y="0"/>
                    <a:pt x="7048" y="0"/>
                  </a:cubicBezTo>
                  <a:cubicBezTo>
                    <a:pt x="10954" y="0"/>
                    <a:pt x="14097" y="3143"/>
                    <a:pt x="14097" y="7048"/>
                  </a:cubicBezTo>
                  <a:close/>
                </a:path>
              </a:pathLst>
            </a:custGeom>
            <a:grpFill/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227" name="Freeform: Shape 226">
              <a:extLst>
                <a:ext uri="{FF2B5EF4-FFF2-40B4-BE49-F238E27FC236}">
                  <a16:creationId xmlns:a16="http://schemas.microsoft.com/office/drawing/2014/main" id="{B22D6F46-74C0-49D9-8CD8-BC125E973D2F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5734038" y="3363074"/>
              <a:ext cx="14192" cy="14097"/>
            </a:xfrm>
            <a:custGeom>
              <a:avLst/>
              <a:gdLst>
                <a:gd name="connsiteX0" fmla="*/ 14192 w 14192"/>
                <a:gd name="connsiteY0" fmla="*/ 7048 h 14097"/>
                <a:gd name="connsiteX1" fmla="*/ 7144 w 14192"/>
                <a:gd name="connsiteY1" fmla="*/ 14097 h 14097"/>
                <a:gd name="connsiteX2" fmla="*/ 0 w 14192"/>
                <a:gd name="connsiteY2" fmla="*/ 7048 h 14097"/>
                <a:gd name="connsiteX3" fmla="*/ 7049 w 14192"/>
                <a:gd name="connsiteY3" fmla="*/ 0 h 14097"/>
                <a:gd name="connsiteX4" fmla="*/ 14192 w 14192"/>
                <a:gd name="connsiteY4" fmla="*/ 7048 h 14097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14192" h="14097">
                  <a:moveTo>
                    <a:pt x="14192" y="7048"/>
                  </a:moveTo>
                  <a:cubicBezTo>
                    <a:pt x="14192" y="10954"/>
                    <a:pt x="11049" y="14097"/>
                    <a:pt x="7144" y="14097"/>
                  </a:cubicBezTo>
                  <a:cubicBezTo>
                    <a:pt x="3239" y="14097"/>
                    <a:pt x="0" y="10954"/>
                    <a:pt x="0" y="7048"/>
                  </a:cubicBezTo>
                  <a:cubicBezTo>
                    <a:pt x="0" y="3143"/>
                    <a:pt x="3143" y="0"/>
                    <a:pt x="7049" y="0"/>
                  </a:cubicBezTo>
                  <a:cubicBezTo>
                    <a:pt x="10954" y="0"/>
                    <a:pt x="14192" y="3143"/>
                    <a:pt x="14192" y="7048"/>
                  </a:cubicBezTo>
                  <a:close/>
                </a:path>
              </a:pathLst>
            </a:custGeom>
            <a:grpFill/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228" name="Freeform: Shape 227">
              <a:extLst>
                <a:ext uri="{FF2B5EF4-FFF2-40B4-BE49-F238E27FC236}">
                  <a16:creationId xmlns:a16="http://schemas.microsoft.com/office/drawing/2014/main" id="{C6FAA6EC-EDF6-4522-ACD8-8D4F7FF87265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5793283" y="3363072"/>
              <a:ext cx="14097" cy="14099"/>
            </a:xfrm>
            <a:custGeom>
              <a:avLst/>
              <a:gdLst>
                <a:gd name="connsiteX0" fmla="*/ 14097 w 14097"/>
                <a:gd name="connsiteY0" fmla="*/ 7051 h 14099"/>
                <a:gd name="connsiteX1" fmla="*/ 7049 w 14097"/>
                <a:gd name="connsiteY1" fmla="*/ 14099 h 14099"/>
                <a:gd name="connsiteX2" fmla="*/ 0 w 14097"/>
                <a:gd name="connsiteY2" fmla="*/ 7051 h 14099"/>
                <a:gd name="connsiteX3" fmla="*/ 7049 w 14097"/>
                <a:gd name="connsiteY3" fmla="*/ 2 h 14099"/>
                <a:gd name="connsiteX4" fmla="*/ 14097 w 14097"/>
                <a:gd name="connsiteY4" fmla="*/ 7051 h 14099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14097" h="14099">
                  <a:moveTo>
                    <a:pt x="14097" y="7051"/>
                  </a:moveTo>
                  <a:cubicBezTo>
                    <a:pt x="14097" y="10956"/>
                    <a:pt x="10954" y="14099"/>
                    <a:pt x="7049" y="14099"/>
                  </a:cubicBezTo>
                  <a:cubicBezTo>
                    <a:pt x="3143" y="14099"/>
                    <a:pt x="0" y="10956"/>
                    <a:pt x="0" y="7051"/>
                  </a:cubicBezTo>
                  <a:cubicBezTo>
                    <a:pt x="0" y="3145"/>
                    <a:pt x="3143" y="2"/>
                    <a:pt x="7049" y="2"/>
                  </a:cubicBezTo>
                  <a:cubicBezTo>
                    <a:pt x="10954" y="-93"/>
                    <a:pt x="14097" y="3145"/>
                    <a:pt x="14097" y="7051"/>
                  </a:cubicBezTo>
                  <a:close/>
                </a:path>
              </a:pathLst>
            </a:custGeom>
            <a:grpFill/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229" name="Freeform: Shape 228">
              <a:extLst>
                <a:ext uri="{FF2B5EF4-FFF2-40B4-BE49-F238E27FC236}">
                  <a16:creationId xmlns:a16="http://schemas.microsoft.com/office/drawing/2014/main" id="{5F8364DC-ED1A-482D-A418-7941B199CBC5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5852433" y="3363072"/>
              <a:ext cx="14096" cy="14099"/>
            </a:xfrm>
            <a:custGeom>
              <a:avLst/>
              <a:gdLst>
                <a:gd name="connsiteX0" fmla="*/ 14097 w 14096"/>
                <a:gd name="connsiteY0" fmla="*/ 7051 h 14099"/>
                <a:gd name="connsiteX1" fmla="*/ 7048 w 14096"/>
                <a:gd name="connsiteY1" fmla="*/ 14099 h 14099"/>
                <a:gd name="connsiteX2" fmla="*/ 0 w 14096"/>
                <a:gd name="connsiteY2" fmla="*/ 7051 h 14099"/>
                <a:gd name="connsiteX3" fmla="*/ 7048 w 14096"/>
                <a:gd name="connsiteY3" fmla="*/ 2 h 14099"/>
                <a:gd name="connsiteX4" fmla="*/ 14097 w 14096"/>
                <a:gd name="connsiteY4" fmla="*/ 7051 h 14099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14096" h="14099">
                  <a:moveTo>
                    <a:pt x="14097" y="7051"/>
                  </a:moveTo>
                  <a:cubicBezTo>
                    <a:pt x="14097" y="10956"/>
                    <a:pt x="10954" y="14099"/>
                    <a:pt x="7048" y="14099"/>
                  </a:cubicBezTo>
                  <a:cubicBezTo>
                    <a:pt x="3143" y="14099"/>
                    <a:pt x="0" y="10956"/>
                    <a:pt x="0" y="7051"/>
                  </a:cubicBezTo>
                  <a:cubicBezTo>
                    <a:pt x="0" y="3145"/>
                    <a:pt x="3143" y="2"/>
                    <a:pt x="7048" y="2"/>
                  </a:cubicBezTo>
                  <a:cubicBezTo>
                    <a:pt x="10954" y="-93"/>
                    <a:pt x="14097" y="3145"/>
                    <a:pt x="14097" y="7051"/>
                  </a:cubicBezTo>
                  <a:close/>
                </a:path>
              </a:pathLst>
            </a:custGeom>
            <a:grpFill/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230" name="Freeform: Shape 229">
              <a:extLst>
                <a:ext uri="{FF2B5EF4-FFF2-40B4-BE49-F238E27FC236}">
                  <a16:creationId xmlns:a16="http://schemas.microsoft.com/office/drawing/2014/main" id="{1896D361-70A8-4528-940B-F306550F8830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5911678" y="3363072"/>
              <a:ext cx="14096" cy="14099"/>
            </a:xfrm>
            <a:custGeom>
              <a:avLst/>
              <a:gdLst>
                <a:gd name="connsiteX0" fmla="*/ 14097 w 14096"/>
                <a:gd name="connsiteY0" fmla="*/ 7051 h 14099"/>
                <a:gd name="connsiteX1" fmla="*/ 7048 w 14096"/>
                <a:gd name="connsiteY1" fmla="*/ 14099 h 14099"/>
                <a:gd name="connsiteX2" fmla="*/ 0 w 14096"/>
                <a:gd name="connsiteY2" fmla="*/ 7051 h 14099"/>
                <a:gd name="connsiteX3" fmla="*/ 7048 w 14096"/>
                <a:gd name="connsiteY3" fmla="*/ 2 h 14099"/>
                <a:gd name="connsiteX4" fmla="*/ 14097 w 14096"/>
                <a:gd name="connsiteY4" fmla="*/ 7051 h 14099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14096" h="14099">
                  <a:moveTo>
                    <a:pt x="14097" y="7051"/>
                  </a:moveTo>
                  <a:cubicBezTo>
                    <a:pt x="14097" y="10956"/>
                    <a:pt x="10954" y="14099"/>
                    <a:pt x="7048" y="14099"/>
                  </a:cubicBezTo>
                  <a:cubicBezTo>
                    <a:pt x="3143" y="14099"/>
                    <a:pt x="0" y="10956"/>
                    <a:pt x="0" y="7051"/>
                  </a:cubicBezTo>
                  <a:cubicBezTo>
                    <a:pt x="0" y="3145"/>
                    <a:pt x="3143" y="2"/>
                    <a:pt x="7048" y="2"/>
                  </a:cubicBezTo>
                  <a:cubicBezTo>
                    <a:pt x="10954" y="-93"/>
                    <a:pt x="14097" y="3145"/>
                    <a:pt x="14097" y="7051"/>
                  </a:cubicBezTo>
                  <a:close/>
                </a:path>
              </a:pathLst>
            </a:custGeom>
            <a:grpFill/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231" name="Freeform: Shape 230">
              <a:extLst>
                <a:ext uri="{FF2B5EF4-FFF2-40B4-BE49-F238E27FC236}">
                  <a16:creationId xmlns:a16="http://schemas.microsoft.com/office/drawing/2014/main" id="{4D1CB00A-0CE1-4E25-ADCE-9562845F548F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5970828" y="3363072"/>
              <a:ext cx="14096" cy="14099"/>
            </a:xfrm>
            <a:custGeom>
              <a:avLst/>
              <a:gdLst>
                <a:gd name="connsiteX0" fmla="*/ 14097 w 14096"/>
                <a:gd name="connsiteY0" fmla="*/ 7051 h 14099"/>
                <a:gd name="connsiteX1" fmla="*/ 7048 w 14096"/>
                <a:gd name="connsiteY1" fmla="*/ 14099 h 14099"/>
                <a:gd name="connsiteX2" fmla="*/ 0 w 14096"/>
                <a:gd name="connsiteY2" fmla="*/ 7051 h 14099"/>
                <a:gd name="connsiteX3" fmla="*/ 7048 w 14096"/>
                <a:gd name="connsiteY3" fmla="*/ 2 h 14099"/>
                <a:gd name="connsiteX4" fmla="*/ 14097 w 14096"/>
                <a:gd name="connsiteY4" fmla="*/ 7051 h 14099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14096" h="14099">
                  <a:moveTo>
                    <a:pt x="14097" y="7051"/>
                  </a:moveTo>
                  <a:cubicBezTo>
                    <a:pt x="14097" y="10956"/>
                    <a:pt x="10954" y="14099"/>
                    <a:pt x="7048" y="14099"/>
                  </a:cubicBezTo>
                  <a:cubicBezTo>
                    <a:pt x="3143" y="14099"/>
                    <a:pt x="0" y="10956"/>
                    <a:pt x="0" y="7051"/>
                  </a:cubicBezTo>
                  <a:cubicBezTo>
                    <a:pt x="0" y="3145"/>
                    <a:pt x="3143" y="2"/>
                    <a:pt x="7048" y="2"/>
                  </a:cubicBezTo>
                  <a:cubicBezTo>
                    <a:pt x="10954" y="-93"/>
                    <a:pt x="14097" y="3145"/>
                    <a:pt x="14097" y="7051"/>
                  </a:cubicBezTo>
                  <a:close/>
                </a:path>
              </a:pathLst>
            </a:custGeom>
            <a:grpFill/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232" name="Freeform: Shape 231">
              <a:extLst>
                <a:ext uri="{FF2B5EF4-FFF2-40B4-BE49-F238E27FC236}">
                  <a16:creationId xmlns:a16="http://schemas.microsoft.com/office/drawing/2014/main" id="{E1B6761E-B7C6-4218-B95F-F6DEC0066DBE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6030073" y="3363074"/>
              <a:ext cx="14097" cy="14097"/>
            </a:xfrm>
            <a:custGeom>
              <a:avLst/>
              <a:gdLst>
                <a:gd name="connsiteX0" fmla="*/ 14097 w 14097"/>
                <a:gd name="connsiteY0" fmla="*/ 7048 h 14097"/>
                <a:gd name="connsiteX1" fmla="*/ 7048 w 14097"/>
                <a:gd name="connsiteY1" fmla="*/ 14097 h 14097"/>
                <a:gd name="connsiteX2" fmla="*/ 0 w 14097"/>
                <a:gd name="connsiteY2" fmla="*/ 7048 h 14097"/>
                <a:gd name="connsiteX3" fmla="*/ 7048 w 14097"/>
                <a:gd name="connsiteY3" fmla="*/ 0 h 14097"/>
                <a:gd name="connsiteX4" fmla="*/ 14097 w 14097"/>
                <a:gd name="connsiteY4" fmla="*/ 7048 h 14097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14097" h="14097">
                  <a:moveTo>
                    <a:pt x="14097" y="7048"/>
                  </a:moveTo>
                  <a:cubicBezTo>
                    <a:pt x="14097" y="10954"/>
                    <a:pt x="10954" y="14097"/>
                    <a:pt x="7048" y="14097"/>
                  </a:cubicBezTo>
                  <a:cubicBezTo>
                    <a:pt x="3143" y="14097"/>
                    <a:pt x="0" y="10954"/>
                    <a:pt x="0" y="7048"/>
                  </a:cubicBezTo>
                  <a:cubicBezTo>
                    <a:pt x="0" y="3143"/>
                    <a:pt x="3143" y="0"/>
                    <a:pt x="7048" y="0"/>
                  </a:cubicBezTo>
                  <a:cubicBezTo>
                    <a:pt x="10954" y="0"/>
                    <a:pt x="14097" y="3143"/>
                    <a:pt x="14097" y="7048"/>
                  </a:cubicBezTo>
                  <a:close/>
                </a:path>
              </a:pathLst>
            </a:custGeom>
            <a:grpFill/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233" name="Freeform: Shape 232">
              <a:extLst>
                <a:ext uri="{FF2B5EF4-FFF2-40B4-BE49-F238E27FC236}">
                  <a16:creationId xmlns:a16="http://schemas.microsoft.com/office/drawing/2014/main" id="{CA081177-DAC3-4667-91A1-4CC885D4A165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6089224" y="3363072"/>
              <a:ext cx="14096" cy="14099"/>
            </a:xfrm>
            <a:custGeom>
              <a:avLst/>
              <a:gdLst>
                <a:gd name="connsiteX0" fmla="*/ 14097 w 14096"/>
                <a:gd name="connsiteY0" fmla="*/ 7051 h 14099"/>
                <a:gd name="connsiteX1" fmla="*/ 7048 w 14096"/>
                <a:gd name="connsiteY1" fmla="*/ 14099 h 14099"/>
                <a:gd name="connsiteX2" fmla="*/ 0 w 14096"/>
                <a:gd name="connsiteY2" fmla="*/ 7051 h 14099"/>
                <a:gd name="connsiteX3" fmla="*/ 7048 w 14096"/>
                <a:gd name="connsiteY3" fmla="*/ 2 h 14099"/>
                <a:gd name="connsiteX4" fmla="*/ 14097 w 14096"/>
                <a:gd name="connsiteY4" fmla="*/ 7051 h 14099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14096" h="14099">
                  <a:moveTo>
                    <a:pt x="14097" y="7051"/>
                  </a:moveTo>
                  <a:cubicBezTo>
                    <a:pt x="14097" y="10956"/>
                    <a:pt x="10954" y="14099"/>
                    <a:pt x="7048" y="14099"/>
                  </a:cubicBezTo>
                  <a:cubicBezTo>
                    <a:pt x="3143" y="14099"/>
                    <a:pt x="0" y="10956"/>
                    <a:pt x="0" y="7051"/>
                  </a:cubicBezTo>
                  <a:cubicBezTo>
                    <a:pt x="0" y="3145"/>
                    <a:pt x="3143" y="2"/>
                    <a:pt x="7048" y="2"/>
                  </a:cubicBezTo>
                  <a:cubicBezTo>
                    <a:pt x="10954" y="-93"/>
                    <a:pt x="14097" y="3145"/>
                    <a:pt x="14097" y="7051"/>
                  </a:cubicBezTo>
                  <a:close/>
                </a:path>
              </a:pathLst>
            </a:custGeom>
            <a:grpFill/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234" name="Freeform: Shape 233">
              <a:extLst>
                <a:ext uri="{FF2B5EF4-FFF2-40B4-BE49-F238E27FC236}">
                  <a16:creationId xmlns:a16="http://schemas.microsoft.com/office/drawing/2014/main" id="{435007DC-BB8D-43BA-9598-AE79AA262E18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5734038" y="3422225"/>
              <a:ext cx="14192" cy="14096"/>
            </a:xfrm>
            <a:custGeom>
              <a:avLst/>
              <a:gdLst>
                <a:gd name="connsiteX0" fmla="*/ 14192 w 14192"/>
                <a:gd name="connsiteY0" fmla="*/ 7048 h 14096"/>
                <a:gd name="connsiteX1" fmla="*/ 7144 w 14192"/>
                <a:gd name="connsiteY1" fmla="*/ 14097 h 14096"/>
                <a:gd name="connsiteX2" fmla="*/ 0 w 14192"/>
                <a:gd name="connsiteY2" fmla="*/ 7048 h 14096"/>
                <a:gd name="connsiteX3" fmla="*/ 7049 w 14192"/>
                <a:gd name="connsiteY3" fmla="*/ 0 h 14096"/>
                <a:gd name="connsiteX4" fmla="*/ 14192 w 14192"/>
                <a:gd name="connsiteY4" fmla="*/ 7048 h 1409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14192" h="14096">
                  <a:moveTo>
                    <a:pt x="14192" y="7048"/>
                  </a:moveTo>
                  <a:cubicBezTo>
                    <a:pt x="14192" y="10954"/>
                    <a:pt x="11049" y="14097"/>
                    <a:pt x="7144" y="14097"/>
                  </a:cubicBezTo>
                  <a:cubicBezTo>
                    <a:pt x="3239" y="14097"/>
                    <a:pt x="0" y="10954"/>
                    <a:pt x="0" y="7048"/>
                  </a:cubicBezTo>
                  <a:cubicBezTo>
                    <a:pt x="0" y="3143"/>
                    <a:pt x="3143" y="0"/>
                    <a:pt x="7049" y="0"/>
                  </a:cubicBezTo>
                  <a:cubicBezTo>
                    <a:pt x="10954" y="0"/>
                    <a:pt x="14192" y="3143"/>
                    <a:pt x="14192" y="7048"/>
                  </a:cubicBezTo>
                  <a:close/>
                </a:path>
              </a:pathLst>
            </a:custGeom>
            <a:grpFill/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235" name="Freeform: Shape 234">
              <a:extLst>
                <a:ext uri="{FF2B5EF4-FFF2-40B4-BE49-F238E27FC236}">
                  <a16:creationId xmlns:a16="http://schemas.microsoft.com/office/drawing/2014/main" id="{46628B8A-02EC-44EF-B52C-5EBAFBCF9CF9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5793283" y="3422225"/>
              <a:ext cx="14097" cy="14096"/>
            </a:xfrm>
            <a:custGeom>
              <a:avLst/>
              <a:gdLst>
                <a:gd name="connsiteX0" fmla="*/ 14097 w 14097"/>
                <a:gd name="connsiteY0" fmla="*/ 7048 h 14096"/>
                <a:gd name="connsiteX1" fmla="*/ 7049 w 14097"/>
                <a:gd name="connsiteY1" fmla="*/ 14097 h 14096"/>
                <a:gd name="connsiteX2" fmla="*/ 0 w 14097"/>
                <a:gd name="connsiteY2" fmla="*/ 7048 h 14096"/>
                <a:gd name="connsiteX3" fmla="*/ 7049 w 14097"/>
                <a:gd name="connsiteY3" fmla="*/ 0 h 14096"/>
                <a:gd name="connsiteX4" fmla="*/ 14097 w 14097"/>
                <a:gd name="connsiteY4" fmla="*/ 7048 h 1409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14097" h="14096">
                  <a:moveTo>
                    <a:pt x="14097" y="7048"/>
                  </a:moveTo>
                  <a:cubicBezTo>
                    <a:pt x="14097" y="10954"/>
                    <a:pt x="10954" y="14097"/>
                    <a:pt x="7049" y="14097"/>
                  </a:cubicBezTo>
                  <a:cubicBezTo>
                    <a:pt x="3143" y="14097"/>
                    <a:pt x="0" y="10954"/>
                    <a:pt x="0" y="7048"/>
                  </a:cubicBezTo>
                  <a:cubicBezTo>
                    <a:pt x="0" y="3143"/>
                    <a:pt x="3143" y="0"/>
                    <a:pt x="7049" y="0"/>
                  </a:cubicBezTo>
                  <a:cubicBezTo>
                    <a:pt x="10954" y="0"/>
                    <a:pt x="14097" y="3143"/>
                    <a:pt x="14097" y="7048"/>
                  </a:cubicBezTo>
                  <a:close/>
                </a:path>
              </a:pathLst>
            </a:custGeom>
            <a:grpFill/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236" name="Freeform: Shape 235">
              <a:extLst>
                <a:ext uri="{FF2B5EF4-FFF2-40B4-BE49-F238E27FC236}">
                  <a16:creationId xmlns:a16="http://schemas.microsoft.com/office/drawing/2014/main" id="{2DACEC99-8F4C-495C-8EAA-670A3A02ED79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5852433" y="3422225"/>
              <a:ext cx="14096" cy="14096"/>
            </a:xfrm>
            <a:custGeom>
              <a:avLst/>
              <a:gdLst>
                <a:gd name="connsiteX0" fmla="*/ 14097 w 14096"/>
                <a:gd name="connsiteY0" fmla="*/ 7048 h 14096"/>
                <a:gd name="connsiteX1" fmla="*/ 7048 w 14096"/>
                <a:gd name="connsiteY1" fmla="*/ 14097 h 14096"/>
                <a:gd name="connsiteX2" fmla="*/ 0 w 14096"/>
                <a:gd name="connsiteY2" fmla="*/ 7048 h 14096"/>
                <a:gd name="connsiteX3" fmla="*/ 7048 w 14096"/>
                <a:gd name="connsiteY3" fmla="*/ 0 h 14096"/>
                <a:gd name="connsiteX4" fmla="*/ 14097 w 14096"/>
                <a:gd name="connsiteY4" fmla="*/ 7048 h 1409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14096" h="14096">
                  <a:moveTo>
                    <a:pt x="14097" y="7048"/>
                  </a:moveTo>
                  <a:cubicBezTo>
                    <a:pt x="14097" y="10954"/>
                    <a:pt x="10954" y="14097"/>
                    <a:pt x="7048" y="14097"/>
                  </a:cubicBezTo>
                  <a:cubicBezTo>
                    <a:pt x="3143" y="14097"/>
                    <a:pt x="0" y="10954"/>
                    <a:pt x="0" y="7048"/>
                  </a:cubicBezTo>
                  <a:cubicBezTo>
                    <a:pt x="0" y="3143"/>
                    <a:pt x="3143" y="0"/>
                    <a:pt x="7048" y="0"/>
                  </a:cubicBezTo>
                  <a:cubicBezTo>
                    <a:pt x="10954" y="0"/>
                    <a:pt x="14097" y="3143"/>
                    <a:pt x="14097" y="7048"/>
                  </a:cubicBezTo>
                  <a:close/>
                </a:path>
              </a:pathLst>
            </a:custGeom>
            <a:grpFill/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237" name="Freeform: Shape 236">
              <a:extLst>
                <a:ext uri="{FF2B5EF4-FFF2-40B4-BE49-F238E27FC236}">
                  <a16:creationId xmlns:a16="http://schemas.microsoft.com/office/drawing/2014/main" id="{C8EFEAD4-1425-4357-9D8A-F326DABC6EC0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5911678" y="3422225"/>
              <a:ext cx="14096" cy="14096"/>
            </a:xfrm>
            <a:custGeom>
              <a:avLst/>
              <a:gdLst>
                <a:gd name="connsiteX0" fmla="*/ 14097 w 14096"/>
                <a:gd name="connsiteY0" fmla="*/ 7048 h 14096"/>
                <a:gd name="connsiteX1" fmla="*/ 7048 w 14096"/>
                <a:gd name="connsiteY1" fmla="*/ 14097 h 14096"/>
                <a:gd name="connsiteX2" fmla="*/ 0 w 14096"/>
                <a:gd name="connsiteY2" fmla="*/ 7048 h 14096"/>
                <a:gd name="connsiteX3" fmla="*/ 7048 w 14096"/>
                <a:gd name="connsiteY3" fmla="*/ 0 h 14096"/>
                <a:gd name="connsiteX4" fmla="*/ 14097 w 14096"/>
                <a:gd name="connsiteY4" fmla="*/ 7048 h 1409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14096" h="14096">
                  <a:moveTo>
                    <a:pt x="14097" y="7048"/>
                  </a:moveTo>
                  <a:cubicBezTo>
                    <a:pt x="14097" y="10954"/>
                    <a:pt x="10954" y="14097"/>
                    <a:pt x="7048" y="14097"/>
                  </a:cubicBezTo>
                  <a:cubicBezTo>
                    <a:pt x="3143" y="14097"/>
                    <a:pt x="0" y="10954"/>
                    <a:pt x="0" y="7048"/>
                  </a:cubicBezTo>
                  <a:cubicBezTo>
                    <a:pt x="0" y="3143"/>
                    <a:pt x="3143" y="0"/>
                    <a:pt x="7048" y="0"/>
                  </a:cubicBezTo>
                  <a:cubicBezTo>
                    <a:pt x="10954" y="0"/>
                    <a:pt x="14097" y="3143"/>
                    <a:pt x="14097" y="7048"/>
                  </a:cubicBezTo>
                  <a:close/>
                </a:path>
              </a:pathLst>
            </a:custGeom>
            <a:grpFill/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238" name="Freeform: Shape 237">
              <a:extLst>
                <a:ext uri="{FF2B5EF4-FFF2-40B4-BE49-F238E27FC236}">
                  <a16:creationId xmlns:a16="http://schemas.microsoft.com/office/drawing/2014/main" id="{FDA70E94-A082-47D4-B4F8-142AEF1DC3CD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5970828" y="3422225"/>
              <a:ext cx="14096" cy="14096"/>
            </a:xfrm>
            <a:custGeom>
              <a:avLst/>
              <a:gdLst>
                <a:gd name="connsiteX0" fmla="*/ 14097 w 14096"/>
                <a:gd name="connsiteY0" fmla="*/ 7048 h 14096"/>
                <a:gd name="connsiteX1" fmla="*/ 7048 w 14096"/>
                <a:gd name="connsiteY1" fmla="*/ 14097 h 14096"/>
                <a:gd name="connsiteX2" fmla="*/ 0 w 14096"/>
                <a:gd name="connsiteY2" fmla="*/ 7048 h 14096"/>
                <a:gd name="connsiteX3" fmla="*/ 7048 w 14096"/>
                <a:gd name="connsiteY3" fmla="*/ 0 h 14096"/>
                <a:gd name="connsiteX4" fmla="*/ 14097 w 14096"/>
                <a:gd name="connsiteY4" fmla="*/ 7048 h 1409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14096" h="14096">
                  <a:moveTo>
                    <a:pt x="14097" y="7048"/>
                  </a:moveTo>
                  <a:cubicBezTo>
                    <a:pt x="14097" y="10954"/>
                    <a:pt x="10954" y="14097"/>
                    <a:pt x="7048" y="14097"/>
                  </a:cubicBezTo>
                  <a:cubicBezTo>
                    <a:pt x="3143" y="14097"/>
                    <a:pt x="0" y="10954"/>
                    <a:pt x="0" y="7048"/>
                  </a:cubicBezTo>
                  <a:cubicBezTo>
                    <a:pt x="0" y="3143"/>
                    <a:pt x="3143" y="0"/>
                    <a:pt x="7048" y="0"/>
                  </a:cubicBezTo>
                  <a:cubicBezTo>
                    <a:pt x="10954" y="0"/>
                    <a:pt x="14097" y="3143"/>
                    <a:pt x="14097" y="7048"/>
                  </a:cubicBezTo>
                  <a:close/>
                </a:path>
              </a:pathLst>
            </a:custGeom>
            <a:grpFill/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239" name="Freeform: Shape 238">
              <a:extLst>
                <a:ext uri="{FF2B5EF4-FFF2-40B4-BE49-F238E27FC236}">
                  <a16:creationId xmlns:a16="http://schemas.microsoft.com/office/drawing/2014/main" id="{10E96E8A-1EEA-4F1D-8CFE-12DC9B9E7AF0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6030073" y="3422225"/>
              <a:ext cx="14097" cy="14096"/>
            </a:xfrm>
            <a:custGeom>
              <a:avLst/>
              <a:gdLst>
                <a:gd name="connsiteX0" fmla="*/ 14097 w 14097"/>
                <a:gd name="connsiteY0" fmla="*/ 7048 h 14096"/>
                <a:gd name="connsiteX1" fmla="*/ 7048 w 14097"/>
                <a:gd name="connsiteY1" fmla="*/ 14097 h 14096"/>
                <a:gd name="connsiteX2" fmla="*/ 0 w 14097"/>
                <a:gd name="connsiteY2" fmla="*/ 7048 h 14096"/>
                <a:gd name="connsiteX3" fmla="*/ 7048 w 14097"/>
                <a:gd name="connsiteY3" fmla="*/ 0 h 14096"/>
                <a:gd name="connsiteX4" fmla="*/ 14097 w 14097"/>
                <a:gd name="connsiteY4" fmla="*/ 7048 h 1409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14097" h="14096">
                  <a:moveTo>
                    <a:pt x="14097" y="7048"/>
                  </a:moveTo>
                  <a:cubicBezTo>
                    <a:pt x="14097" y="10954"/>
                    <a:pt x="10954" y="14097"/>
                    <a:pt x="7048" y="14097"/>
                  </a:cubicBezTo>
                  <a:cubicBezTo>
                    <a:pt x="3143" y="14097"/>
                    <a:pt x="0" y="10954"/>
                    <a:pt x="0" y="7048"/>
                  </a:cubicBezTo>
                  <a:cubicBezTo>
                    <a:pt x="0" y="3143"/>
                    <a:pt x="3143" y="0"/>
                    <a:pt x="7048" y="0"/>
                  </a:cubicBezTo>
                  <a:cubicBezTo>
                    <a:pt x="10954" y="0"/>
                    <a:pt x="14097" y="3143"/>
                    <a:pt x="14097" y="7048"/>
                  </a:cubicBezTo>
                  <a:close/>
                </a:path>
              </a:pathLst>
            </a:custGeom>
            <a:grpFill/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240" name="Freeform: Shape 239">
              <a:extLst>
                <a:ext uri="{FF2B5EF4-FFF2-40B4-BE49-F238E27FC236}">
                  <a16:creationId xmlns:a16="http://schemas.microsoft.com/office/drawing/2014/main" id="{B12D7CC4-A548-4FF7-A6B2-9151CFA9E3D3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6089224" y="3422225"/>
              <a:ext cx="14096" cy="14096"/>
            </a:xfrm>
            <a:custGeom>
              <a:avLst/>
              <a:gdLst>
                <a:gd name="connsiteX0" fmla="*/ 14097 w 14096"/>
                <a:gd name="connsiteY0" fmla="*/ 7048 h 14096"/>
                <a:gd name="connsiteX1" fmla="*/ 7048 w 14096"/>
                <a:gd name="connsiteY1" fmla="*/ 14097 h 14096"/>
                <a:gd name="connsiteX2" fmla="*/ 0 w 14096"/>
                <a:gd name="connsiteY2" fmla="*/ 7048 h 14096"/>
                <a:gd name="connsiteX3" fmla="*/ 7048 w 14096"/>
                <a:gd name="connsiteY3" fmla="*/ 0 h 14096"/>
                <a:gd name="connsiteX4" fmla="*/ 14097 w 14096"/>
                <a:gd name="connsiteY4" fmla="*/ 7048 h 1409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14096" h="14096">
                  <a:moveTo>
                    <a:pt x="14097" y="7048"/>
                  </a:moveTo>
                  <a:cubicBezTo>
                    <a:pt x="14097" y="10954"/>
                    <a:pt x="10954" y="14097"/>
                    <a:pt x="7048" y="14097"/>
                  </a:cubicBezTo>
                  <a:cubicBezTo>
                    <a:pt x="3143" y="14097"/>
                    <a:pt x="0" y="10954"/>
                    <a:pt x="0" y="7048"/>
                  </a:cubicBezTo>
                  <a:cubicBezTo>
                    <a:pt x="0" y="3143"/>
                    <a:pt x="3143" y="0"/>
                    <a:pt x="7048" y="0"/>
                  </a:cubicBezTo>
                  <a:cubicBezTo>
                    <a:pt x="10954" y="0"/>
                    <a:pt x="14097" y="3143"/>
                    <a:pt x="14097" y="7048"/>
                  </a:cubicBezTo>
                  <a:close/>
                </a:path>
              </a:pathLst>
            </a:custGeom>
            <a:grpFill/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241" name="Freeform: Shape 240">
              <a:extLst>
                <a:ext uri="{FF2B5EF4-FFF2-40B4-BE49-F238E27FC236}">
                  <a16:creationId xmlns:a16="http://schemas.microsoft.com/office/drawing/2014/main" id="{CB3F1C68-B597-4669-87F8-C80124ABE02D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6148469" y="3067039"/>
              <a:ext cx="14097" cy="14097"/>
            </a:xfrm>
            <a:custGeom>
              <a:avLst/>
              <a:gdLst>
                <a:gd name="connsiteX0" fmla="*/ 14097 w 14097"/>
                <a:gd name="connsiteY0" fmla="*/ 7049 h 14097"/>
                <a:gd name="connsiteX1" fmla="*/ 7049 w 14097"/>
                <a:gd name="connsiteY1" fmla="*/ 14097 h 14097"/>
                <a:gd name="connsiteX2" fmla="*/ 0 w 14097"/>
                <a:gd name="connsiteY2" fmla="*/ 7049 h 14097"/>
                <a:gd name="connsiteX3" fmla="*/ 6953 w 14097"/>
                <a:gd name="connsiteY3" fmla="*/ 0 h 14097"/>
                <a:gd name="connsiteX4" fmla="*/ 14097 w 14097"/>
                <a:gd name="connsiteY4" fmla="*/ 7049 h 14097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14097" h="14097">
                  <a:moveTo>
                    <a:pt x="14097" y="7049"/>
                  </a:moveTo>
                  <a:cubicBezTo>
                    <a:pt x="14097" y="10954"/>
                    <a:pt x="10954" y="14097"/>
                    <a:pt x="7049" y="14097"/>
                  </a:cubicBezTo>
                  <a:cubicBezTo>
                    <a:pt x="3143" y="14097"/>
                    <a:pt x="0" y="10954"/>
                    <a:pt x="0" y="7049"/>
                  </a:cubicBezTo>
                  <a:cubicBezTo>
                    <a:pt x="0" y="3143"/>
                    <a:pt x="3048" y="0"/>
                    <a:pt x="6953" y="0"/>
                  </a:cubicBezTo>
                  <a:cubicBezTo>
                    <a:pt x="10954" y="0"/>
                    <a:pt x="14097" y="3143"/>
                    <a:pt x="14097" y="7049"/>
                  </a:cubicBezTo>
                  <a:close/>
                </a:path>
              </a:pathLst>
            </a:custGeom>
            <a:grpFill/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242" name="Freeform: Shape 241">
              <a:extLst>
                <a:ext uri="{FF2B5EF4-FFF2-40B4-BE49-F238E27FC236}">
                  <a16:creationId xmlns:a16="http://schemas.microsoft.com/office/drawing/2014/main" id="{A57037D2-0958-4F34-815F-C8CA7F86AEE1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6207620" y="3067039"/>
              <a:ext cx="14096" cy="14097"/>
            </a:xfrm>
            <a:custGeom>
              <a:avLst/>
              <a:gdLst>
                <a:gd name="connsiteX0" fmla="*/ 14097 w 14096"/>
                <a:gd name="connsiteY0" fmla="*/ 7049 h 14097"/>
                <a:gd name="connsiteX1" fmla="*/ 7048 w 14096"/>
                <a:gd name="connsiteY1" fmla="*/ 14097 h 14097"/>
                <a:gd name="connsiteX2" fmla="*/ 0 w 14096"/>
                <a:gd name="connsiteY2" fmla="*/ 7049 h 14097"/>
                <a:gd name="connsiteX3" fmla="*/ 7048 w 14096"/>
                <a:gd name="connsiteY3" fmla="*/ 0 h 14097"/>
                <a:gd name="connsiteX4" fmla="*/ 14097 w 14096"/>
                <a:gd name="connsiteY4" fmla="*/ 7049 h 14097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14096" h="14097">
                  <a:moveTo>
                    <a:pt x="14097" y="7049"/>
                  </a:moveTo>
                  <a:cubicBezTo>
                    <a:pt x="14097" y="10954"/>
                    <a:pt x="10954" y="14097"/>
                    <a:pt x="7048" y="14097"/>
                  </a:cubicBezTo>
                  <a:cubicBezTo>
                    <a:pt x="3143" y="14097"/>
                    <a:pt x="0" y="10954"/>
                    <a:pt x="0" y="7049"/>
                  </a:cubicBezTo>
                  <a:cubicBezTo>
                    <a:pt x="0" y="3143"/>
                    <a:pt x="3143" y="0"/>
                    <a:pt x="7048" y="0"/>
                  </a:cubicBezTo>
                  <a:cubicBezTo>
                    <a:pt x="10954" y="0"/>
                    <a:pt x="14097" y="3143"/>
                    <a:pt x="14097" y="7049"/>
                  </a:cubicBezTo>
                  <a:close/>
                </a:path>
              </a:pathLst>
            </a:custGeom>
            <a:grpFill/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243" name="Freeform: Shape 242">
              <a:extLst>
                <a:ext uri="{FF2B5EF4-FFF2-40B4-BE49-F238E27FC236}">
                  <a16:creationId xmlns:a16="http://schemas.microsoft.com/office/drawing/2014/main" id="{30AF3969-3F11-4157-B4B9-33B1314623EE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6266865" y="3067039"/>
              <a:ext cx="14096" cy="14097"/>
            </a:xfrm>
            <a:custGeom>
              <a:avLst/>
              <a:gdLst>
                <a:gd name="connsiteX0" fmla="*/ 14097 w 14096"/>
                <a:gd name="connsiteY0" fmla="*/ 7049 h 14097"/>
                <a:gd name="connsiteX1" fmla="*/ 7049 w 14096"/>
                <a:gd name="connsiteY1" fmla="*/ 14097 h 14097"/>
                <a:gd name="connsiteX2" fmla="*/ 0 w 14096"/>
                <a:gd name="connsiteY2" fmla="*/ 7049 h 14097"/>
                <a:gd name="connsiteX3" fmla="*/ 6953 w 14096"/>
                <a:gd name="connsiteY3" fmla="*/ 0 h 14097"/>
                <a:gd name="connsiteX4" fmla="*/ 14097 w 14096"/>
                <a:gd name="connsiteY4" fmla="*/ 7049 h 14097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14096" h="14097">
                  <a:moveTo>
                    <a:pt x="14097" y="7049"/>
                  </a:moveTo>
                  <a:cubicBezTo>
                    <a:pt x="14097" y="10954"/>
                    <a:pt x="10954" y="14097"/>
                    <a:pt x="7049" y="14097"/>
                  </a:cubicBezTo>
                  <a:cubicBezTo>
                    <a:pt x="3143" y="14097"/>
                    <a:pt x="0" y="10954"/>
                    <a:pt x="0" y="7049"/>
                  </a:cubicBezTo>
                  <a:cubicBezTo>
                    <a:pt x="0" y="3143"/>
                    <a:pt x="3048" y="0"/>
                    <a:pt x="6953" y="0"/>
                  </a:cubicBezTo>
                  <a:cubicBezTo>
                    <a:pt x="10859" y="0"/>
                    <a:pt x="14097" y="3143"/>
                    <a:pt x="14097" y="7049"/>
                  </a:cubicBezTo>
                  <a:close/>
                </a:path>
              </a:pathLst>
            </a:custGeom>
            <a:grpFill/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244" name="Freeform: Shape 243">
              <a:extLst>
                <a:ext uri="{FF2B5EF4-FFF2-40B4-BE49-F238E27FC236}">
                  <a16:creationId xmlns:a16="http://schemas.microsoft.com/office/drawing/2014/main" id="{51D613E3-18F5-4426-ADEB-DEC123E16B63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6326014" y="3067039"/>
              <a:ext cx="14096" cy="14097"/>
            </a:xfrm>
            <a:custGeom>
              <a:avLst/>
              <a:gdLst>
                <a:gd name="connsiteX0" fmla="*/ 14097 w 14096"/>
                <a:gd name="connsiteY0" fmla="*/ 7049 h 14097"/>
                <a:gd name="connsiteX1" fmla="*/ 7048 w 14096"/>
                <a:gd name="connsiteY1" fmla="*/ 14097 h 14097"/>
                <a:gd name="connsiteX2" fmla="*/ 0 w 14096"/>
                <a:gd name="connsiteY2" fmla="*/ 7049 h 14097"/>
                <a:gd name="connsiteX3" fmla="*/ 7048 w 14096"/>
                <a:gd name="connsiteY3" fmla="*/ 0 h 14097"/>
                <a:gd name="connsiteX4" fmla="*/ 14097 w 14096"/>
                <a:gd name="connsiteY4" fmla="*/ 7049 h 14097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14096" h="14097">
                  <a:moveTo>
                    <a:pt x="14097" y="7049"/>
                  </a:moveTo>
                  <a:cubicBezTo>
                    <a:pt x="14097" y="10954"/>
                    <a:pt x="10954" y="14097"/>
                    <a:pt x="7048" y="14097"/>
                  </a:cubicBezTo>
                  <a:cubicBezTo>
                    <a:pt x="3143" y="14097"/>
                    <a:pt x="0" y="10954"/>
                    <a:pt x="0" y="7049"/>
                  </a:cubicBezTo>
                  <a:cubicBezTo>
                    <a:pt x="0" y="3143"/>
                    <a:pt x="3143" y="0"/>
                    <a:pt x="7048" y="0"/>
                  </a:cubicBezTo>
                  <a:cubicBezTo>
                    <a:pt x="10954" y="0"/>
                    <a:pt x="14097" y="3143"/>
                    <a:pt x="14097" y="7049"/>
                  </a:cubicBezTo>
                  <a:close/>
                </a:path>
              </a:pathLst>
            </a:custGeom>
            <a:grpFill/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245" name="Freeform: Shape 244">
              <a:extLst>
                <a:ext uri="{FF2B5EF4-FFF2-40B4-BE49-F238E27FC236}">
                  <a16:creationId xmlns:a16="http://schemas.microsoft.com/office/drawing/2014/main" id="{1DC25548-A3A9-4018-A29B-6972D353F9B2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6385260" y="3067039"/>
              <a:ext cx="14096" cy="14097"/>
            </a:xfrm>
            <a:custGeom>
              <a:avLst/>
              <a:gdLst>
                <a:gd name="connsiteX0" fmla="*/ 14097 w 14096"/>
                <a:gd name="connsiteY0" fmla="*/ 7049 h 14097"/>
                <a:gd name="connsiteX1" fmla="*/ 7048 w 14096"/>
                <a:gd name="connsiteY1" fmla="*/ 14097 h 14097"/>
                <a:gd name="connsiteX2" fmla="*/ 0 w 14096"/>
                <a:gd name="connsiteY2" fmla="*/ 7049 h 14097"/>
                <a:gd name="connsiteX3" fmla="*/ 6953 w 14096"/>
                <a:gd name="connsiteY3" fmla="*/ 0 h 14097"/>
                <a:gd name="connsiteX4" fmla="*/ 14097 w 14096"/>
                <a:gd name="connsiteY4" fmla="*/ 7049 h 14097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14096" h="14097">
                  <a:moveTo>
                    <a:pt x="14097" y="7049"/>
                  </a:moveTo>
                  <a:cubicBezTo>
                    <a:pt x="14097" y="10954"/>
                    <a:pt x="10954" y="14097"/>
                    <a:pt x="7048" y="14097"/>
                  </a:cubicBezTo>
                  <a:cubicBezTo>
                    <a:pt x="3143" y="14097"/>
                    <a:pt x="0" y="10954"/>
                    <a:pt x="0" y="7049"/>
                  </a:cubicBezTo>
                  <a:cubicBezTo>
                    <a:pt x="0" y="3143"/>
                    <a:pt x="3048" y="0"/>
                    <a:pt x="6953" y="0"/>
                  </a:cubicBezTo>
                  <a:cubicBezTo>
                    <a:pt x="10858" y="0"/>
                    <a:pt x="14097" y="3143"/>
                    <a:pt x="14097" y="7049"/>
                  </a:cubicBezTo>
                  <a:close/>
                </a:path>
              </a:pathLst>
            </a:custGeom>
            <a:grpFill/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246" name="Freeform: Shape 245">
              <a:extLst>
                <a:ext uri="{FF2B5EF4-FFF2-40B4-BE49-F238E27FC236}">
                  <a16:creationId xmlns:a16="http://schemas.microsoft.com/office/drawing/2014/main" id="{7EDE6372-94D2-435D-BD43-A20072D8074F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6444410" y="3067039"/>
              <a:ext cx="14096" cy="14097"/>
            </a:xfrm>
            <a:custGeom>
              <a:avLst/>
              <a:gdLst>
                <a:gd name="connsiteX0" fmla="*/ 14097 w 14096"/>
                <a:gd name="connsiteY0" fmla="*/ 7049 h 14097"/>
                <a:gd name="connsiteX1" fmla="*/ 7048 w 14096"/>
                <a:gd name="connsiteY1" fmla="*/ 14097 h 14097"/>
                <a:gd name="connsiteX2" fmla="*/ 0 w 14096"/>
                <a:gd name="connsiteY2" fmla="*/ 7049 h 14097"/>
                <a:gd name="connsiteX3" fmla="*/ 7048 w 14096"/>
                <a:gd name="connsiteY3" fmla="*/ 0 h 14097"/>
                <a:gd name="connsiteX4" fmla="*/ 14097 w 14096"/>
                <a:gd name="connsiteY4" fmla="*/ 7049 h 14097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14096" h="14097">
                  <a:moveTo>
                    <a:pt x="14097" y="7049"/>
                  </a:moveTo>
                  <a:cubicBezTo>
                    <a:pt x="14097" y="10941"/>
                    <a:pt x="10941" y="14097"/>
                    <a:pt x="7048" y="14097"/>
                  </a:cubicBezTo>
                  <a:cubicBezTo>
                    <a:pt x="3156" y="14097"/>
                    <a:pt x="0" y="10941"/>
                    <a:pt x="0" y="7049"/>
                  </a:cubicBezTo>
                  <a:cubicBezTo>
                    <a:pt x="0" y="3156"/>
                    <a:pt x="3156" y="0"/>
                    <a:pt x="7048" y="0"/>
                  </a:cubicBezTo>
                  <a:cubicBezTo>
                    <a:pt x="10941" y="0"/>
                    <a:pt x="14097" y="3156"/>
                    <a:pt x="14097" y="7049"/>
                  </a:cubicBezTo>
                  <a:close/>
                </a:path>
              </a:pathLst>
            </a:custGeom>
            <a:grpFill/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247" name="Freeform: Shape 246">
              <a:extLst>
                <a:ext uri="{FF2B5EF4-FFF2-40B4-BE49-F238E27FC236}">
                  <a16:creationId xmlns:a16="http://schemas.microsoft.com/office/drawing/2014/main" id="{729575A6-77E2-4199-8F0A-27C89330A0C7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6148469" y="3126281"/>
              <a:ext cx="14097" cy="14099"/>
            </a:xfrm>
            <a:custGeom>
              <a:avLst/>
              <a:gdLst>
                <a:gd name="connsiteX0" fmla="*/ 14097 w 14097"/>
                <a:gd name="connsiteY0" fmla="*/ 7051 h 14099"/>
                <a:gd name="connsiteX1" fmla="*/ 7049 w 14097"/>
                <a:gd name="connsiteY1" fmla="*/ 14099 h 14099"/>
                <a:gd name="connsiteX2" fmla="*/ 0 w 14097"/>
                <a:gd name="connsiteY2" fmla="*/ 7051 h 14099"/>
                <a:gd name="connsiteX3" fmla="*/ 7049 w 14097"/>
                <a:gd name="connsiteY3" fmla="*/ 2 h 14099"/>
                <a:gd name="connsiteX4" fmla="*/ 14097 w 14097"/>
                <a:gd name="connsiteY4" fmla="*/ 7051 h 14099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14097" h="14099">
                  <a:moveTo>
                    <a:pt x="14097" y="7051"/>
                  </a:moveTo>
                  <a:cubicBezTo>
                    <a:pt x="14097" y="10956"/>
                    <a:pt x="10954" y="14099"/>
                    <a:pt x="7049" y="14099"/>
                  </a:cubicBezTo>
                  <a:cubicBezTo>
                    <a:pt x="3143" y="14099"/>
                    <a:pt x="0" y="10956"/>
                    <a:pt x="0" y="7051"/>
                  </a:cubicBezTo>
                  <a:cubicBezTo>
                    <a:pt x="0" y="3145"/>
                    <a:pt x="3143" y="2"/>
                    <a:pt x="7049" y="2"/>
                  </a:cubicBezTo>
                  <a:cubicBezTo>
                    <a:pt x="10954" y="-93"/>
                    <a:pt x="14097" y="3145"/>
                    <a:pt x="14097" y="7051"/>
                  </a:cubicBezTo>
                  <a:close/>
                </a:path>
              </a:pathLst>
            </a:custGeom>
            <a:grpFill/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248" name="Freeform: Shape 247">
              <a:extLst>
                <a:ext uri="{FF2B5EF4-FFF2-40B4-BE49-F238E27FC236}">
                  <a16:creationId xmlns:a16="http://schemas.microsoft.com/office/drawing/2014/main" id="{12EB506D-59AD-4011-80F8-36A2BDB9540A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6207620" y="3126281"/>
              <a:ext cx="14096" cy="14099"/>
            </a:xfrm>
            <a:custGeom>
              <a:avLst/>
              <a:gdLst>
                <a:gd name="connsiteX0" fmla="*/ 14097 w 14096"/>
                <a:gd name="connsiteY0" fmla="*/ 7051 h 14099"/>
                <a:gd name="connsiteX1" fmla="*/ 7048 w 14096"/>
                <a:gd name="connsiteY1" fmla="*/ 14099 h 14099"/>
                <a:gd name="connsiteX2" fmla="*/ 0 w 14096"/>
                <a:gd name="connsiteY2" fmla="*/ 7051 h 14099"/>
                <a:gd name="connsiteX3" fmla="*/ 7048 w 14096"/>
                <a:gd name="connsiteY3" fmla="*/ 2 h 14099"/>
                <a:gd name="connsiteX4" fmla="*/ 14097 w 14096"/>
                <a:gd name="connsiteY4" fmla="*/ 7051 h 14099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14096" h="14099">
                  <a:moveTo>
                    <a:pt x="14097" y="7051"/>
                  </a:moveTo>
                  <a:cubicBezTo>
                    <a:pt x="14097" y="10956"/>
                    <a:pt x="10954" y="14099"/>
                    <a:pt x="7048" y="14099"/>
                  </a:cubicBezTo>
                  <a:cubicBezTo>
                    <a:pt x="3143" y="14099"/>
                    <a:pt x="0" y="10956"/>
                    <a:pt x="0" y="7051"/>
                  </a:cubicBezTo>
                  <a:cubicBezTo>
                    <a:pt x="0" y="3145"/>
                    <a:pt x="3143" y="2"/>
                    <a:pt x="7048" y="2"/>
                  </a:cubicBezTo>
                  <a:cubicBezTo>
                    <a:pt x="10954" y="-93"/>
                    <a:pt x="14097" y="3145"/>
                    <a:pt x="14097" y="7051"/>
                  </a:cubicBezTo>
                  <a:close/>
                </a:path>
              </a:pathLst>
            </a:custGeom>
            <a:grpFill/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249" name="Freeform: Shape 248">
              <a:extLst>
                <a:ext uri="{FF2B5EF4-FFF2-40B4-BE49-F238E27FC236}">
                  <a16:creationId xmlns:a16="http://schemas.microsoft.com/office/drawing/2014/main" id="{92FD46FA-14EB-46A2-B4A3-ECD1F49BAC63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6266865" y="3126281"/>
              <a:ext cx="14096" cy="14099"/>
            </a:xfrm>
            <a:custGeom>
              <a:avLst/>
              <a:gdLst>
                <a:gd name="connsiteX0" fmla="*/ 14097 w 14096"/>
                <a:gd name="connsiteY0" fmla="*/ 7051 h 14099"/>
                <a:gd name="connsiteX1" fmla="*/ 7049 w 14096"/>
                <a:gd name="connsiteY1" fmla="*/ 14099 h 14099"/>
                <a:gd name="connsiteX2" fmla="*/ 0 w 14096"/>
                <a:gd name="connsiteY2" fmla="*/ 7051 h 14099"/>
                <a:gd name="connsiteX3" fmla="*/ 7049 w 14096"/>
                <a:gd name="connsiteY3" fmla="*/ 2 h 14099"/>
                <a:gd name="connsiteX4" fmla="*/ 14097 w 14096"/>
                <a:gd name="connsiteY4" fmla="*/ 7051 h 14099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14096" h="14099">
                  <a:moveTo>
                    <a:pt x="14097" y="7051"/>
                  </a:moveTo>
                  <a:cubicBezTo>
                    <a:pt x="14097" y="10956"/>
                    <a:pt x="10954" y="14099"/>
                    <a:pt x="7049" y="14099"/>
                  </a:cubicBezTo>
                  <a:cubicBezTo>
                    <a:pt x="3143" y="14099"/>
                    <a:pt x="0" y="10956"/>
                    <a:pt x="0" y="7051"/>
                  </a:cubicBezTo>
                  <a:cubicBezTo>
                    <a:pt x="0" y="3145"/>
                    <a:pt x="3143" y="2"/>
                    <a:pt x="7049" y="2"/>
                  </a:cubicBezTo>
                  <a:cubicBezTo>
                    <a:pt x="10859" y="-93"/>
                    <a:pt x="14097" y="3145"/>
                    <a:pt x="14097" y="7051"/>
                  </a:cubicBezTo>
                  <a:close/>
                </a:path>
              </a:pathLst>
            </a:custGeom>
            <a:grpFill/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250" name="Freeform: Shape 249">
              <a:extLst>
                <a:ext uri="{FF2B5EF4-FFF2-40B4-BE49-F238E27FC236}">
                  <a16:creationId xmlns:a16="http://schemas.microsoft.com/office/drawing/2014/main" id="{1CD84E07-49A9-40E3-B34C-91C156C9C60F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6326014" y="3126281"/>
              <a:ext cx="14096" cy="14099"/>
            </a:xfrm>
            <a:custGeom>
              <a:avLst/>
              <a:gdLst>
                <a:gd name="connsiteX0" fmla="*/ 14097 w 14096"/>
                <a:gd name="connsiteY0" fmla="*/ 7051 h 14099"/>
                <a:gd name="connsiteX1" fmla="*/ 7048 w 14096"/>
                <a:gd name="connsiteY1" fmla="*/ 14099 h 14099"/>
                <a:gd name="connsiteX2" fmla="*/ 0 w 14096"/>
                <a:gd name="connsiteY2" fmla="*/ 7051 h 14099"/>
                <a:gd name="connsiteX3" fmla="*/ 7048 w 14096"/>
                <a:gd name="connsiteY3" fmla="*/ 2 h 14099"/>
                <a:gd name="connsiteX4" fmla="*/ 14097 w 14096"/>
                <a:gd name="connsiteY4" fmla="*/ 7051 h 14099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14096" h="14099">
                  <a:moveTo>
                    <a:pt x="14097" y="7051"/>
                  </a:moveTo>
                  <a:cubicBezTo>
                    <a:pt x="14097" y="10956"/>
                    <a:pt x="10954" y="14099"/>
                    <a:pt x="7048" y="14099"/>
                  </a:cubicBezTo>
                  <a:cubicBezTo>
                    <a:pt x="3143" y="14099"/>
                    <a:pt x="0" y="10956"/>
                    <a:pt x="0" y="7051"/>
                  </a:cubicBezTo>
                  <a:cubicBezTo>
                    <a:pt x="0" y="3145"/>
                    <a:pt x="3143" y="2"/>
                    <a:pt x="7048" y="2"/>
                  </a:cubicBezTo>
                  <a:cubicBezTo>
                    <a:pt x="10954" y="-93"/>
                    <a:pt x="14097" y="3145"/>
                    <a:pt x="14097" y="7051"/>
                  </a:cubicBezTo>
                  <a:close/>
                </a:path>
              </a:pathLst>
            </a:custGeom>
            <a:grpFill/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251" name="Freeform: Shape 250">
              <a:extLst>
                <a:ext uri="{FF2B5EF4-FFF2-40B4-BE49-F238E27FC236}">
                  <a16:creationId xmlns:a16="http://schemas.microsoft.com/office/drawing/2014/main" id="{F3090306-C384-44A0-8C38-77397133BA04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6385260" y="3126281"/>
              <a:ext cx="14096" cy="14099"/>
            </a:xfrm>
            <a:custGeom>
              <a:avLst/>
              <a:gdLst>
                <a:gd name="connsiteX0" fmla="*/ 14097 w 14096"/>
                <a:gd name="connsiteY0" fmla="*/ 7051 h 14099"/>
                <a:gd name="connsiteX1" fmla="*/ 7048 w 14096"/>
                <a:gd name="connsiteY1" fmla="*/ 14099 h 14099"/>
                <a:gd name="connsiteX2" fmla="*/ 0 w 14096"/>
                <a:gd name="connsiteY2" fmla="*/ 7051 h 14099"/>
                <a:gd name="connsiteX3" fmla="*/ 7048 w 14096"/>
                <a:gd name="connsiteY3" fmla="*/ 2 h 14099"/>
                <a:gd name="connsiteX4" fmla="*/ 14097 w 14096"/>
                <a:gd name="connsiteY4" fmla="*/ 7051 h 14099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14096" h="14099">
                  <a:moveTo>
                    <a:pt x="14097" y="7051"/>
                  </a:moveTo>
                  <a:cubicBezTo>
                    <a:pt x="14097" y="10956"/>
                    <a:pt x="10954" y="14099"/>
                    <a:pt x="7048" y="14099"/>
                  </a:cubicBezTo>
                  <a:cubicBezTo>
                    <a:pt x="3143" y="14099"/>
                    <a:pt x="0" y="10956"/>
                    <a:pt x="0" y="7051"/>
                  </a:cubicBezTo>
                  <a:cubicBezTo>
                    <a:pt x="0" y="3145"/>
                    <a:pt x="3143" y="2"/>
                    <a:pt x="7048" y="2"/>
                  </a:cubicBezTo>
                  <a:cubicBezTo>
                    <a:pt x="10858" y="-93"/>
                    <a:pt x="14097" y="3145"/>
                    <a:pt x="14097" y="7051"/>
                  </a:cubicBezTo>
                  <a:close/>
                </a:path>
              </a:pathLst>
            </a:custGeom>
            <a:grpFill/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252" name="Freeform: Shape 251">
              <a:extLst>
                <a:ext uri="{FF2B5EF4-FFF2-40B4-BE49-F238E27FC236}">
                  <a16:creationId xmlns:a16="http://schemas.microsoft.com/office/drawing/2014/main" id="{3515E97E-31A4-4273-AB55-8EAD74CB9EBB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6444410" y="3126283"/>
              <a:ext cx="14096" cy="14097"/>
            </a:xfrm>
            <a:custGeom>
              <a:avLst/>
              <a:gdLst>
                <a:gd name="connsiteX0" fmla="*/ 14097 w 14096"/>
                <a:gd name="connsiteY0" fmla="*/ 7049 h 14097"/>
                <a:gd name="connsiteX1" fmla="*/ 7048 w 14096"/>
                <a:gd name="connsiteY1" fmla="*/ 14097 h 14097"/>
                <a:gd name="connsiteX2" fmla="*/ 0 w 14096"/>
                <a:gd name="connsiteY2" fmla="*/ 7049 h 14097"/>
                <a:gd name="connsiteX3" fmla="*/ 7048 w 14096"/>
                <a:gd name="connsiteY3" fmla="*/ 0 h 14097"/>
                <a:gd name="connsiteX4" fmla="*/ 14097 w 14096"/>
                <a:gd name="connsiteY4" fmla="*/ 7049 h 14097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14096" h="14097">
                  <a:moveTo>
                    <a:pt x="14097" y="7049"/>
                  </a:moveTo>
                  <a:cubicBezTo>
                    <a:pt x="14097" y="10954"/>
                    <a:pt x="10954" y="14097"/>
                    <a:pt x="7048" y="14097"/>
                  </a:cubicBezTo>
                  <a:cubicBezTo>
                    <a:pt x="3143" y="14097"/>
                    <a:pt x="0" y="10954"/>
                    <a:pt x="0" y="7049"/>
                  </a:cubicBezTo>
                  <a:cubicBezTo>
                    <a:pt x="0" y="3143"/>
                    <a:pt x="3143" y="0"/>
                    <a:pt x="7048" y="0"/>
                  </a:cubicBezTo>
                  <a:cubicBezTo>
                    <a:pt x="10954" y="0"/>
                    <a:pt x="14097" y="3143"/>
                    <a:pt x="14097" y="7049"/>
                  </a:cubicBezTo>
                  <a:close/>
                </a:path>
              </a:pathLst>
            </a:custGeom>
            <a:grpFill/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253" name="Freeform: Shape 252">
              <a:extLst>
                <a:ext uri="{FF2B5EF4-FFF2-40B4-BE49-F238E27FC236}">
                  <a16:creationId xmlns:a16="http://schemas.microsoft.com/office/drawing/2014/main" id="{792F63CA-0494-43E2-A0AA-37C35C832606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6148469" y="3185433"/>
              <a:ext cx="14097" cy="14096"/>
            </a:xfrm>
            <a:custGeom>
              <a:avLst/>
              <a:gdLst>
                <a:gd name="connsiteX0" fmla="*/ 14097 w 14097"/>
                <a:gd name="connsiteY0" fmla="*/ 7048 h 14096"/>
                <a:gd name="connsiteX1" fmla="*/ 7049 w 14097"/>
                <a:gd name="connsiteY1" fmla="*/ 14097 h 14096"/>
                <a:gd name="connsiteX2" fmla="*/ 0 w 14097"/>
                <a:gd name="connsiteY2" fmla="*/ 7048 h 14096"/>
                <a:gd name="connsiteX3" fmla="*/ 7049 w 14097"/>
                <a:gd name="connsiteY3" fmla="*/ 0 h 14096"/>
                <a:gd name="connsiteX4" fmla="*/ 14097 w 14097"/>
                <a:gd name="connsiteY4" fmla="*/ 7048 h 1409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14097" h="14096">
                  <a:moveTo>
                    <a:pt x="14097" y="7048"/>
                  </a:moveTo>
                  <a:cubicBezTo>
                    <a:pt x="14097" y="10954"/>
                    <a:pt x="10954" y="14097"/>
                    <a:pt x="7049" y="14097"/>
                  </a:cubicBezTo>
                  <a:cubicBezTo>
                    <a:pt x="3143" y="14097"/>
                    <a:pt x="0" y="10954"/>
                    <a:pt x="0" y="7048"/>
                  </a:cubicBezTo>
                  <a:cubicBezTo>
                    <a:pt x="0" y="3143"/>
                    <a:pt x="3143" y="0"/>
                    <a:pt x="7049" y="0"/>
                  </a:cubicBezTo>
                  <a:cubicBezTo>
                    <a:pt x="10954" y="0"/>
                    <a:pt x="14097" y="3143"/>
                    <a:pt x="14097" y="7048"/>
                  </a:cubicBezTo>
                  <a:close/>
                </a:path>
              </a:pathLst>
            </a:custGeom>
            <a:grpFill/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254" name="Freeform: Shape 253">
              <a:extLst>
                <a:ext uri="{FF2B5EF4-FFF2-40B4-BE49-F238E27FC236}">
                  <a16:creationId xmlns:a16="http://schemas.microsoft.com/office/drawing/2014/main" id="{5389A040-E4CC-4CE7-8B9F-40ECA9ACE11A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6207620" y="3185433"/>
              <a:ext cx="14096" cy="14096"/>
            </a:xfrm>
            <a:custGeom>
              <a:avLst/>
              <a:gdLst>
                <a:gd name="connsiteX0" fmla="*/ 14097 w 14096"/>
                <a:gd name="connsiteY0" fmla="*/ 7048 h 14096"/>
                <a:gd name="connsiteX1" fmla="*/ 7048 w 14096"/>
                <a:gd name="connsiteY1" fmla="*/ 14097 h 14096"/>
                <a:gd name="connsiteX2" fmla="*/ 0 w 14096"/>
                <a:gd name="connsiteY2" fmla="*/ 7048 h 14096"/>
                <a:gd name="connsiteX3" fmla="*/ 7048 w 14096"/>
                <a:gd name="connsiteY3" fmla="*/ 0 h 14096"/>
                <a:gd name="connsiteX4" fmla="*/ 14097 w 14096"/>
                <a:gd name="connsiteY4" fmla="*/ 7048 h 1409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14096" h="14096">
                  <a:moveTo>
                    <a:pt x="14097" y="7048"/>
                  </a:moveTo>
                  <a:cubicBezTo>
                    <a:pt x="14097" y="10954"/>
                    <a:pt x="10954" y="14097"/>
                    <a:pt x="7048" y="14097"/>
                  </a:cubicBezTo>
                  <a:cubicBezTo>
                    <a:pt x="3143" y="14097"/>
                    <a:pt x="0" y="10954"/>
                    <a:pt x="0" y="7048"/>
                  </a:cubicBezTo>
                  <a:cubicBezTo>
                    <a:pt x="0" y="3143"/>
                    <a:pt x="3143" y="0"/>
                    <a:pt x="7048" y="0"/>
                  </a:cubicBezTo>
                  <a:cubicBezTo>
                    <a:pt x="10954" y="0"/>
                    <a:pt x="14097" y="3143"/>
                    <a:pt x="14097" y="7048"/>
                  </a:cubicBezTo>
                  <a:close/>
                </a:path>
              </a:pathLst>
            </a:custGeom>
            <a:grpFill/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255" name="Freeform: Shape 254">
              <a:extLst>
                <a:ext uri="{FF2B5EF4-FFF2-40B4-BE49-F238E27FC236}">
                  <a16:creationId xmlns:a16="http://schemas.microsoft.com/office/drawing/2014/main" id="{1BA51B23-705C-49BE-B606-8A9B623E0A55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6266865" y="3185433"/>
              <a:ext cx="14096" cy="14096"/>
            </a:xfrm>
            <a:custGeom>
              <a:avLst/>
              <a:gdLst>
                <a:gd name="connsiteX0" fmla="*/ 14097 w 14096"/>
                <a:gd name="connsiteY0" fmla="*/ 7048 h 14096"/>
                <a:gd name="connsiteX1" fmla="*/ 7049 w 14096"/>
                <a:gd name="connsiteY1" fmla="*/ 14097 h 14096"/>
                <a:gd name="connsiteX2" fmla="*/ 0 w 14096"/>
                <a:gd name="connsiteY2" fmla="*/ 7048 h 14096"/>
                <a:gd name="connsiteX3" fmla="*/ 7049 w 14096"/>
                <a:gd name="connsiteY3" fmla="*/ 0 h 14096"/>
                <a:gd name="connsiteX4" fmla="*/ 14097 w 14096"/>
                <a:gd name="connsiteY4" fmla="*/ 7048 h 1409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14096" h="14096">
                  <a:moveTo>
                    <a:pt x="14097" y="7048"/>
                  </a:moveTo>
                  <a:cubicBezTo>
                    <a:pt x="14097" y="10954"/>
                    <a:pt x="10954" y="14097"/>
                    <a:pt x="7049" y="14097"/>
                  </a:cubicBezTo>
                  <a:cubicBezTo>
                    <a:pt x="3143" y="14097"/>
                    <a:pt x="0" y="10954"/>
                    <a:pt x="0" y="7048"/>
                  </a:cubicBezTo>
                  <a:cubicBezTo>
                    <a:pt x="0" y="3143"/>
                    <a:pt x="3143" y="0"/>
                    <a:pt x="7049" y="0"/>
                  </a:cubicBezTo>
                  <a:cubicBezTo>
                    <a:pt x="10859" y="0"/>
                    <a:pt x="14097" y="3143"/>
                    <a:pt x="14097" y="7048"/>
                  </a:cubicBezTo>
                  <a:close/>
                </a:path>
              </a:pathLst>
            </a:custGeom>
            <a:grpFill/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256" name="Freeform: Shape 255">
              <a:extLst>
                <a:ext uri="{FF2B5EF4-FFF2-40B4-BE49-F238E27FC236}">
                  <a16:creationId xmlns:a16="http://schemas.microsoft.com/office/drawing/2014/main" id="{B16EF17A-F451-4B5B-9052-33A9116E9DEA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6326014" y="3185433"/>
              <a:ext cx="14096" cy="14096"/>
            </a:xfrm>
            <a:custGeom>
              <a:avLst/>
              <a:gdLst>
                <a:gd name="connsiteX0" fmla="*/ 14097 w 14096"/>
                <a:gd name="connsiteY0" fmla="*/ 7048 h 14096"/>
                <a:gd name="connsiteX1" fmla="*/ 7048 w 14096"/>
                <a:gd name="connsiteY1" fmla="*/ 14097 h 14096"/>
                <a:gd name="connsiteX2" fmla="*/ 0 w 14096"/>
                <a:gd name="connsiteY2" fmla="*/ 7048 h 14096"/>
                <a:gd name="connsiteX3" fmla="*/ 7048 w 14096"/>
                <a:gd name="connsiteY3" fmla="*/ 0 h 14096"/>
                <a:gd name="connsiteX4" fmla="*/ 14097 w 14096"/>
                <a:gd name="connsiteY4" fmla="*/ 7048 h 1409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14096" h="14096">
                  <a:moveTo>
                    <a:pt x="14097" y="7048"/>
                  </a:moveTo>
                  <a:cubicBezTo>
                    <a:pt x="14097" y="10954"/>
                    <a:pt x="10954" y="14097"/>
                    <a:pt x="7048" y="14097"/>
                  </a:cubicBezTo>
                  <a:cubicBezTo>
                    <a:pt x="3143" y="14097"/>
                    <a:pt x="0" y="10954"/>
                    <a:pt x="0" y="7048"/>
                  </a:cubicBezTo>
                  <a:cubicBezTo>
                    <a:pt x="0" y="3143"/>
                    <a:pt x="3143" y="0"/>
                    <a:pt x="7048" y="0"/>
                  </a:cubicBezTo>
                  <a:cubicBezTo>
                    <a:pt x="10954" y="0"/>
                    <a:pt x="14097" y="3143"/>
                    <a:pt x="14097" y="7048"/>
                  </a:cubicBezTo>
                  <a:close/>
                </a:path>
              </a:pathLst>
            </a:custGeom>
            <a:grpFill/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257" name="Freeform: Shape 256">
              <a:extLst>
                <a:ext uri="{FF2B5EF4-FFF2-40B4-BE49-F238E27FC236}">
                  <a16:creationId xmlns:a16="http://schemas.microsoft.com/office/drawing/2014/main" id="{1B20B7D1-27D7-4E1A-A317-E9E7A105A94B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6385260" y="3185433"/>
              <a:ext cx="14096" cy="14096"/>
            </a:xfrm>
            <a:custGeom>
              <a:avLst/>
              <a:gdLst>
                <a:gd name="connsiteX0" fmla="*/ 14097 w 14096"/>
                <a:gd name="connsiteY0" fmla="*/ 7048 h 14096"/>
                <a:gd name="connsiteX1" fmla="*/ 7048 w 14096"/>
                <a:gd name="connsiteY1" fmla="*/ 14097 h 14096"/>
                <a:gd name="connsiteX2" fmla="*/ 0 w 14096"/>
                <a:gd name="connsiteY2" fmla="*/ 7048 h 14096"/>
                <a:gd name="connsiteX3" fmla="*/ 7048 w 14096"/>
                <a:gd name="connsiteY3" fmla="*/ 0 h 14096"/>
                <a:gd name="connsiteX4" fmla="*/ 14097 w 14096"/>
                <a:gd name="connsiteY4" fmla="*/ 7048 h 1409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14096" h="14096">
                  <a:moveTo>
                    <a:pt x="14097" y="7048"/>
                  </a:moveTo>
                  <a:cubicBezTo>
                    <a:pt x="14097" y="10954"/>
                    <a:pt x="10954" y="14097"/>
                    <a:pt x="7048" y="14097"/>
                  </a:cubicBezTo>
                  <a:cubicBezTo>
                    <a:pt x="3143" y="14097"/>
                    <a:pt x="0" y="10954"/>
                    <a:pt x="0" y="7048"/>
                  </a:cubicBezTo>
                  <a:cubicBezTo>
                    <a:pt x="0" y="3143"/>
                    <a:pt x="3143" y="0"/>
                    <a:pt x="7048" y="0"/>
                  </a:cubicBezTo>
                  <a:cubicBezTo>
                    <a:pt x="10858" y="0"/>
                    <a:pt x="14097" y="3143"/>
                    <a:pt x="14097" y="7048"/>
                  </a:cubicBezTo>
                  <a:close/>
                </a:path>
              </a:pathLst>
            </a:custGeom>
            <a:grpFill/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258" name="Freeform: Shape 257">
              <a:extLst>
                <a:ext uri="{FF2B5EF4-FFF2-40B4-BE49-F238E27FC236}">
                  <a16:creationId xmlns:a16="http://schemas.microsoft.com/office/drawing/2014/main" id="{1E3FADAF-FD1D-45B2-A40D-EBDD536E7560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6444410" y="3185432"/>
              <a:ext cx="14096" cy="14097"/>
            </a:xfrm>
            <a:custGeom>
              <a:avLst/>
              <a:gdLst>
                <a:gd name="connsiteX0" fmla="*/ 14097 w 14096"/>
                <a:gd name="connsiteY0" fmla="*/ 7049 h 14097"/>
                <a:gd name="connsiteX1" fmla="*/ 7048 w 14096"/>
                <a:gd name="connsiteY1" fmla="*/ 14097 h 14097"/>
                <a:gd name="connsiteX2" fmla="*/ 0 w 14096"/>
                <a:gd name="connsiteY2" fmla="*/ 7049 h 14097"/>
                <a:gd name="connsiteX3" fmla="*/ 7048 w 14096"/>
                <a:gd name="connsiteY3" fmla="*/ 0 h 14097"/>
                <a:gd name="connsiteX4" fmla="*/ 14097 w 14096"/>
                <a:gd name="connsiteY4" fmla="*/ 7049 h 14097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14096" h="14097">
                  <a:moveTo>
                    <a:pt x="14097" y="7049"/>
                  </a:moveTo>
                  <a:cubicBezTo>
                    <a:pt x="14097" y="10941"/>
                    <a:pt x="10941" y="14097"/>
                    <a:pt x="7048" y="14097"/>
                  </a:cubicBezTo>
                  <a:cubicBezTo>
                    <a:pt x="3156" y="14097"/>
                    <a:pt x="0" y="10941"/>
                    <a:pt x="0" y="7049"/>
                  </a:cubicBezTo>
                  <a:cubicBezTo>
                    <a:pt x="0" y="3156"/>
                    <a:pt x="3156" y="0"/>
                    <a:pt x="7048" y="0"/>
                  </a:cubicBezTo>
                  <a:cubicBezTo>
                    <a:pt x="10941" y="0"/>
                    <a:pt x="14097" y="3156"/>
                    <a:pt x="14097" y="7049"/>
                  </a:cubicBezTo>
                  <a:close/>
                </a:path>
              </a:pathLst>
            </a:custGeom>
            <a:grpFill/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259" name="Freeform: Shape 258">
              <a:extLst>
                <a:ext uri="{FF2B5EF4-FFF2-40B4-BE49-F238E27FC236}">
                  <a16:creationId xmlns:a16="http://schemas.microsoft.com/office/drawing/2014/main" id="{301257BA-BCE2-4479-A04F-A9DBFAF9289F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6148469" y="3244676"/>
              <a:ext cx="14097" cy="14099"/>
            </a:xfrm>
            <a:custGeom>
              <a:avLst/>
              <a:gdLst>
                <a:gd name="connsiteX0" fmla="*/ 14097 w 14097"/>
                <a:gd name="connsiteY0" fmla="*/ 7051 h 14099"/>
                <a:gd name="connsiteX1" fmla="*/ 7049 w 14097"/>
                <a:gd name="connsiteY1" fmla="*/ 14099 h 14099"/>
                <a:gd name="connsiteX2" fmla="*/ 0 w 14097"/>
                <a:gd name="connsiteY2" fmla="*/ 7051 h 14099"/>
                <a:gd name="connsiteX3" fmla="*/ 7049 w 14097"/>
                <a:gd name="connsiteY3" fmla="*/ 2 h 14099"/>
                <a:gd name="connsiteX4" fmla="*/ 14097 w 14097"/>
                <a:gd name="connsiteY4" fmla="*/ 7051 h 14099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14097" h="14099">
                  <a:moveTo>
                    <a:pt x="14097" y="7051"/>
                  </a:moveTo>
                  <a:cubicBezTo>
                    <a:pt x="14097" y="10956"/>
                    <a:pt x="10954" y="14099"/>
                    <a:pt x="7049" y="14099"/>
                  </a:cubicBezTo>
                  <a:cubicBezTo>
                    <a:pt x="3143" y="14099"/>
                    <a:pt x="0" y="10956"/>
                    <a:pt x="0" y="7051"/>
                  </a:cubicBezTo>
                  <a:cubicBezTo>
                    <a:pt x="0" y="3145"/>
                    <a:pt x="3143" y="2"/>
                    <a:pt x="7049" y="2"/>
                  </a:cubicBezTo>
                  <a:cubicBezTo>
                    <a:pt x="10954" y="-93"/>
                    <a:pt x="14097" y="3145"/>
                    <a:pt x="14097" y="7051"/>
                  </a:cubicBezTo>
                  <a:close/>
                </a:path>
              </a:pathLst>
            </a:custGeom>
            <a:grpFill/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260" name="Freeform: Shape 259">
              <a:extLst>
                <a:ext uri="{FF2B5EF4-FFF2-40B4-BE49-F238E27FC236}">
                  <a16:creationId xmlns:a16="http://schemas.microsoft.com/office/drawing/2014/main" id="{619D0ABC-04D9-405A-A52F-5EEC01762AA1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6207620" y="3244676"/>
              <a:ext cx="14096" cy="14099"/>
            </a:xfrm>
            <a:custGeom>
              <a:avLst/>
              <a:gdLst>
                <a:gd name="connsiteX0" fmla="*/ 14097 w 14096"/>
                <a:gd name="connsiteY0" fmla="*/ 7051 h 14099"/>
                <a:gd name="connsiteX1" fmla="*/ 7048 w 14096"/>
                <a:gd name="connsiteY1" fmla="*/ 14099 h 14099"/>
                <a:gd name="connsiteX2" fmla="*/ 0 w 14096"/>
                <a:gd name="connsiteY2" fmla="*/ 7051 h 14099"/>
                <a:gd name="connsiteX3" fmla="*/ 7048 w 14096"/>
                <a:gd name="connsiteY3" fmla="*/ 2 h 14099"/>
                <a:gd name="connsiteX4" fmla="*/ 14097 w 14096"/>
                <a:gd name="connsiteY4" fmla="*/ 7051 h 14099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14096" h="14099">
                  <a:moveTo>
                    <a:pt x="14097" y="7051"/>
                  </a:moveTo>
                  <a:cubicBezTo>
                    <a:pt x="14097" y="10956"/>
                    <a:pt x="10954" y="14099"/>
                    <a:pt x="7048" y="14099"/>
                  </a:cubicBezTo>
                  <a:cubicBezTo>
                    <a:pt x="3143" y="14099"/>
                    <a:pt x="0" y="10956"/>
                    <a:pt x="0" y="7051"/>
                  </a:cubicBezTo>
                  <a:cubicBezTo>
                    <a:pt x="0" y="3145"/>
                    <a:pt x="3143" y="2"/>
                    <a:pt x="7048" y="2"/>
                  </a:cubicBezTo>
                  <a:cubicBezTo>
                    <a:pt x="10954" y="-93"/>
                    <a:pt x="14097" y="3145"/>
                    <a:pt x="14097" y="7051"/>
                  </a:cubicBezTo>
                  <a:close/>
                </a:path>
              </a:pathLst>
            </a:custGeom>
            <a:grpFill/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261" name="Freeform: Shape 260">
              <a:extLst>
                <a:ext uri="{FF2B5EF4-FFF2-40B4-BE49-F238E27FC236}">
                  <a16:creationId xmlns:a16="http://schemas.microsoft.com/office/drawing/2014/main" id="{123AE5C7-608A-47A7-B7A1-55662B70BF39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6266865" y="3244676"/>
              <a:ext cx="14096" cy="14099"/>
            </a:xfrm>
            <a:custGeom>
              <a:avLst/>
              <a:gdLst>
                <a:gd name="connsiteX0" fmla="*/ 14097 w 14096"/>
                <a:gd name="connsiteY0" fmla="*/ 7051 h 14099"/>
                <a:gd name="connsiteX1" fmla="*/ 7049 w 14096"/>
                <a:gd name="connsiteY1" fmla="*/ 14099 h 14099"/>
                <a:gd name="connsiteX2" fmla="*/ 0 w 14096"/>
                <a:gd name="connsiteY2" fmla="*/ 7051 h 14099"/>
                <a:gd name="connsiteX3" fmla="*/ 7049 w 14096"/>
                <a:gd name="connsiteY3" fmla="*/ 2 h 14099"/>
                <a:gd name="connsiteX4" fmla="*/ 14097 w 14096"/>
                <a:gd name="connsiteY4" fmla="*/ 7051 h 14099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14096" h="14099">
                  <a:moveTo>
                    <a:pt x="14097" y="7051"/>
                  </a:moveTo>
                  <a:cubicBezTo>
                    <a:pt x="14097" y="10956"/>
                    <a:pt x="10954" y="14099"/>
                    <a:pt x="7049" y="14099"/>
                  </a:cubicBezTo>
                  <a:cubicBezTo>
                    <a:pt x="3143" y="14099"/>
                    <a:pt x="0" y="10956"/>
                    <a:pt x="0" y="7051"/>
                  </a:cubicBezTo>
                  <a:cubicBezTo>
                    <a:pt x="0" y="3145"/>
                    <a:pt x="3143" y="2"/>
                    <a:pt x="7049" y="2"/>
                  </a:cubicBezTo>
                  <a:cubicBezTo>
                    <a:pt x="10859" y="-93"/>
                    <a:pt x="14097" y="3145"/>
                    <a:pt x="14097" y="7051"/>
                  </a:cubicBezTo>
                  <a:close/>
                </a:path>
              </a:pathLst>
            </a:custGeom>
            <a:grpFill/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262" name="Freeform: Shape 261">
              <a:extLst>
                <a:ext uri="{FF2B5EF4-FFF2-40B4-BE49-F238E27FC236}">
                  <a16:creationId xmlns:a16="http://schemas.microsoft.com/office/drawing/2014/main" id="{957BDA1A-3081-45EB-A31E-3F98EC6DC30C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6326014" y="3244676"/>
              <a:ext cx="14096" cy="14099"/>
            </a:xfrm>
            <a:custGeom>
              <a:avLst/>
              <a:gdLst>
                <a:gd name="connsiteX0" fmla="*/ 14097 w 14096"/>
                <a:gd name="connsiteY0" fmla="*/ 7051 h 14099"/>
                <a:gd name="connsiteX1" fmla="*/ 7048 w 14096"/>
                <a:gd name="connsiteY1" fmla="*/ 14099 h 14099"/>
                <a:gd name="connsiteX2" fmla="*/ 0 w 14096"/>
                <a:gd name="connsiteY2" fmla="*/ 7051 h 14099"/>
                <a:gd name="connsiteX3" fmla="*/ 7048 w 14096"/>
                <a:gd name="connsiteY3" fmla="*/ 2 h 14099"/>
                <a:gd name="connsiteX4" fmla="*/ 14097 w 14096"/>
                <a:gd name="connsiteY4" fmla="*/ 7051 h 14099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14096" h="14099">
                  <a:moveTo>
                    <a:pt x="14097" y="7051"/>
                  </a:moveTo>
                  <a:cubicBezTo>
                    <a:pt x="14097" y="10956"/>
                    <a:pt x="10954" y="14099"/>
                    <a:pt x="7048" y="14099"/>
                  </a:cubicBezTo>
                  <a:cubicBezTo>
                    <a:pt x="3143" y="14099"/>
                    <a:pt x="0" y="10956"/>
                    <a:pt x="0" y="7051"/>
                  </a:cubicBezTo>
                  <a:cubicBezTo>
                    <a:pt x="0" y="3145"/>
                    <a:pt x="3143" y="2"/>
                    <a:pt x="7048" y="2"/>
                  </a:cubicBezTo>
                  <a:cubicBezTo>
                    <a:pt x="10954" y="-93"/>
                    <a:pt x="14097" y="3145"/>
                    <a:pt x="14097" y="7051"/>
                  </a:cubicBezTo>
                  <a:close/>
                </a:path>
              </a:pathLst>
            </a:custGeom>
            <a:grpFill/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263" name="Freeform: Shape 262">
              <a:extLst>
                <a:ext uri="{FF2B5EF4-FFF2-40B4-BE49-F238E27FC236}">
                  <a16:creationId xmlns:a16="http://schemas.microsoft.com/office/drawing/2014/main" id="{683DDA50-C794-4DC5-8297-CFDEB8DCB4A5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6385260" y="3244676"/>
              <a:ext cx="14096" cy="14099"/>
            </a:xfrm>
            <a:custGeom>
              <a:avLst/>
              <a:gdLst>
                <a:gd name="connsiteX0" fmla="*/ 14097 w 14096"/>
                <a:gd name="connsiteY0" fmla="*/ 7051 h 14099"/>
                <a:gd name="connsiteX1" fmla="*/ 7048 w 14096"/>
                <a:gd name="connsiteY1" fmla="*/ 14099 h 14099"/>
                <a:gd name="connsiteX2" fmla="*/ 0 w 14096"/>
                <a:gd name="connsiteY2" fmla="*/ 7051 h 14099"/>
                <a:gd name="connsiteX3" fmla="*/ 7048 w 14096"/>
                <a:gd name="connsiteY3" fmla="*/ 2 h 14099"/>
                <a:gd name="connsiteX4" fmla="*/ 14097 w 14096"/>
                <a:gd name="connsiteY4" fmla="*/ 7051 h 14099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14096" h="14099">
                  <a:moveTo>
                    <a:pt x="14097" y="7051"/>
                  </a:moveTo>
                  <a:cubicBezTo>
                    <a:pt x="14097" y="10956"/>
                    <a:pt x="10954" y="14099"/>
                    <a:pt x="7048" y="14099"/>
                  </a:cubicBezTo>
                  <a:cubicBezTo>
                    <a:pt x="3143" y="14099"/>
                    <a:pt x="0" y="10956"/>
                    <a:pt x="0" y="7051"/>
                  </a:cubicBezTo>
                  <a:cubicBezTo>
                    <a:pt x="0" y="3145"/>
                    <a:pt x="3143" y="2"/>
                    <a:pt x="7048" y="2"/>
                  </a:cubicBezTo>
                  <a:cubicBezTo>
                    <a:pt x="10858" y="-93"/>
                    <a:pt x="14097" y="3145"/>
                    <a:pt x="14097" y="7051"/>
                  </a:cubicBezTo>
                  <a:close/>
                </a:path>
              </a:pathLst>
            </a:custGeom>
            <a:grpFill/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264" name="Freeform: Shape 263">
              <a:extLst>
                <a:ext uri="{FF2B5EF4-FFF2-40B4-BE49-F238E27FC236}">
                  <a16:creationId xmlns:a16="http://schemas.microsoft.com/office/drawing/2014/main" id="{FA42024A-A832-4635-9CE6-B968232CE8E1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6444410" y="3244679"/>
              <a:ext cx="14096" cy="14096"/>
            </a:xfrm>
            <a:custGeom>
              <a:avLst/>
              <a:gdLst>
                <a:gd name="connsiteX0" fmla="*/ 14097 w 14096"/>
                <a:gd name="connsiteY0" fmla="*/ 7048 h 14096"/>
                <a:gd name="connsiteX1" fmla="*/ 7048 w 14096"/>
                <a:gd name="connsiteY1" fmla="*/ 14097 h 14096"/>
                <a:gd name="connsiteX2" fmla="*/ 0 w 14096"/>
                <a:gd name="connsiteY2" fmla="*/ 7048 h 14096"/>
                <a:gd name="connsiteX3" fmla="*/ 7048 w 14096"/>
                <a:gd name="connsiteY3" fmla="*/ 0 h 14096"/>
                <a:gd name="connsiteX4" fmla="*/ 14097 w 14096"/>
                <a:gd name="connsiteY4" fmla="*/ 7048 h 1409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14096" h="14096">
                  <a:moveTo>
                    <a:pt x="14097" y="7048"/>
                  </a:moveTo>
                  <a:cubicBezTo>
                    <a:pt x="14097" y="10954"/>
                    <a:pt x="10954" y="14097"/>
                    <a:pt x="7048" y="14097"/>
                  </a:cubicBezTo>
                  <a:cubicBezTo>
                    <a:pt x="3143" y="14097"/>
                    <a:pt x="0" y="10954"/>
                    <a:pt x="0" y="7048"/>
                  </a:cubicBezTo>
                  <a:cubicBezTo>
                    <a:pt x="0" y="3143"/>
                    <a:pt x="3143" y="0"/>
                    <a:pt x="7048" y="0"/>
                  </a:cubicBezTo>
                  <a:cubicBezTo>
                    <a:pt x="10954" y="0"/>
                    <a:pt x="14097" y="3143"/>
                    <a:pt x="14097" y="7048"/>
                  </a:cubicBezTo>
                  <a:close/>
                </a:path>
              </a:pathLst>
            </a:custGeom>
            <a:grpFill/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265" name="Freeform: Shape 264">
              <a:extLst>
                <a:ext uri="{FF2B5EF4-FFF2-40B4-BE49-F238E27FC236}">
                  <a16:creationId xmlns:a16="http://schemas.microsoft.com/office/drawing/2014/main" id="{564D00AA-3E68-4F56-80A0-08D5DFFB6115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6148469" y="3303829"/>
              <a:ext cx="14097" cy="14096"/>
            </a:xfrm>
            <a:custGeom>
              <a:avLst/>
              <a:gdLst>
                <a:gd name="connsiteX0" fmla="*/ 14097 w 14097"/>
                <a:gd name="connsiteY0" fmla="*/ 7048 h 14096"/>
                <a:gd name="connsiteX1" fmla="*/ 7049 w 14097"/>
                <a:gd name="connsiteY1" fmla="*/ 14097 h 14096"/>
                <a:gd name="connsiteX2" fmla="*/ 0 w 14097"/>
                <a:gd name="connsiteY2" fmla="*/ 7048 h 14096"/>
                <a:gd name="connsiteX3" fmla="*/ 7049 w 14097"/>
                <a:gd name="connsiteY3" fmla="*/ 0 h 14096"/>
                <a:gd name="connsiteX4" fmla="*/ 14097 w 14097"/>
                <a:gd name="connsiteY4" fmla="*/ 7048 h 1409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14097" h="14096">
                  <a:moveTo>
                    <a:pt x="14097" y="7048"/>
                  </a:moveTo>
                  <a:cubicBezTo>
                    <a:pt x="14097" y="10954"/>
                    <a:pt x="10954" y="14097"/>
                    <a:pt x="7049" y="14097"/>
                  </a:cubicBezTo>
                  <a:cubicBezTo>
                    <a:pt x="3143" y="14097"/>
                    <a:pt x="0" y="10954"/>
                    <a:pt x="0" y="7048"/>
                  </a:cubicBezTo>
                  <a:cubicBezTo>
                    <a:pt x="0" y="3143"/>
                    <a:pt x="3143" y="0"/>
                    <a:pt x="7049" y="0"/>
                  </a:cubicBezTo>
                  <a:cubicBezTo>
                    <a:pt x="10954" y="0"/>
                    <a:pt x="14097" y="3143"/>
                    <a:pt x="14097" y="7048"/>
                  </a:cubicBezTo>
                  <a:close/>
                </a:path>
              </a:pathLst>
            </a:custGeom>
            <a:grpFill/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266" name="Freeform: Shape 265">
              <a:extLst>
                <a:ext uri="{FF2B5EF4-FFF2-40B4-BE49-F238E27FC236}">
                  <a16:creationId xmlns:a16="http://schemas.microsoft.com/office/drawing/2014/main" id="{D988A711-E3E8-4172-AFE1-60E93FF10AF3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6207620" y="3303829"/>
              <a:ext cx="14096" cy="14096"/>
            </a:xfrm>
            <a:custGeom>
              <a:avLst/>
              <a:gdLst>
                <a:gd name="connsiteX0" fmla="*/ 14097 w 14096"/>
                <a:gd name="connsiteY0" fmla="*/ 7048 h 14096"/>
                <a:gd name="connsiteX1" fmla="*/ 7048 w 14096"/>
                <a:gd name="connsiteY1" fmla="*/ 14097 h 14096"/>
                <a:gd name="connsiteX2" fmla="*/ 0 w 14096"/>
                <a:gd name="connsiteY2" fmla="*/ 7048 h 14096"/>
                <a:gd name="connsiteX3" fmla="*/ 7048 w 14096"/>
                <a:gd name="connsiteY3" fmla="*/ 0 h 14096"/>
                <a:gd name="connsiteX4" fmla="*/ 14097 w 14096"/>
                <a:gd name="connsiteY4" fmla="*/ 7048 h 1409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14096" h="14096">
                  <a:moveTo>
                    <a:pt x="14097" y="7048"/>
                  </a:moveTo>
                  <a:cubicBezTo>
                    <a:pt x="14097" y="10954"/>
                    <a:pt x="10954" y="14097"/>
                    <a:pt x="7048" y="14097"/>
                  </a:cubicBezTo>
                  <a:cubicBezTo>
                    <a:pt x="3143" y="14097"/>
                    <a:pt x="0" y="10954"/>
                    <a:pt x="0" y="7048"/>
                  </a:cubicBezTo>
                  <a:cubicBezTo>
                    <a:pt x="0" y="3143"/>
                    <a:pt x="3143" y="0"/>
                    <a:pt x="7048" y="0"/>
                  </a:cubicBezTo>
                  <a:cubicBezTo>
                    <a:pt x="10954" y="0"/>
                    <a:pt x="14097" y="3143"/>
                    <a:pt x="14097" y="7048"/>
                  </a:cubicBezTo>
                  <a:close/>
                </a:path>
              </a:pathLst>
            </a:custGeom>
            <a:grpFill/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267" name="Freeform: Shape 266">
              <a:extLst>
                <a:ext uri="{FF2B5EF4-FFF2-40B4-BE49-F238E27FC236}">
                  <a16:creationId xmlns:a16="http://schemas.microsoft.com/office/drawing/2014/main" id="{7A89FF34-EE34-461C-A3EF-73AC3801B923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6266865" y="3303829"/>
              <a:ext cx="14096" cy="14096"/>
            </a:xfrm>
            <a:custGeom>
              <a:avLst/>
              <a:gdLst>
                <a:gd name="connsiteX0" fmla="*/ 14097 w 14096"/>
                <a:gd name="connsiteY0" fmla="*/ 7048 h 14096"/>
                <a:gd name="connsiteX1" fmla="*/ 7049 w 14096"/>
                <a:gd name="connsiteY1" fmla="*/ 14097 h 14096"/>
                <a:gd name="connsiteX2" fmla="*/ 0 w 14096"/>
                <a:gd name="connsiteY2" fmla="*/ 7048 h 14096"/>
                <a:gd name="connsiteX3" fmla="*/ 7049 w 14096"/>
                <a:gd name="connsiteY3" fmla="*/ 0 h 14096"/>
                <a:gd name="connsiteX4" fmla="*/ 14097 w 14096"/>
                <a:gd name="connsiteY4" fmla="*/ 7048 h 1409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14096" h="14096">
                  <a:moveTo>
                    <a:pt x="14097" y="7048"/>
                  </a:moveTo>
                  <a:cubicBezTo>
                    <a:pt x="14097" y="10954"/>
                    <a:pt x="10954" y="14097"/>
                    <a:pt x="7049" y="14097"/>
                  </a:cubicBezTo>
                  <a:cubicBezTo>
                    <a:pt x="3143" y="14097"/>
                    <a:pt x="0" y="10954"/>
                    <a:pt x="0" y="7048"/>
                  </a:cubicBezTo>
                  <a:cubicBezTo>
                    <a:pt x="0" y="3143"/>
                    <a:pt x="3143" y="0"/>
                    <a:pt x="7049" y="0"/>
                  </a:cubicBezTo>
                  <a:cubicBezTo>
                    <a:pt x="10859" y="0"/>
                    <a:pt x="14097" y="3143"/>
                    <a:pt x="14097" y="7048"/>
                  </a:cubicBezTo>
                  <a:close/>
                </a:path>
              </a:pathLst>
            </a:custGeom>
            <a:grpFill/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268" name="Freeform: Shape 267">
              <a:extLst>
                <a:ext uri="{FF2B5EF4-FFF2-40B4-BE49-F238E27FC236}">
                  <a16:creationId xmlns:a16="http://schemas.microsoft.com/office/drawing/2014/main" id="{80D55E43-BE59-444D-B32B-9C0306A126BE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6326014" y="3303829"/>
              <a:ext cx="14096" cy="14096"/>
            </a:xfrm>
            <a:custGeom>
              <a:avLst/>
              <a:gdLst>
                <a:gd name="connsiteX0" fmla="*/ 14097 w 14096"/>
                <a:gd name="connsiteY0" fmla="*/ 7048 h 14096"/>
                <a:gd name="connsiteX1" fmla="*/ 7048 w 14096"/>
                <a:gd name="connsiteY1" fmla="*/ 14097 h 14096"/>
                <a:gd name="connsiteX2" fmla="*/ 0 w 14096"/>
                <a:gd name="connsiteY2" fmla="*/ 7048 h 14096"/>
                <a:gd name="connsiteX3" fmla="*/ 7048 w 14096"/>
                <a:gd name="connsiteY3" fmla="*/ 0 h 14096"/>
                <a:gd name="connsiteX4" fmla="*/ 14097 w 14096"/>
                <a:gd name="connsiteY4" fmla="*/ 7048 h 1409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14096" h="14096">
                  <a:moveTo>
                    <a:pt x="14097" y="7048"/>
                  </a:moveTo>
                  <a:cubicBezTo>
                    <a:pt x="14097" y="10954"/>
                    <a:pt x="10954" y="14097"/>
                    <a:pt x="7048" y="14097"/>
                  </a:cubicBezTo>
                  <a:cubicBezTo>
                    <a:pt x="3143" y="14097"/>
                    <a:pt x="0" y="10954"/>
                    <a:pt x="0" y="7048"/>
                  </a:cubicBezTo>
                  <a:cubicBezTo>
                    <a:pt x="0" y="3143"/>
                    <a:pt x="3143" y="0"/>
                    <a:pt x="7048" y="0"/>
                  </a:cubicBezTo>
                  <a:cubicBezTo>
                    <a:pt x="10954" y="0"/>
                    <a:pt x="14097" y="3143"/>
                    <a:pt x="14097" y="7048"/>
                  </a:cubicBezTo>
                  <a:close/>
                </a:path>
              </a:pathLst>
            </a:custGeom>
            <a:grpFill/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269" name="Freeform: Shape 268">
              <a:extLst>
                <a:ext uri="{FF2B5EF4-FFF2-40B4-BE49-F238E27FC236}">
                  <a16:creationId xmlns:a16="http://schemas.microsoft.com/office/drawing/2014/main" id="{639C823F-B16B-4DF7-BA6E-0D832AAB27DC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6385260" y="3303829"/>
              <a:ext cx="14096" cy="14096"/>
            </a:xfrm>
            <a:custGeom>
              <a:avLst/>
              <a:gdLst>
                <a:gd name="connsiteX0" fmla="*/ 14097 w 14096"/>
                <a:gd name="connsiteY0" fmla="*/ 7048 h 14096"/>
                <a:gd name="connsiteX1" fmla="*/ 7048 w 14096"/>
                <a:gd name="connsiteY1" fmla="*/ 14097 h 14096"/>
                <a:gd name="connsiteX2" fmla="*/ 0 w 14096"/>
                <a:gd name="connsiteY2" fmla="*/ 7048 h 14096"/>
                <a:gd name="connsiteX3" fmla="*/ 7048 w 14096"/>
                <a:gd name="connsiteY3" fmla="*/ 0 h 14096"/>
                <a:gd name="connsiteX4" fmla="*/ 14097 w 14096"/>
                <a:gd name="connsiteY4" fmla="*/ 7048 h 1409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14096" h="14096">
                  <a:moveTo>
                    <a:pt x="14097" y="7048"/>
                  </a:moveTo>
                  <a:cubicBezTo>
                    <a:pt x="14097" y="10954"/>
                    <a:pt x="10954" y="14097"/>
                    <a:pt x="7048" y="14097"/>
                  </a:cubicBezTo>
                  <a:cubicBezTo>
                    <a:pt x="3143" y="14097"/>
                    <a:pt x="0" y="10954"/>
                    <a:pt x="0" y="7048"/>
                  </a:cubicBezTo>
                  <a:cubicBezTo>
                    <a:pt x="0" y="3143"/>
                    <a:pt x="3143" y="0"/>
                    <a:pt x="7048" y="0"/>
                  </a:cubicBezTo>
                  <a:cubicBezTo>
                    <a:pt x="10858" y="0"/>
                    <a:pt x="14097" y="3143"/>
                    <a:pt x="14097" y="7048"/>
                  </a:cubicBezTo>
                  <a:close/>
                </a:path>
              </a:pathLst>
            </a:custGeom>
            <a:grpFill/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270" name="Freeform: Shape 269">
              <a:extLst>
                <a:ext uri="{FF2B5EF4-FFF2-40B4-BE49-F238E27FC236}">
                  <a16:creationId xmlns:a16="http://schemas.microsoft.com/office/drawing/2014/main" id="{2E623C08-172F-41EA-90CB-59ED0D583BFD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6444410" y="3303829"/>
              <a:ext cx="14096" cy="14096"/>
            </a:xfrm>
            <a:custGeom>
              <a:avLst/>
              <a:gdLst>
                <a:gd name="connsiteX0" fmla="*/ 14097 w 14096"/>
                <a:gd name="connsiteY0" fmla="*/ 7048 h 14096"/>
                <a:gd name="connsiteX1" fmla="*/ 7048 w 14096"/>
                <a:gd name="connsiteY1" fmla="*/ 14097 h 14096"/>
                <a:gd name="connsiteX2" fmla="*/ 0 w 14096"/>
                <a:gd name="connsiteY2" fmla="*/ 7048 h 14096"/>
                <a:gd name="connsiteX3" fmla="*/ 7048 w 14096"/>
                <a:gd name="connsiteY3" fmla="*/ 0 h 14096"/>
                <a:gd name="connsiteX4" fmla="*/ 14097 w 14096"/>
                <a:gd name="connsiteY4" fmla="*/ 7048 h 1409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14096" h="14096">
                  <a:moveTo>
                    <a:pt x="14097" y="7048"/>
                  </a:moveTo>
                  <a:cubicBezTo>
                    <a:pt x="14097" y="10954"/>
                    <a:pt x="10954" y="14097"/>
                    <a:pt x="7048" y="14097"/>
                  </a:cubicBezTo>
                  <a:cubicBezTo>
                    <a:pt x="3143" y="14097"/>
                    <a:pt x="0" y="10954"/>
                    <a:pt x="0" y="7048"/>
                  </a:cubicBezTo>
                  <a:cubicBezTo>
                    <a:pt x="0" y="3143"/>
                    <a:pt x="3143" y="0"/>
                    <a:pt x="7048" y="0"/>
                  </a:cubicBezTo>
                  <a:cubicBezTo>
                    <a:pt x="10954" y="0"/>
                    <a:pt x="14097" y="3143"/>
                    <a:pt x="14097" y="7048"/>
                  </a:cubicBezTo>
                  <a:close/>
                </a:path>
              </a:pathLst>
            </a:custGeom>
            <a:grpFill/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271" name="Freeform: Shape 270">
              <a:extLst>
                <a:ext uri="{FF2B5EF4-FFF2-40B4-BE49-F238E27FC236}">
                  <a16:creationId xmlns:a16="http://schemas.microsoft.com/office/drawing/2014/main" id="{94C0577F-0FF9-47D5-8C6D-FC7B4CC31837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6148469" y="3363072"/>
              <a:ext cx="14097" cy="14099"/>
            </a:xfrm>
            <a:custGeom>
              <a:avLst/>
              <a:gdLst>
                <a:gd name="connsiteX0" fmla="*/ 14097 w 14097"/>
                <a:gd name="connsiteY0" fmla="*/ 7051 h 14099"/>
                <a:gd name="connsiteX1" fmla="*/ 7049 w 14097"/>
                <a:gd name="connsiteY1" fmla="*/ 14099 h 14099"/>
                <a:gd name="connsiteX2" fmla="*/ 0 w 14097"/>
                <a:gd name="connsiteY2" fmla="*/ 7051 h 14099"/>
                <a:gd name="connsiteX3" fmla="*/ 7049 w 14097"/>
                <a:gd name="connsiteY3" fmla="*/ 2 h 14099"/>
                <a:gd name="connsiteX4" fmla="*/ 14097 w 14097"/>
                <a:gd name="connsiteY4" fmla="*/ 7051 h 14099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14097" h="14099">
                  <a:moveTo>
                    <a:pt x="14097" y="7051"/>
                  </a:moveTo>
                  <a:cubicBezTo>
                    <a:pt x="14097" y="10956"/>
                    <a:pt x="10954" y="14099"/>
                    <a:pt x="7049" y="14099"/>
                  </a:cubicBezTo>
                  <a:cubicBezTo>
                    <a:pt x="3143" y="14099"/>
                    <a:pt x="0" y="10956"/>
                    <a:pt x="0" y="7051"/>
                  </a:cubicBezTo>
                  <a:cubicBezTo>
                    <a:pt x="0" y="3145"/>
                    <a:pt x="3143" y="2"/>
                    <a:pt x="7049" y="2"/>
                  </a:cubicBezTo>
                  <a:cubicBezTo>
                    <a:pt x="10954" y="-93"/>
                    <a:pt x="14097" y="3145"/>
                    <a:pt x="14097" y="7051"/>
                  </a:cubicBezTo>
                  <a:close/>
                </a:path>
              </a:pathLst>
            </a:custGeom>
            <a:grpFill/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272" name="Freeform: Shape 271">
              <a:extLst>
                <a:ext uri="{FF2B5EF4-FFF2-40B4-BE49-F238E27FC236}">
                  <a16:creationId xmlns:a16="http://schemas.microsoft.com/office/drawing/2014/main" id="{30C80E9D-7909-4C52-ACAD-80FF874F9938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6207620" y="3363072"/>
              <a:ext cx="14096" cy="14099"/>
            </a:xfrm>
            <a:custGeom>
              <a:avLst/>
              <a:gdLst>
                <a:gd name="connsiteX0" fmla="*/ 14097 w 14096"/>
                <a:gd name="connsiteY0" fmla="*/ 7051 h 14099"/>
                <a:gd name="connsiteX1" fmla="*/ 7048 w 14096"/>
                <a:gd name="connsiteY1" fmla="*/ 14099 h 14099"/>
                <a:gd name="connsiteX2" fmla="*/ 0 w 14096"/>
                <a:gd name="connsiteY2" fmla="*/ 7051 h 14099"/>
                <a:gd name="connsiteX3" fmla="*/ 7048 w 14096"/>
                <a:gd name="connsiteY3" fmla="*/ 2 h 14099"/>
                <a:gd name="connsiteX4" fmla="*/ 14097 w 14096"/>
                <a:gd name="connsiteY4" fmla="*/ 7051 h 14099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14096" h="14099">
                  <a:moveTo>
                    <a:pt x="14097" y="7051"/>
                  </a:moveTo>
                  <a:cubicBezTo>
                    <a:pt x="14097" y="10956"/>
                    <a:pt x="10954" y="14099"/>
                    <a:pt x="7048" y="14099"/>
                  </a:cubicBezTo>
                  <a:cubicBezTo>
                    <a:pt x="3143" y="14099"/>
                    <a:pt x="0" y="10956"/>
                    <a:pt x="0" y="7051"/>
                  </a:cubicBezTo>
                  <a:cubicBezTo>
                    <a:pt x="0" y="3145"/>
                    <a:pt x="3143" y="2"/>
                    <a:pt x="7048" y="2"/>
                  </a:cubicBezTo>
                  <a:cubicBezTo>
                    <a:pt x="10954" y="-93"/>
                    <a:pt x="14097" y="3145"/>
                    <a:pt x="14097" y="7051"/>
                  </a:cubicBezTo>
                  <a:close/>
                </a:path>
              </a:pathLst>
            </a:custGeom>
            <a:grpFill/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273" name="Freeform: Shape 272">
              <a:extLst>
                <a:ext uri="{FF2B5EF4-FFF2-40B4-BE49-F238E27FC236}">
                  <a16:creationId xmlns:a16="http://schemas.microsoft.com/office/drawing/2014/main" id="{2B9598CE-4E74-4A54-BAB8-59379D21146F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6266865" y="3363072"/>
              <a:ext cx="14096" cy="14099"/>
            </a:xfrm>
            <a:custGeom>
              <a:avLst/>
              <a:gdLst>
                <a:gd name="connsiteX0" fmla="*/ 14097 w 14096"/>
                <a:gd name="connsiteY0" fmla="*/ 7051 h 14099"/>
                <a:gd name="connsiteX1" fmla="*/ 7049 w 14096"/>
                <a:gd name="connsiteY1" fmla="*/ 14099 h 14099"/>
                <a:gd name="connsiteX2" fmla="*/ 0 w 14096"/>
                <a:gd name="connsiteY2" fmla="*/ 7051 h 14099"/>
                <a:gd name="connsiteX3" fmla="*/ 7049 w 14096"/>
                <a:gd name="connsiteY3" fmla="*/ 2 h 14099"/>
                <a:gd name="connsiteX4" fmla="*/ 14097 w 14096"/>
                <a:gd name="connsiteY4" fmla="*/ 7051 h 14099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14096" h="14099">
                  <a:moveTo>
                    <a:pt x="14097" y="7051"/>
                  </a:moveTo>
                  <a:cubicBezTo>
                    <a:pt x="14097" y="10956"/>
                    <a:pt x="10954" y="14099"/>
                    <a:pt x="7049" y="14099"/>
                  </a:cubicBezTo>
                  <a:cubicBezTo>
                    <a:pt x="3143" y="14099"/>
                    <a:pt x="0" y="10956"/>
                    <a:pt x="0" y="7051"/>
                  </a:cubicBezTo>
                  <a:cubicBezTo>
                    <a:pt x="0" y="3145"/>
                    <a:pt x="3143" y="2"/>
                    <a:pt x="7049" y="2"/>
                  </a:cubicBezTo>
                  <a:cubicBezTo>
                    <a:pt x="10859" y="-93"/>
                    <a:pt x="14097" y="3145"/>
                    <a:pt x="14097" y="7051"/>
                  </a:cubicBezTo>
                  <a:close/>
                </a:path>
              </a:pathLst>
            </a:custGeom>
            <a:grpFill/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274" name="Freeform: Shape 273">
              <a:extLst>
                <a:ext uri="{FF2B5EF4-FFF2-40B4-BE49-F238E27FC236}">
                  <a16:creationId xmlns:a16="http://schemas.microsoft.com/office/drawing/2014/main" id="{E7188EAA-47E1-4B73-8682-C74A0421BE66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6326014" y="3363072"/>
              <a:ext cx="14096" cy="14099"/>
            </a:xfrm>
            <a:custGeom>
              <a:avLst/>
              <a:gdLst>
                <a:gd name="connsiteX0" fmla="*/ 14097 w 14096"/>
                <a:gd name="connsiteY0" fmla="*/ 7051 h 14099"/>
                <a:gd name="connsiteX1" fmla="*/ 7048 w 14096"/>
                <a:gd name="connsiteY1" fmla="*/ 14099 h 14099"/>
                <a:gd name="connsiteX2" fmla="*/ 0 w 14096"/>
                <a:gd name="connsiteY2" fmla="*/ 7051 h 14099"/>
                <a:gd name="connsiteX3" fmla="*/ 7048 w 14096"/>
                <a:gd name="connsiteY3" fmla="*/ 2 h 14099"/>
                <a:gd name="connsiteX4" fmla="*/ 14097 w 14096"/>
                <a:gd name="connsiteY4" fmla="*/ 7051 h 14099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14096" h="14099">
                  <a:moveTo>
                    <a:pt x="14097" y="7051"/>
                  </a:moveTo>
                  <a:cubicBezTo>
                    <a:pt x="14097" y="10956"/>
                    <a:pt x="10954" y="14099"/>
                    <a:pt x="7048" y="14099"/>
                  </a:cubicBezTo>
                  <a:cubicBezTo>
                    <a:pt x="3143" y="14099"/>
                    <a:pt x="0" y="10956"/>
                    <a:pt x="0" y="7051"/>
                  </a:cubicBezTo>
                  <a:cubicBezTo>
                    <a:pt x="0" y="3145"/>
                    <a:pt x="3143" y="2"/>
                    <a:pt x="7048" y="2"/>
                  </a:cubicBezTo>
                  <a:cubicBezTo>
                    <a:pt x="10954" y="-93"/>
                    <a:pt x="14097" y="3145"/>
                    <a:pt x="14097" y="7051"/>
                  </a:cubicBezTo>
                  <a:close/>
                </a:path>
              </a:pathLst>
            </a:custGeom>
            <a:grpFill/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275" name="Freeform: Shape 274">
              <a:extLst>
                <a:ext uri="{FF2B5EF4-FFF2-40B4-BE49-F238E27FC236}">
                  <a16:creationId xmlns:a16="http://schemas.microsoft.com/office/drawing/2014/main" id="{36900E8B-61F2-411F-B29F-A9CDC6E811DC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6385260" y="3363072"/>
              <a:ext cx="14096" cy="14099"/>
            </a:xfrm>
            <a:custGeom>
              <a:avLst/>
              <a:gdLst>
                <a:gd name="connsiteX0" fmla="*/ 14097 w 14096"/>
                <a:gd name="connsiteY0" fmla="*/ 7051 h 14099"/>
                <a:gd name="connsiteX1" fmla="*/ 7048 w 14096"/>
                <a:gd name="connsiteY1" fmla="*/ 14099 h 14099"/>
                <a:gd name="connsiteX2" fmla="*/ 0 w 14096"/>
                <a:gd name="connsiteY2" fmla="*/ 7051 h 14099"/>
                <a:gd name="connsiteX3" fmla="*/ 7048 w 14096"/>
                <a:gd name="connsiteY3" fmla="*/ 2 h 14099"/>
                <a:gd name="connsiteX4" fmla="*/ 14097 w 14096"/>
                <a:gd name="connsiteY4" fmla="*/ 7051 h 14099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14096" h="14099">
                  <a:moveTo>
                    <a:pt x="14097" y="7051"/>
                  </a:moveTo>
                  <a:cubicBezTo>
                    <a:pt x="14097" y="10956"/>
                    <a:pt x="10954" y="14099"/>
                    <a:pt x="7048" y="14099"/>
                  </a:cubicBezTo>
                  <a:cubicBezTo>
                    <a:pt x="3143" y="14099"/>
                    <a:pt x="0" y="10956"/>
                    <a:pt x="0" y="7051"/>
                  </a:cubicBezTo>
                  <a:cubicBezTo>
                    <a:pt x="0" y="3145"/>
                    <a:pt x="3143" y="2"/>
                    <a:pt x="7048" y="2"/>
                  </a:cubicBezTo>
                  <a:cubicBezTo>
                    <a:pt x="10858" y="-93"/>
                    <a:pt x="14097" y="3145"/>
                    <a:pt x="14097" y="7051"/>
                  </a:cubicBezTo>
                  <a:close/>
                </a:path>
              </a:pathLst>
            </a:custGeom>
            <a:grpFill/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276" name="Freeform: Shape 275">
              <a:extLst>
                <a:ext uri="{FF2B5EF4-FFF2-40B4-BE49-F238E27FC236}">
                  <a16:creationId xmlns:a16="http://schemas.microsoft.com/office/drawing/2014/main" id="{0A25598A-334A-487D-9604-4753EAE81EC2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6444410" y="3363074"/>
              <a:ext cx="14096" cy="14097"/>
            </a:xfrm>
            <a:custGeom>
              <a:avLst/>
              <a:gdLst>
                <a:gd name="connsiteX0" fmla="*/ 14097 w 14096"/>
                <a:gd name="connsiteY0" fmla="*/ 7048 h 14097"/>
                <a:gd name="connsiteX1" fmla="*/ 7048 w 14096"/>
                <a:gd name="connsiteY1" fmla="*/ 14097 h 14097"/>
                <a:gd name="connsiteX2" fmla="*/ 0 w 14096"/>
                <a:gd name="connsiteY2" fmla="*/ 7048 h 14097"/>
                <a:gd name="connsiteX3" fmla="*/ 7048 w 14096"/>
                <a:gd name="connsiteY3" fmla="*/ 0 h 14097"/>
                <a:gd name="connsiteX4" fmla="*/ 14097 w 14096"/>
                <a:gd name="connsiteY4" fmla="*/ 7048 h 14097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14096" h="14097">
                  <a:moveTo>
                    <a:pt x="14097" y="7048"/>
                  </a:moveTo>
                  <a:cubicBezTo>
                    <a:pt x="14097" y="10954"/>
                    <a:pt x="10954" y="14097"/>
                    <a:pt x="7048" y="14097"/>
                  </a:cubicBezTo>
                  <a:cubicBezTo>
                    <a:pt x="3143" y="14097"/>
                    <a:pt x="0" y="10954"/>
                    <a:pt x="0" y="7048"/>
                  </a:cubicBezTo>
                  <a:cubicBezTo>
                    <a:pt x="0" y="3143"/>
                    <a:pt x="3143" y="0"/>
                    <a:pt x="7048" y="0"/>
                  </a:cubicBezTo>
                  <a:cubicBezTo>
                    <a:pt x="10954" y="0"/>
                    <a:pt x="14097" y="3143"/>
                    <a:pt x="14097" y="7048"/>
                  </a:cubicBezTo>
                  <a:close/>
                </a:path>
              </a:pathLst>
            </a:custGeom>
            <a:grpFill/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277" name="Freeform: Shape 276">
              <a:extLst>
                <a:ext uri="{FF2B5EF4-FFF2-40B4-BE49-F238E27FC236}">
                  <a16:creationId xmlns:a16="http://schemas.microsoft.com/office/drawing/2014/main" id="{C8DBE472-045A-491C-AB7C-4153EE2B0085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6148469" y="3422225"/>
              <a:ext cx="14097" cy="14096"/>
            </a:xfrm>
            <a:custGeom>
              <a:avLst/>
              <a:gdLst>
                <a:gd name="connsiteX0" fmla="*/ 14097 w 14097"/>
                <a:gd name="connsiteY0" fmla="*/ 7048 h 14096"/>
                <a:gd name="connsiteX1" fmla="*/ 7049 w 14097"/>
                <a:gd name="connsiteY1" fmla="*/ 14097 h 14096"/>
                <a:gd name="connsiteX2" fmla="*/ 0 w 14097"/>
                <a:gd name="connsiteY2" fmla="*/ 7048 h 14096"/>
                <a:gd name="connsiteX3" fmla="*/ 7049 w 14097"/>
                <a:gd name="connsiteY3" fmla="*/ 0 h 14096"/>
                <a:gd name="connsiteX4" fmla="*/ 14097 w 14097"/>
                <a:gd name="connsiteY4" fmla="*/ 7048 h 1409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14097" h="14096">
                  <a:moveTo>
                    <a:pt x="14097" y="7048"/>
                  </a:moveTo>
                  <a:cubicBezTo>
                    <a:pt x="14097" y="10954"/>
                    <a:pt x="10954" y="14097"/>
                    <a:pt x="7049" y="14097"/>
                  </a:cubicBezTo>
                  <a:cubicBezTo>
                    <a:pt x="3143" y="14097"/>
                    <a:pt x="0" y="10954"/>
                    <a:pt x="0" y="7048"/>
                  </a:cubicBezTo>
                  <a:cubicBezTo>
                    <a:pt x="0" y="3143"/>
                    <a:pt x="3143" y="0"/>
                    <a:pt x="7049" y="0"/>
                  </a:cubicBezTo>
                  <a:cubicBezTo>
                    <a:pt x="10954" y="0"/>
                    <a:pt x="14097" y="3143"/>
                    <a:pt x="14097" y="7048"/>
                  </a:cubicBezTo>
                  <a:close/>
                </a:path>
              </a:pathLst>
            </a:custGeom>
            <a:grpFill/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278" name="Freeform: Shape 277">
              <a:extLst>
                <a:ext uri="{FF2B5EF4-FFF2-40B4-BE49-F238E27FC236}">
                  <a16:creationId xmlns:a16="http://schemas.microsoft.com/office/drawing/2014/main" id="{2F6DD374-5D5F-48BB-8135-8F37EE2C235E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6207620" y="3422225"/>
              <a:ext cx="14096" cy="14096"/>
            </a:xfrm>
            <a:custGeom>
              <a:avLst/>
              <a:gdLst>
                <a:gd name="connsiteX0" fmla="*/ 14097 w 14096"/>
                <a:gd name="connsiteY0" fmla="*/ 7048 h 14096"/>
                <a:gd name="connsiteX1" fmla="*/ 7048 w 14096"/>
                <a:gd name="connsiteY1" fmla="*/ 14097 h 14096"/>
                <a:gd name="connsiteX2" fmla="*/ 0 w 14096"/>
                <a:gd name="connsiteY2" fmla="*/ 7048 h 14096"/>
                <a:gd name="connsiteX3" fmla="*/ 7048 w 14096"/>
                <a:gd name="connsiteY3" fmla="*/ 0 h 14096"/>
                <a:gd name="connsiteX4" fmla="*/ 14097 w 14096"/>
                <a:gd name="connsiteY4" fmla="*/ 7048 h 1409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14096" h="14096">
                  <a:moveTo>
                    <a:pt x="14097" y="7048"/>
                  </a:moveTo>
                  <a:cubicBezTo>
                    <a:pt x="14097" y="10954"/>
                    <a:pt x="10954" y="14097"/>
                    <a:pt x="7048" y="14097"/>
                  </a:cubicBezTo>
                  <a:cubicBezTo>
                    <a:pt x="3143" y="14097"/>
                    <a:pt x="0" y="10954"/>
                    <a:pt x="0" y="7048"/>
                  </a:cubicBezTo>
                  <a:cubicBezTo>
                    <a:pt x="0" y="3143"/>
                    <a:pt x="3143" y="0"/>
                    <a:pt x="7048" y="0"/>
                  </a:cubicBezTo>
                  <a:cubicBezTo>
                    <a:pt x="10954" y="0"/>
                    <a:pt x="14097" y="3143"/>
                    <a:pt x="14097" y="7048"/>
                  </a:cubicBezTo>
                  <a:close/>
                </a:path>
              </a:pathLst>
            </a:custGeom>
            <a:grpFill/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279" name="Freeform: Shape 278">
              <a:extLst>
                <a:ext uri="{FF2B5EF4-FFF2-40B4-BE49-F238E27FC236}">
                  <a16:creationId xmlns:a16="http://schemas.microsoft.com/office/drawing/2014/main" id="{386B8A5A-00D0-4291-937B-931B3F19CD46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6266865" y="3422225"/>
              <a:ext cx="14096" cy="14096"/>
            </a:xfrm>
            <a:custGeom>
              <a:avLst/>
              <a:gdLst>
                <a:gd name="connsiteX0" fmla="*/ 14097 w 14096"/>
                <a:gd name="connsiteY0" fmla="*/ 7048 h 14096"/>
                <a:gd name="connsiteX1" fmla="*/ 7049 w 14096"/>
                <a:gd name="connsiteY1" fmla="*/ 14097 h 14096"/>
                <a:gd name="connsiteX2" fmla="*/ 0 w 14096"/>
                <a:gd name="connsiteY2" fmla="*/ 7048 h 14096"/>
                <a:gd name="connsiteX3" fmla="*/ 7049 w 14096"/>
                <a:gd name="connsiteY3" fmla="*/ 0 h 14096"/>
                <a:gd name="connsiteX4" fmla="*/ 14097 w 14096"/>
                <a:gd name="connsiteY4" fmla="*/ 7048 h 1409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14096" h="14096">
                  <a:moveTo>
                    <a:pt x="14097" y="7048"/>
                  </a:moveTo>
                  <a:cubicBezTo>
                    <a:pt x="14097" y="10954"/>
                    <a:pt x="10954" y="14097"/>
                    <a:pt x="7049" y="14097"/>
                  </a:cubicBezTo>
                  <a:cubicBezTo>
                    <a:pt x="3143" y="14097"/>
                    <a:pt x="0" y="10954"/>
                    <a:pt x="0" y="7048"/>
                  </a:cubicBezTo>
                  <a:cubicBezTo>
                    <a:pt x="0" y="3143"/>
                    <a:pt x="3143" y="0"/>
                    <a:pt x="7049" y="0"/>
                  </a:cubicBezTo>
                  <a:cubicBezTo>
                    <a:pt x="10859" y="0"/>
                    <a:pt x="14097" y="3143"/>
                    <a:pt x="14097" y="7048"/>
                  </a:cubicBezTo>
                  <a:close/>
                </a:path>
              </a:pathLst>
            </a:custGeom>
            <a:grpFill/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280" name="Freeform: Shape 279">
              <a:extLst>
                <a:ext uri="{FF2B5EF4-FFF2-40B4-BE49-F238E27FC236}">
                  <a16:creationId xmlns:a16="http://schemas.microsoft.com/office/drawing/2014/main" id="{89C10BFA-8067-495D-810E-1F4085F7B4FE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6326014" y="3422225"/>
              <a:ext cx="14096" cy="14096"/>
            </a:xfrm>
            <a:custGeom>
              <a:avLst/>
              <a:gdLst>
                <a:gd name="connsiteX0" fmla="*/ 14097 w 14096"/>
                <a:gd name="connsiteY0" fmla="*/ 7048 h 14096"/>
                <a:gd name="connsiteX1" fmla="*/ 7048 w 14096"/>
                <a:gd name="connsiteY1" fmla="*/ 14097 h 14096"/>
                <a:gd name="connsiteX2" fmla="*/ 0 w 14096"/>
                <a:gd name="connsiteY2" fmla="*/ 7048 h 14096"/>
                <a:gd name="connsiteX3" fmla="*/ 7048 w 14096"/>
                <a:gd name="connsiteY3" fmla="*/ 0 h 14096"/>
                <a:gd name="connsiteX4" fmla="*/ 14097 w 14096"/>
                <a:gd name="connsiteY4" fmla="*/ 7048 h 1409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14096" h="14096">
                  <a:moveTo>
                    <a:pt x="14097" y="7048"/>
                  </a:moveTo>
                  <a:cubicBezTo>
                    <a:pt x="14097" y="10954"/>
                    <a:pt x="10954" y="14097"/>
                    <a:pt x="7048" y="14097"/>
                  </a:cubicBezTo>
                  <a:cubicBezTo>
                    <a:pt x="3143" y="14097"/>
                    <a:pt x="0" y="10954"/>
                    <a:pt x="0" y="7048"/>
                  </a:cubicBezTo>
                  <a:cubicBezTo>
                    <a:pt x="0" y="3143"/>
                    <a:pt x="3143" y="0"/>
                    <a:pt x="7048" y="0"/>
                  </a:cubicBezTo>
                  <a:cubicBezTo>
                    <a:pt x="10954" y="0"/>
                    <a:pt x="14097" y="3143"/>
                    <a:pt x="14097" y="7048"/>
                  </a:cubicBezTo>
                  <a:close/>
                </a:path>
              </a:pathLst>
            </a:custGeom>
            <a:grpFill/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281" name="Freeform: Shape 280">
              <a:extLst>
                <a:ext uri="{FF2B5EF4-FFF2-40B4-BE49-F238E27FC236}">
                  <a16:creationId xmlns:a16="http://schemas.microsoft.com/office/drawing/2014/main" id="{51F94E69-8294-4AB3-A457-3BD4ACF085CB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6385260" y="3422225"/>
              <a:ext cx="14096" cy="14096"/>
            </a:xfrm>
            <a:custGeom>
              <a:avLst/>
              <a:gdLst>
                <a:gd name="connsiteX0" fmla="*/ 14097 w 14096"/>
                <a:gd name="connsiteY0" fmla="*/ 7048 h 14096"/>
                <a:gd name="connsiteX1" fmla="*/ 7048 w 14096"/>
                <a:gd name="connsiteY1" fmla="*/ 14097 h 14096"/>
                <a:gd name="connsiteX2" fmla="*/ 0 w 14096"/>
                <a:gd name="connsiteY2" fmla="*/ 7048 h 14096"/>
                <a:gd name="connsiteX3" fmla="*/ 7048 w 14096"/>
                <a:gd name="connsiteY3" fmla="*/ 0 h 14096"/>
                <a:gd name="connsiteX4" fmla="*/ 14097 w 14096"/>
                <a:gd name="connsiteY4" fmla="*/ 7048 h 1409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14096" h="14096">
                  <a:moveTo>
                    <a:pt x="14097" y="7048"/>
                  </a:moveTo>
                  <a:cubicBezTo>
                    <a:pt x="14097" y="10954"/>
                    <a:pt x="10954" y="14097"/>
                    <a:pt x="7048" y="14097"/>
                  </a:cubicBezTo>
                  <a:cubicBezTo>
                    <a:pt x="3143" y="14097"/>
                    <a:pt x="0" y="10954"/>
                    <a:pt x="0" y="7048"/>
                  </a:cubicBezTo>
                  <a:cubicBezTo>
                    <a:pt x="0" y="3143"/>
                    <a:pt x="3143" y="0"/>
                    <a:pt x="7048" y="0"/>
                  </a:cubicBezTo>
                  <a:cubicBezTo>
                    <a:pt x="10858" y="0"/>
                    <a:pt x="14097" y="3143"/>
                    <a:pt x="14097" y="7048"/>
                  </a:cubicBezTo>
                  <a:close/>
                </a:path>
              </a:pathLst>
            </a:custGeom>
            <a:grpFill/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282" name="Freeform: Shape 281">
              <a:extLst>
                <a:ext uri="{FF2B5EF4-FFF2-40B4-BE49-F238E27FC236}">
                  <a16:creationId xmlns:a16="http://schemas.microsoft.com/office/drawing/2014/main" id="{AD2859C5-45C5-4EE2-8272-0FA7A023536A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6444410" y="3422224"/>
              <a:ext cx="14096" cy="14096"/>
            </a:xfrm>
            <a:custGeom>
              <a:avLst/>
              <a:gdLst>
                <a:gd name="connsiteX0" fmla="*/ 14097 w 14096"/>
                <a:gd name="connsiteY0" fmla="*/ 7048 h 14096"/>
                <a:gd name="connsiteX1" fmla="*/ 7048 w 14096"/>
                <a:gd name="connsiteY1" fmla="*/ 14097 h 14096"/>
                <a:gd name="connsiteX2" fmla="*/ 0 w 14096"/>
                <a:gd name="connsiteY2" fmla="*/ 7048 h 14096"/>
                <a:gd name="connsiteX3" fmla="*/ 7048 w 14096"/>
                <a:gd name="connsiteY3" fmla="*/ 0 h 14096"/>
                <a:gd name="connsiteX4" fmla="*/ 14097 w 14096"/>
                <a:gd name="connsiteY4" fmla="*/ 7048 h 1409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14096" h="14096">
                  <a:moveTo>
                    <a:pt x="14097" y="7048"/>
                  </a:moveTo>
                  <a:cubicBezTo>
                    <a:pt x="14097" y="10954"/>
                    <a:pt x="10954" y="14097"/>
                    <a:pt x="7048" y="14097"/>
                  </a:cubicBezTo>
                  <a:cubicBezTo>
                    <a:pt x="3143" y="14097"/>
                    <a:pt x="0" y="10954"/>
                    <a:pt x="0" y="7048"/>
                  </a:cubicBezTo>
                  <a:cubicBezTo>
                    <a:pt x="0" y="3143"/>
                    <a:pt x="3143" y="0"/>
                    <a:pt x="7048" y="0"/>
                  </a:cubicBezTo>
                  <a:cubicBezTo>
                    <a:pt x="10954" y="0"/>
                    <a:pt x="14097" y="3143"/>
                    <a:pt x="14097" y="7048"/>
                  </a:cubicBezTo>
                  <a:close/>
                </a:path>
              </a:pathLst>
            </a:custGeom>
            <a:grpFill/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283" name="Freeform: Shape 282">
              <a:extLst>
                <a:ext uri="{FF2B5EF4-FFF2-40B4-BE49-F238E27FC236}">
                  <a16:creationId xmlns:a16="http://schemas.microsoft.com/office/drawing/2014/main" id="{14AFB321-1B9D-41AF-9686-8C689A3F4B15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5734038" y="3481374"/>
              <a:ext cx="14192" cy="14096"/>
            </a:xfrm>
            <a:custGeom>
              <a:avLst/>
              <a:gdLst>
                <a:gd name="connsiteX0" fmla="*/ 14192 w 14192"/>
                <a:gd name="connsiteY0" fmla="*/ 7049 h 14096"/>
                <a:gd name="connsiteX1" fmla="*/ 7144 w 14192"/>
                <a:gd name="connsiteY1" fmla="*/ 14097 h 14096"/>
                <a:gd name="connsiteX2" fmla="*/ 0 w 14192"/>
                <a:gd name="connsiteY2" fmla="*/ 7049 h 14096"/>
                <a:gd name="connsiteX3" fmla="*/ 7049 w 14192"/>
                <a:gd name="connsiteY3" fmla="*/ 0 h 14096"/>
                <a:gd name="connsiteX4" fmla="*/ 14192 w 14192"/>
                <a:gd name="connsiteY4" fmla="*/ 7049 h 1409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14192" h="14096">
                  <a:moveTo>
                    <a:pt x="14192" y="7049"/>
                  </a:moveTo>
                  <a:cubicBezTo>
                    <a:pt x="14192" y="10954"/>
                    <a:pt x="11049" y="14097"/>
                    <a:pt x="7144" y="14097"/>
                  </a:cubicBezTo>
                  <a:cubicBezTo>
                    <a:pt x="3239" y="14097"/>
                    <a:pt x="0" y="11049"/>
                    <a:pt x="0" y="7049"/>
                  </a:cubicBezTo>
                  <a:cubicBezTo>
                    <a:pt x="0" y="3048"/>
                    <a:pt x="3143" y="0"/>
                    <a:pt x="7049" y="0"/>
                  </a:cubicBezTo>
                  <a:cubicBezTo>
                    <a:pt x="10954" y="0"/>
                    <a:pt x="14192" y="3143"/>
                    <a:pt x="14192" y="7049"/>
                  </a:cubicBezTo>
                  <a:close/>
                </a:path>
              </a:pathLst>
            </a:custGeom>
            <a:grpFill/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284" name="Freeform: Shape 283">
              <a:extLst>
                <a:ext uri="{FF2B5EF4-FFF2-40B4-BE49-F238E27FC236}">
                  <a16:creationId xmlns:a16="http://schemas.microsoft.com/office/drawing/2014/main" id="{5C4403F4-D893-4E4C-8DFE-E79AE6A62A63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5793283" y="3481374"/>
              <a:ext cx="14097" cy="14097"/>
            </a:xfrm>
            <a:custGeom>
              <a:avLst/>
              <a:gdLst>
                <a:gd name="connsiteX0" fmla="*/ 14097 w 14097"/>
                <a:gd name="connsiteY0" fmla="*/ 7049 h 14097"/>
                <a:gd name="connsiteX1" fmla="*/ 7049 w 14097"/>
                <a:gd name="connsiteY1" fmla="*/ 14097 h 14097"/>
                <a:gd name="connsiteX2" fmla="*/ 0 w 14097"/>
                <a:gd name="connsiteY2" fmla="*/ 7049 h 14097"/>
                <a:gd name="connsiteX3" fmla="*/ 7049 w 14097"/>
                <a:gd name="connsiteY3" fmla="*/ 0 h 14097"/>
                <a:gd name="connsiteX4" fmla="*/ 14097 w 14097"/>
                <a:gd name="connsiteY4" fmla="*/ 7049 h 14097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14097" h="14097">
                  <a:moveTo>
                    <a:pt x="14097" y="7049"/>
                  </a:moveTo>
                  <a:cubicBezTo>
                    <a:pt x="14097" y="10941"/>
                    <a:pt x="10941" y="14097"/>
                    <a:pt x="7049" y="14097"/>
                  </a:cubicBezTo>
                  <a:cubicBezTo>
                    <a:pt x="3156" y="14097"/>
                    <a:pt x="0" y="10941"/>
                    <a:pt x="0" y="7049"/>
                  </a:cubicBezTo>
                  <a:cubicBezTo>
                    <a:pt x="0" y="3156"/>
                    <a:pt x="3156" y="0"/>
                    <a:pt x="7049" y="0"/>
                  </a:cubicBezTo>
                  <a:cubicBezTo>
                    <a:pt x="10941" y="0"/>
                    <a:pt x="14097" y="3156"/>
                    <a:pt x="14097" y="7049"/>
                  </a:cubicBezTo>
                  <a:close/>
                </a:path>
              </a:pathLst>
            </a:custGeom>
            <a:grpFill/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285" name="Freeform: Shape 284">
              <a:extLst>
                <a:ext uri="{FF2B5EF4-FFF2-40B4-BE49-F238E27FC236}">
                  <a16:creationId xmlns:a16="http://schemas.microsoft.com/office/drawing/2014/main" id="{BA894316-677B-4B51-AF19-0D3FAF96A7DB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5852433" y="3481374"/>
              <a:ext cx="14096" cy="14096"/>
            </a:xfrm>
            <a:custGeom>
              <a:avLst/>
              <a:gdLst>
                <a:gd name="connsiteX0" fmla="*/ 14097 w 14096"/>
                <a:gd name="connsiteY0" fmla="*/ 7049 h 14096"/>
                <a:gd name="connsiteX1" fmla="*/ 7048 w 14096"/>
                <a:gd name="connsiteY1" fmla="*/ 14097 h 14096"/>
                <a:gd name="connsiteX2" fmla="*/ 0 w 14096"/>
                <a:gd name="connsiteY2" fmla="*/ 7049 h 14096"/>
                <a:gd name="connsiteX3" fmla="*/ 7048 w 14096"/>
                <a:gd name="connsiteY3" fmla="*/ 0 h 14096"/>
                <a:gd name="connsiteX4" fmla="*/ 14097 w 14096"/>
                <a:gd name="connsiteY4" fmla="*/ 7049 h 1409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14096" h="14096">
                  <a:moveTo>
                    <a:pt x="14097" y="7049"/>
                  </a:moveTo>
                  <a:cubicBezTo>
                    <a:pt x="14097" y="10954"/>
                    <a:pt x="10954" y="14097"/>
                    <a:pt x="7048" y="14097"/>
                  </a:cubicBezTo>
                  <a:cubicBezTo>
                    <a:pt x="3143" y="14097"/>
                    <a:pt x="0" y="10954"/>
                    <a:pt x="0" y="7049"/>
                  </a:cubicBezTo>
                  <a:cubicBezTo>
                    <a:pt x="0" y="3143"/>
                    <a:pt x="3143" y="0"/>
                    <a:pt x="7048" y="0"/>
                  </a:cubicBezTo>
                  <a:cubicBezTo>
                    <a:pt x="10954" y="0"/>
                    <a:pt x="14097" y="3143"/>
                    <a:pt x="14097" y="7049"/>
                  </a:cubicBezTo>
                  <a:close/>
                </a:path>
              </a:pathLst>
            </a:custGeom>
            <a:grpFill/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286" name="Freeform: Shape 285">
              <a:extLst>
                <a:ext uri="{FF2B5EF4-FFF2-40B4-BE49-F238E27FC236}">
                  <a16:creationId xmlns:a16="http://schemas.microsoft.com/office/drawing/2014/main" id="{07FDE9AD-8F5A-44B0-AC7E-30148150D05B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5911678" y="3481374"/>
              <a:ext cx="14096" cy="14096"/>
            </a:xfrm>
            <a:custGeom>
              <a:avLst/>
              <a:gdLst>
                <a:gd name="connsiteX0" fmla="*/ 14097 w 14096"/>
                <a:gd name="connsiteY0" fmla="*/ 7049 h 14096"/>
                <a:gd name="connsiteX1" fmla="*/ 7048 w 14096"/>
                <a:gd name="connsiteY1" fmla="*/ 14097 h 14096"/>
                <a:gd name="connsiteX2" fmla="*/ 0 w 14096"/>
                <a:gd name="connsiteY2" fmla="*/ 7049 h 14096"/>
                <a:gd name="connsiteX3" fmla="*/ 7048 w 14096"/>
                <a:gd name="connsiteY3" fmla="*/ 0 h 14096"/>
                <a:gd name="connsiteX4" fmla="*/ 14097 w 14096"/>
                <a:gd name="connsiteY4" fmla="*/ 7049 h 1409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14096" h="14096">
                  <a:moveTo>
                    <a:pt x="14097" y="7049"/>
                  </a:moveTo>
                  <a:cubicBezTo>
                    <a:pt x="14097" y="10954"/>
                    <a:pt x="10954" y="14097"/>
                    <a:pt x="7048" y="14097"/>
                  </a:cubicBezTo>
                  <a:cubicBezTo>
                    <a:pt x="3143" y="14097"/>
                    <a:pt x="0" y="10954"/>
                    <a:pt x="0" y="7049"/>
                  </a:cubicBezTo>
                  <a:cubicBezTo>
                    <a:pt x="0" y="3143"/>
                    <a:pt x="3143" y="0"/>
                    <a:pt x="7048" y="0"/>
                  </a:cubicBezTo>
                  <a:cubicBezTo>
                    <a:pt x="10954" y="0"/>
                    <a:pt x="14097" y="3143"/>
                    <a:pt x="14097" y="7049"/>
                  </a:cubicBezTo>
                  <a:close/>
                </a:path>
              </a:pathLst>
            </a:custGeom>
            <a:grpFill/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287" name="Freeform: Shape 286">
              <a:extLst>
                <a:ext uri="{FF2B5EF4-FFF2-40B4-BE49-F238E27FC236}">
                  <a16:creationId xmlns:a16="http://schemas.microsoft.com/office/drawing/2014/main" id="{A4D0E6BA-489D-4EA4-994E-225F7D078BC2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5970828" y="3481374"/>
              <a:ext cx="14096" cy="14096"/>
            </a:xfrm>
            <a:custGeom>
              <a:avLst/>
              <a:gdLst>
                <a:gd name="connsiteX0" fmla="*/ 14097 w 14096"/>
                <a:gd name="connsiteY0" fmla="*/ 7049 h 14096"/>
                <a:gd name="connsiteX1" fmla="*/ 7048 w 14096"/>
                <a:gd name="connsiteY1" fmla="*/ 14097 h 14096"/>
                <a:gd name="connsiteX2" fmla="*/ 0 w 14096"/>
                <a:gd name="connsiteY2" fmla="*/ 7049 h 14096"/>
                <a:gd name="connsiteX3" fmla="*/ 7048 w 14096"/>
                <a:gd name="connsiteY3" fmla="*/ 0 h 14096"/>
                <a:gd name="connsiteX4" fmla="*/ 14097 w 14096"/>
                <a:gd name="connsiteY4" fmla="*/ 7049 h 1409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14096" h="14096">
                  <a:moveTo>
                    <a:pt x="14097" y="7049"/>
                  </a:moveTo>
                  <a:cubicBezTo>
                    <a:pt x="14097" y="10954"/>
                    <a:pt x="10954" y="14097"/>
                    <a:pt x="7048" y="14097"/>
                  </a:cubicBezTo>
                  <a:cubicBezTo>
                    <a:pt x="3143" y="14097"/>
                    <a:pt x="0" y="10954"/>
                    <a:pt x="0" y="7049"/>
                  </a:cubicBezTo>
                  <a:cubicBezTo>
                    <a:pt x="0" y="3143"/>
                    <a:pt x="3143" y="0"/>
                    <a:pt x="7048" y="0"/>
                  </a:cubicBezTo>
                  <a:cubicBezTo>
                    <a:pt x="10954" y="0"/>
                    <a:pt x="14097" y="3143"/>
                    <a:pt x="14097" y="7049"/>
                  </a:cubicBezTo>
                  <a:close/>
                </a:path>
              </a:pathLst>
            </a:custGeom>
            <a:grpFill/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288" name="Freeform: Shape 287">
              <a:extLst>
                <a:ext uri="{FF2B5EF4-FFF2-40B4-BE49-F238E27FC236}">
                  <a16:creationId xmlns:a16="http://schemas.microsoft.com/office/drawing/2014/main" id="{7EDFBCCB-EC92-4860-BBDB-2EC6355FEE2D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6030074" y="3481374"/>
              <a:ext cx="14097" cy="14097"/>
            </a:xfrm>
            <a:custGeom>
              <a:avLst/>
              <a:gdLst>
                <a:gd name="connsiteX0" fmla="*/ 14097 w 14097"/>
                <a:gd name="connsiteY0" fmla="*/ 7049 h 14097"/>
                <a:gd name="connsiteX1" fmla="*/ 7049 w 14097"/>
                <a:gd name="connsiteY1" fmla="*/ 14097 h 14097"/>
                <a:gd name="connsiteX2" fmla="*/ 0 w 14097"/>
                <a:gd name="connsiteY2" fmla="*/ 7049 h 14097"/>
                <a:gd name="connsiteX3" fmla="*/ 7049 w 14097"/>
                <a:gd name="connsiteY3" fmla="*/ 0 h 14097"/>
                <a:gd name="connsiteX4" fmla="*/ 14097 w 14097"/>
                <a:gd name="connsiteY4" fmla="*/ 7049 h 14097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14097" h="14097">
                  <a:moveTo>
                    <a:pt x="14097" y="7049"/>
                  </a:moveTo>
                  <a:cubicBezTo>
                    <a:pt x="14097" y="10941"/>
                    <a:pt x="10941" y="14097"/>
                    <a:pt x="7049" y="14097"/>
                  </a:cubicBezTo>
                  <a:cubicBezTo>
                    <a:pt x="3156" y="14097"/>
                    <a:pt x="0" y="10941"/>
                    <a:pt x="0" y="7049"/>
                  </a:cubicBezTo>
                  <a:cubicBezTo>
                    <a:pt x="0" y="3156"/>
                    <a:pt x="3156" y="0"/>
                    <a:pt x="7049" y="0"/>
                  </a:cubicBezTo>
                  <a:cubicBezTo>
                    <a:pt x="10941" y="0"/>
                    <a:pt x="14097" y="3156"/>
                    <a:pt x="14097" y="7049"/>
                  </a:cubicBezTo>
                  <a:close/>
                </a:path>
              </a:pathLst>
            </a:custGeom>
            <a:grpFill/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289" name="Freeform: Shape 288">
              <a:extLst>
                <a:ext uri="{FF2B5EF4-FFF2-40B4-BE49-F238E27FC236}">
                  <a16:creationId xmlns:a16="http://schemas.microsoft.com/office/drawing/2014/main" id="{459DBA8E-2EB0-4C51-A161-2C595B89D49A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6089224" y="3481374"/>
              <a:ext cx="14096" cy="14096"/>
            </a:xfrm>
            <a:custGeom>
              <a:avLst/>
              <a:gdLst>
                <a:gd name="connsiteX0" fmla="*/ 14097 w 14096"/>
                <a:gd name="connsiteY0" fmla="*/ 7049 h 14096"/>
                <a:gd name="connsiteX1" fmla="*/ 7048 w 14096"/>
                <a:gd name="connsiteY1" fmla="*/ 14097 h 14096"/>
                <a:gd name="connsiteX2" fmla="*/ 0 w 14096"/>
                <a:gd name="connsiteY2" fmla="*/ 7049 h 14096"/>
                <a:gd name="connsiteX3" fmla="*/ 7048 w 14096"/>
                <a:gd name="connsiteY3" fmla="*/ 0 h 14096"/>
                <a:gd name="connsiteX4" fmla="*/ 14097 w 14096"/>
                <a:gd name="connsiteY4" fmla="*/ 7049 h 1409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14096" h="14096">
                  <a:moveTo>
                    <a:pt x="14097" y="7049"/>
                  </a:moveTo>
                  <a:cubicBezTo>
                    <a:pt x="14097" y="10954"/>
                    <a:pt x="10954" y="14097"/>
                    <a:pt x="7048" y="14097"/>
                  </a:cubicBezTo>
                  <a:cubicBezTo>
                    <a:pt x="3143" y="14097"/>
                    <a:pt x="0" y="10954"/>
                    <a:pt x="0" y="7049"/>
                  </a:cubicBezTo>
                  <a:cubicBezTo>
                    <a:pt x="0" y="3143"/>
                    <a:pt x="3143" y="0"/>
                    <a:pt x="7048" y="0"/>
                  </a:cubicBezTo>
                  <a:cubicBezTo>
                    <a:pt x="10954" y="0"/>
                    <a:pt x="14097" y="3143"/>
                    <a:pt x="14097" y="7049"/>
                  </a:cubicBezTo>
                  <a:close/>
                </a:path>
              </a:pathLst>
            </a:custGeom>
            <a:grpFill/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290" name="Freeform: Shape 289">
              <a:extLst>
                <a:ext uri="{FF2B5EF4-FFF2-40B4-BE49-F238E27FC236}">
                  <a16:creationId xmlns:a16="http://schemas.microsoft.com/office/drawing/2014/main" id="{FB1BA285-9A95-49B7-A098-F38400D92B9F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5734038" y="3540620"/>
              <a:ext cx="14192" cy="14096"/>
            </a:xfrm>
            <a:custGeom>
              <a:avLst/>
              <a:gdLst>
                <a:gd name="connsiteX0" fmla="*/ 14192 w 14192"/>
                <a:gd name="connsiteY0" fmla="*/ 7048 h 14096"/>
                <a:gd name="connsiteX1" fmla="*/ 7144 w 14192"/>
                <a:gd name="connsiteY1" fmla="*/ 14097 h 14096"/>
                <a:gd name="connsiteX2" fmla="*/ 0 w 14192"/>
                <a:gd name="connsiteY2" fmla="*/ 7048 h 14096"/>
                <a:gd name="connsiteX3" fmla="*/ 7049 w 14192"/>
                <a:gd name="connsiteY3" fmla="*/ 0 h 14096"/>
                <a:gd name="connsiteX4" fmla="*/ 14192 w 14192"/>
                <a:gd name="connsiteY4" fmla="*/ 7048 h 1409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14192" h="14096">
                  <a:moveTo>
                    <a:pt x="14192" y="7048"/>
                  </a:moveTo>
                  <a:cubicBezTo>
                    <a:pt x="14192" y="10954"/>
                    <a:pt x="11049" y="14097"/>
                    <a:pt x="7144" y="14097"/>
                  </a:cubicBezTo>
                  <a:cubicBezTo>
                    <a:pt x="3239" y="14097"/>
                    <a:pt x="0" y="10954"/>
                    <a:pt x="0" y="7048"/>
                  </a:cubicBezTo>
                  <a:cubicBezTo>
                    <a:pt x="0" y="3143"/>
                    <a:pt x="3143" y="0"/>
                    <a:pt x="7049" y="0"/>
                  </a:cubicBezTo>
                  <a:cubicBezTo>
                    <a:pt x="10954" y="0"/>
                    <a:pt x="14192" y="3143"/>
                    <a:pt x="14192" y="7048"/>
                  </a:cubicBezTo>
                  <a:close/>
                </a:path>
              </a:pathLst>
            </a:custGeom>
            <a:grpFill/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291" name="Freeform: Shape 290">
              <a:extLst>
                <a:ext uri="{FF2B5EF4-FFF2-40B4-BE49-F238E27FC236}">
                  <a16:creationId xmlns:a16="http://schemas.microsoft.com/office/drawing/2014/main" id="{D29C405E-90F5-4AB5-8B5F-3CA2F1815A61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5793283" y="3540620"/>
              <a:ext cx="14097" cy="14097"/>
            </a:xfrm>
            <a:custGeom>
              <a:avLst/>
              <a:gdLst>
                <a:gd name="connsiteX0" fmla="*/ 14097 w 14097"/>
                <a:gd name="connsiteY0" fmla="*/ 7048 h 14097"/>
                <a:gd name="connsiteX1" fmla="*/ 7049 w 14097"/>
                <a:gd name="connsiteY1" fmla="*/ 14097 h 14097"/>
                <a:gd name="connsiteX2" fmla="*/ 0 w 14097"/>
                <a:gd name="connsiteY2" fmla="*/ 7048 h 14097"/>
                <a:gd name="connsiteX3" fmla="*/ 7049 w 14097"/>
                <a:gd name="connsiteY3" fmla="*/ 0 h 14097"/>
                <a:gd name="connsiteX4" fmla="*/ 14097 w 14097"/>
                <a:gd name="connsiteY4" fmla="*/ 7048 h 14097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14097" h="14097">
                  <a:moveTo>
                    <a:pt x="14097" y="7048"/>
                  </a:moveTo>
                  <a:cubicBezTo>
                    <a:pt x="14097" y="10941"/>
                    <a:pt x="10941" y="14097"/>
                    <a:pt x="7049" y="14097"/>
                  </a:cubicBezTo>
                  <a:cubicBezTo>
                    <a:pt x="3156" y="14097"/>
                    <a:pt x="0" y="10941"/>
                    <a:pt x="0" y="7048"/>
                  </a:cubicBezTo>
                  <a:cubicBezTo>
                    <a:pt x="0" y="3156"/>
                    <a:pt x="3156" y="0"/>
                    <a:pt x="7049" y="0"/>
                  </a:cubicBezTo>
                  <a:cubicBezTo>
                    <a:pt x="10941" y="0"/>
                    <a:pt x="14097" y="3156"/>
                    <a:pt x="14097" y="7048"/>
                  </a:cubicBezTo>
                  <a:close/>
                </a:path>
              </a:pathLst>
            </a:custGeom>
            <a:grpFill/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292" name="Freeform: Shape 291">
              <a:extLst>
                <a:ext uri="{FF2B5EF4-FFF2-40B4-BE49-F238E27FC236}">
                  <a16:creationId xmlns:a16="http://schemas.microsoft.com/office/drawing/2014/main" id="{F7214FFD-3321-412F-9CA5-4BC6E874F923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5852433" y="3540620"/>
              <a:ext cx="14096" cy="14096"/>
            </a:xfrm>
            <a:custGeom>
              <a:avLst/>
              <a:gdLst>
                <a:gd name="connsiteX0" fmla="*/ 14097 w 14096"/>
                <a:gd name="connsiteY0" fmla="*/ 7048 h 14096"/>
                <a:gd name="connsiteX1" fmla="*/ 7048 w 14096"/>
                <a:gd name="connsiteY1" fmla="*/ 14097 h 14096"/>
                <a:gd name="connsiteX2" fmla="*/ 0 w 14096"/>
                <a:gd name="connsiteY2" fmla="*/ 7048 h 14096"/>
                <a:gd name="connsiteX3" fmla="*/ 7048 w 14096"/>
                <a:gd name="connsiteY3" fmla="*/ 0 h 14096"/>
                <a:gd name="connsiteX4" fmla="*/ 14097 w 14096"/>
                <a:gd name="connsiteY4" fmla="*/ 7048 h 1409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14096" h="14096">
                  <a:moveTo>
                    <a:pt x="14097" y="7048"/>
                  </a:moveTo>
                  <a:cubicBezTo>
                    <a:pt x="14097" y="10954"/>
                    <a:pt x="10954" y="14097"/>
                    <a:pt x="7048" y="14097"/>
                  </a:cubicBezTo>
                  <a:cubicBezTo>
                    <a:pt x="3143" y="14097"/>
                    <a:pt x="0" y="10954"/>
                    <a:pt x="0" y="7048"/>
                  </a:cubicBezTo>
                  <a:cubicBezTo>
                    <a:pt x="0" y="3143"/>
                    <a:pt x="3143" y="0"/>
                    <a:pt x="7048" y="0"/>
                  </a:cubicBezTo>
                  <a:cubicBezTo>
                    <a:pt x="10954" y="0"/>
                    <a:pt x="14097" y="3143"/>
                    <a:pt x="14097" y="7048"/>
                  </a:cubicBezTo>
                  <a:close/>
                </a:path>
              </a:pathLst>
            </a:custGeom>
            <a:grpFill/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293" name="Freeform: Shape 292">
              <a:extLst>
                <a:ext uri="{FF2B5EF4-FFF2-40B4-BE49-F238E27FC236}">
                  <a16:creationId xmlns:a16="http://schemas.microsoft.com/office/drawing/2014/main" id="{5F16C3D8-64A1-443D-92A7-EA97518A63FA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5911678" y="3540620"/>
              <a:ext cx="14096" cy="14096"/>
            </a:xfrm>
            <a:custGeom>
              <a:avLst/>
              <a:gdLst>
                <a:gd name="connsiteX0" fmla="*/ 14097 w 14096"/>
                <a:gd name="connsiteY0" fmla="*/ 7048 h 14096"/>
                <a:gd name="connsiteX1" fmla="*/ 7048 w 14096"/>
                <a:gd name="connsiteY1" fmla="*/ 14097 h 14096"/>
                <a:gd name="connsiteX2" fmla="*/ 0 w 14096"/>
                <a:gd name="connsiteY2" fmla="*/ 7048 h 14096"/>
                <a:gd name="connsiteX3" fmla="*/ 7048 w 14096"/>
                <a:gd name="connsiteY3" fmla="*/ 0 h 14096"/>
                <a:gd name="connsiteX4" fmla="*/ 14097 w 14096"/>
                <a:gd name="connsiteY4" fmla="*/ 7048 h 1409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14096" h="14096">
                  <a:moveTo>
                    <a:pt x="14097" y="7048"/>
                  </a:moveTo>
                  <a:cubicBezTo>
                    <a:pt x="14097" y="10954"/>
                    <a:pt x="10954" y="14097"/>
                    <a:pt x="7048" y="14097"/>
                  </a:cubicBezTo>
                  <a:cubicBezTo>
                    <a:pt x="3143" y="14097"/>
                    <a:pt x="0" y="10954"/>
                    <a:pt x="0" y="7048"/>
                  </a:cubicBezTo>
                  <a:cubicBezTo>
                    <a:pt x="0" y="3143"/>
                    <a:pt x="3143" y="0"/>
                    <a:pt x="7048" y="0"/>
                  </a:cubicBezTo>
                  <a:cubicBezTo>
                    <a:pt x="10954" y="0"/>
                    <a:pt x="14097" y="3143"/>
                    <a:pt x="14097" y="7048"/>
                  </a:cubicBezTo>
                  <a:close/>
                </a:path>
              </a:pathLst>
            </a:custGeom>
            <a:grpFill/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294" name="Freeform: Shape 293">
              <a:extLst>
                <a:ext uri="{FF2B5EF4-FFF2-40B4-BE49-F238E27FC236}">
                  <a16:creationId xmlns:a16="http://schemas.microsoft.com/office/drawing/2014/main" id="{7E4EFAB9-436A-4B6B-A16B-8DA3F614A89C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5970828" y="3540620"/>
              <a:ext cx="14096" cy="14096"/>
            </a:xfrm>
            <a:custGeom>
              <a:avLst/>
              <a:gdLst>
                <a:gd name="connsiteX0" fmla="*/ 14097 w 14096"/>
                <a:gd name="connsiteY0" fmla="*/ 7048 h 14096"/>
                <a:gd name="connsiteX1" fmla="*/ 7048 w 14096"/>
                <a:gd name="connsiteY1" fmla="*/ 14097 h 14096"/>
                <a:gd name="connsiteX2" fmla="*/ 0 w 14096"/>
                <a:gd name="connsiteY2" fmla="*/ 7048 h 14096"/>
                <a:gd name="connsiteX3" fmla="*/ 7048 w 14096"/>
                <a:gd name="connsiteY3" fmla="*/ 0 h 14096"/>
                <a:gd name="connsiteX4" fmla="*/ 14097 w 14096"/>
                <a:gd name="connsiteY4" fmla="*/ 7048 h 1409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14096" h="14096">
                  <a:moveTo>
                    <a:pt x="14097" y="7048"/>
                  </a:moveTo>
                  <a:cubicBezTo>
                    <a:pt x="14097" y="10954"/>
                    <a:pt x="10954" y="14097"/>
                    <a:pt x="7048" y="14097"/>
                  </a:cubicBezTo>
                  <a:cubicBezTo>
                    <a:pt x="3143" y="14097"/>
                    <a:pt x="0" y="10954"/>
                    <a:pt x="0" y="7048"/>
                  </a:cubicBezTo>
                  <a:cubicBezTo>
                    <a:pt x="0" y="3143"/>
                    <a:pt x="3143" y="0"/>
                    <a:pt x="7048" y="0"/>
                  </a:cubicBezTo>
                  <a:cubicBezTo>
                    <a:pt x="10954" y="0"/>
                    <a:pt x="14097" y="3143"/>
                    <a:pt x="14097" y="7048"/>
                  </a:cubicBezTo>
                  <a:close/>
                </a:path>
              </a:pathLst>
            </a:custGeom>
            <a:grpFill/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295" name="Freeform: Shape 294">
              <a:extLst>
                <a:ext uri="{FF2B5EF4-FFF2-40B4-BE49-F238E27FC236}">
                  <a16:creationId xmlns:a16="http://schemas.microsoft.com/office/drawing/2014/main" id="{037DDFC3-D7A5-443D-8417-D723296DA742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6030074" y="3540620"/>
              <a:ext cx="14097" cy="14097"/>
            </a:xfrm>
            <a:custGeom>
              <a:avLst/>
              <a:gdLst>
                <a:gd name="connsiteX0" fmla="*/ 14097 w 14097"/>
                <a:gd name="connsiteY0" fmla="*/ 7048 h 14097"/>
                <a:gd name="connsiteX1" fmla="*/ 7049 w 14097"/>
                <a:gd name="connsiteY1" fmla="*/ 14097 h 14097"/>
                <a:gd name="connsiteX2" fmla="*/ 0 w 14097"/>
                <a:gd name="connsiteY2" fmla="*/ 7048 h 14097"/>
                <a:gd name="connsiteX3" fmla="*/ 7049 w 14097"/>
                <a:gd name="connsiteY3" fmla="*/ 0 h 14097"/>
                <a:gd name="connsiteX4" fmla="*/ 14097 w 14097"/>
                <a:gd name="connsiteY4" fmla="*/ 7048 h 14097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14097" h="14097">
                  <a:moveTo>
                    <a:pt x="14097" y="7048"/>
                  </a:moveTo>
                  <a:cubicBezTo>
                    <a:pt x="14097" y="10941"/>
                    <a:pt x="10941" y="14097"/>
                    <a:pt x="7049" y="14097"/>
                  </a:cubicBezTo>
                  <a:cubicBezTo>
                    <a:pt x="3156" y="14097"/>
                    <a:pt x="0" y="10941"/>
                    <a:pt x="0" y="7048"/>
                  </a:cubicBezTo>
                  <a:cubicBezTo>
                    <a:pt x="0" y="3156"/>
                    <a:pt x="3156" y="0"/>
                    <a:pt x="7049" y="0"/>
                  </a:cubicBezTo>
                  <a:cubicBezTo>
                    <a:pt x="10941" y="0"/>
                    <a:pt x="14097" y="3156"/>
                    <a:pt x="14097" y="7048"/>
                  </a:cubicBezTo>
                  <a:close/>
                </a:path>
              </a:pathLst>
            </a:custGeom>
            <a:grpFill/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296" name="Freeform: Shape 295">
              <a:extLst>
                <a:ext uri="{FF2B5EF4-FFF2-40B4-BE49-F238E27FC236}">
                  <a16:creationId xmlns:a16="http://schemas.microsoft.com/office/drawing/2014/main" id="{253AC142-F4B4-47E8-BBEE-F7D0F8547FE1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6089224" y="3540620"/>
              <a:ext cx="14096" cy="14096"/>
            </a:xfrm>
            <a:custGeom>
              <a:avLst/>
              <a:gdLst>
                <a:gd name="connsiteX0" fmla="*/ 14097 w 14096"/>
                <a:gd name="connsiteY0" fmla="*/ 7048 h 14096"/>
                <a:gd name="connsiteX1" fmla="*/ 7048 w 14096"/>
                <a:gd name="connsiteY1" fmla="*/ 14097 h 14096"/>
                <a:gd name="connsiteX2" fmla="*/ 0 w 14096"/>
                <a:gd name="connsiteY2" fmla="*/ 7048 h 14096"/>
                <a:gd name="connsiteX3" fmla="*/ 7048 w 14096"/>
                <a:gd name="connsiteY3" fmla="*/ 0 h 14096"/>
                <a:gd name="connsiteX4" fmla="*/ 14097 w 14096"/>
                <a:gd name="connsiteY4" fmla="*/ 7048 h 1409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14096" h="14096">
                  <a:moveTo>
                    <a:pt x="14097" y="7048"/>
                  </a:moveTo>
                  <a:cubicBezTo>
                    <a:pt x="14097" y="10954"/>
                    <a:pt x="10954" y="14097"/>
                    <a:pt x="7048" y="14097"/>
                  </a:cubicBezTo>
                  <a:cubicBezTo>
                    <a:pt x="3143" y="14097"/>
                    <a:pt x="0" y="10954"/>
                    <a:pt x="0" y="7048"/>
                  </a:cubicBezTo>
                  <a:cubicBezTo>
                    <a:pt x="0" y="3143"/>
                    <a:pt x="3143" y="0"/>
                    <a:pt x="7048" y="0"/>
                  </a:cubicBezTo>
                  <a:cubicBezTo>
                    <a:pt x="10954" y="0"/>
                    <a:pt x="14097" y="3143"/>
                    <a:pt x="14097" y="7048"/>
                  </a:cubicBezTo>
                  <a:close/>
                </a:path>
              </a:pathLst>
            </a:custGeom>
            <a:grpFill/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297" name="Freeform: Shape 296">
              <a:extLst>
                <a:ext uri="{FF2B5EF4-FFF2-40B4-BE49-F238E27FC236}">
                  <a16:creationId xmlns:a16="http://schemas.microsoft.com/office/drawing/2014/main" id="{890AAA82-94E2-41D0-AE92-9C87195CCBBC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5734038" y="3599770"/>
              <a:ext cx="14192" cy="14096"/>
            </a:xfrm>
            <a:custGeom>
              <a:avLst/>
              <a:gdLst>
                <a:gd name="connsiteX0" fmla="*/ 14192 w 14192"/>
                <a:gd name="connsiteY0" fmla="*/ 7048 h 14096"/>
                <a:gd name="connsiteX1" fmla="*/ 7144 w 14192"/>
                <a:gd name="connsiteY1" fmla="*/ 14097 h 14096"/>
                <a:gd name="connsiteX2" fmla="*/ 0 w 14192"/>
                <a:gd name="connsiteY2" fmla="*/ 7048 h 14096"/>
                <a:gd name="connsiteX3" fmla="*/ 7049 w 14192"/>
                <a:gd name="connsiteY3" fmla="*/ 0 h 14096"/>
                <a:gd name="connsiteX4" fmla="*/ 14192 w 14192"/>
                <a:gd name="connsiteY4" fmla="*/ 7048 h 1409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14192" h="14096">
                  <a:moveTo>
                    <a:pt x="14192" y="7048"/>
                  </a:moveTo>
                  <a:cubicBezTo>
                    <a:pt x="14192" y="10954"/>
                    <a:pt x="11049" y="14097"/>
                    <a:pt x="7144" y="14097"/>
                  </a:cubicBezTo>
                  <a:cubicBezTo>
                    <a:pt x="3239" y="14097"/>
                    <a:pt x="0" y="10954"/>
                    <a:pt x="0" y="7048"/>
                  </a:cubicBezTo>
                  <a:cubicBezTo>
                    <a:pt x="0" y="3143"/>
                    <a:pt x="3143" y="0"/>
                    <a:pt x="7049" y="0"/>
                  </a:cubicBezTo>
                  <a:cubicBezTo>
                    <a:pt x="10954" y="0"/>
                    <a:pt x="14192" y="3143"/>
                    <a:pt x="14192" y="7048"/>
                  </a:cubicBezTo>
                  <a:close/>
                </a:path>
              </a:pathLst>
            </a:custGeom>
            <a:grpFill/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298" name="Freeform: Shape 297">
              <a:extLst>
                <a:ext uri="{FF2B5EF4-FFF2-40B4-BE49-F238E27FC236}">
                  <a16:creationId xmlns:a16="http://schemas.microsoft.com/office/drawing/2014/main" id="{FD33B856-EF4E-40FC-BDA0-9E26203D03CA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5793283" y="3599770"/>
              <a:ext cx="14097" cy="14096"/>
            </a:xfrm>
            <a:custGeom>
              <a:avLst/>
              <a:gdLst>
                <a:gd name="connsiteX0" fmla="*/ 14097 w 14097"/>
                <a:gd name="connsiteY0" fmla="*/ 7048 h 14096"/>
                <a:gd name="connsiteX1" fmla="*/ 7049 w 14097"/>
                <a:gd name="connsiteY1" fmla="*/ 14097 h 14096"/>
                <a:gd name="connsiteX2" fmla="*/ 0 w 14097"/>
                <a:gd name="connsiteY2" fmla="*/ 7048 h 14096"/>
                <a:gd name="connsiteX3" fmla="*/ 7049 w 14097"/>
                <a:gd name="connsiteY3" fmla="*/ 0 h 14096"/>
                <a:gd name="connsiteX4" fmla="*/ 14097 w 14097"/>
                <a:gd name="connsiteY4" fmla="*/ 7048 h 1409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14097" h="14096">
                  <a:moveTo>
                    <a:pt x="14097" y="7048"/>
                  </a:moveTo>
                  <a:cubicBezTo>
                    <a:pt x="14097" y="10954"/>
                    <a:pt x="10954" y="14097"/>
                    <a:pt x="7049" y="14097"/>
                  </a:cubicBezTo>
                  <a:cubicBezTo>
                    <a:pt x="3143" y="14097"/>
                    <a:pt x="0" y="10954"/>
                    <a:pt x="0" y="7048"/>
                  </a:cubicBezTo>
                  <a:cubicBezTo>
                    <a:pt x="0" y="3143"/>
                    <a:pt x="3143" y="0"/>
                    <a:pt x="7049" y="0"/>
                  </a:cubicBezTo>
                  <a:cubicBezTo>
                    <a:pt x="10954" y="0"/>
                    <a:pt x="14097" y="3143"/>
                    <a:pt x="14097" y="7048"/>
                  </a:cubicBezTo>
                  <a:close/>
                </a:path>
              </a:pathLst>
            </a:custGeom>
            <a:grpFill/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299" name="Freeform: Shape 298">
              <a:extLst>
                <a:ext uri="{FF2B5EF4-FFF2-40B4-BE49-F238E27FC236}">
                  <a16:creationId xmlns:a16="http://schemas.microsoft.com/office/drawing/2014/main" id="{24AEBF58-C8A2-4D00-9AFB-B5012AEA3694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5852433" y="3599770"/>
              <a:ext cx="14096" cy="14096"/>
            </a:xfrm>
            <a:custGeom>
              <a:avLst/>
              <a:gdLst>
                <a:gd name="connsiteX0" fmla="*/ 14097 w 14096"/>
                <a:gd name="connsiteY0" fmla="*/ 7048 h 14096"/>
                <a:gd name="connsiteX1" fmla="*/ 7048 w 14096"/>
                <a:gd name="connsiteY1" fmla="*/ 14097 h 14096"/>
                <a:gd name="connsiteX2" fmla="*/ 0 w 14096"/>
                <a:gd name="connsiteY2" fmla="*/ 7048 h 14096"/>
                <a:gd name="connsiteX3" fmla="*/ 7048 w 14096"/>
                <a:gd name="connsiteY3" fmla="*/ 0 h 14096"/>
                <a:gd name="connsiteX4" fmla="*/ 14097 w 14096"/>
                <a:gd name="connsiteY4" fmla="*/ 7048 h 1409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14096" h="14096">
                  <a:moveTo>
                    <a:pt x="14097" y="7048"/>
                  </a:moveTo>
                  <a:cubicBezTo>
                    <a:pt x="14097" y="10954"/>
                    <a:pt x="10954" y="14097"/>
                    <a:pt x="7048" y="14097"/>
                  </a:cubicBezTo>
                  <a:cubicBezTo>
                    <a:pt x="3143" y="14097"/>
                    <a:pt x="0" y="10954"/>
                    <a:pt x="0" y="7048"/>
                  </a:cubicBezTo>
                  <a:cubicBezTo>
                    <a:pt x="0" y="3143"/>
                    <a:pt x="3143" y="0"/>
                    <a:pt x="7048" y="0"/>
                  </a:cubicBezTo>
                  <a:cubicBezTo>
                    <a:pt x="10954" y="0"/>
                    <a:pt x="14097" y="3143"/>
                    <a:pt x="14097" y="7048"/>
                  </a:cubicBezTo>
                  <a:close/>
                </a:path>
              </a:pathLst>
            </a:custGeom>
            <a:grpFill/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300" name="Freeform: Shape 299">
              <a:extLst>
                <a:ext uri="{FF2B5EF4-FFF2-40B4-BE49-F238E27FC236}">
                  <a16:creationId xmlns:a16="http://schemas.microsoft.com/office/drawing/2014/main" id="{21270E55-4211-4529-BDC3-29B80BDF5054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5911678" y="3599770"/>
              <a:ext cx="14096" cy="14096"/>
            </a:xfrm>
            <a:custGeom>
              <a:avLst/>
              <a:gdLst>
                <a:gd name="connsiteX0" fmla="*/ 14097 w 14096"/>
                <a:gd name="connsiteY0" fmla="*/ 7048 h 14096"/>
                <a:gd name="connsiteX1" fmla="*/ 7048 w 14096"/>
                <a:gd name="connsiteY1" fmla="*/ 14097 h 14096"/>
                <a:gd name="connsiteX2" fmla="*/ 0 w 14096"/>
                <a:gd name="connsiteY2" fmla="*/ 7048 h 14096"/>
                <a:gd name="connsiteX3" fmla="*/ 7048 w 14096"/>
                <a:gd name="connsiteY3" fmla="*/ 0 h 14096"/>
                <a:gd name="connsiteX4" fmla="*/ 14097 w 14096"/>
                <a:gd name="connsiteY4" fmla="*/ 7048 h 1409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14096" h="14096">
                  <a:moveTo>
                    <a:pt x="14097" y="7048"/>
                  </a:moveTo>
                  <a:cubicBezTo>
                    <a:pt x="14097" y="10954"/>
                    <a:pt x="10954" y="14097"/>
                    <a:pt x="7048" y="14097"/>
                  </a:cubicBezTo>
                  <a:cubicBezTo>
                    <a:pt x="3143" y="14097"/>
                    <a:pt x="0" y="10954"/>
                    <a:pt x="0" y="7048"/>
                  </a:cubicBezTo>
                  <a:cubicBezTo>
                    <a:pt x="0" y="3143"/>
                    <a:pt x="3143" y="0"/>
                    <a:pt x="7048" y="0"/>
                  </a:cubicBezTo>
                  <a:cubicBezTo>
                    <a:pt x="10954" y="0"/>
                    <a:pt x="14097" y="3143"/>
                    <a:pt x="14097" y="7048"/>
                  </a:cubicBezTo>
                  <a:close/>
                </a:path>
              </a:pathLst>
            </a:custGeom>
            <a:grpFill/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301" name="Freeform: Shape 300">
              <a:extLst>
                <a:ext uri="{FF2B5EF4-FFF2-40B4-BE49-F238E27FC236}">
                  <a16:creationId xmlns:a16="http://schemas.microsoft.com/office/drawing/2014/main" id="{16DD7E91-EFBB-4DD7-B30F-4A13C20BEDED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5970828" y="3599770"/>
              <a:ext cx="14096" cy="14096"/>
            </a:xfrm>
            <a:custGeom>
              <a:avLst/>
              <a:gdLst>
                <a:gd name="connsiteX0" fmla="*/ 14097 w 14096"/>
                <a:gd name="connsiteY0" fmla="*/ 7048 h 14096"/>
                <a:gd name="connsiteX1" fmla="*/ 7048 w 14096"/>
                <a:gd name="connsiteY1" fmla="*/ 14097 h 14096"/>
                <a:gd name="connsiteX2" fmla="*/ 0 w 14096"/>
                <a:gd name="connsiteY2" fmla="*/ 7048 h 14096"/>
                <a:gd name="connsiteX3" fmla="*/ 7048 w 14096"/>
                <a:gd name="connsiteY3" fmla="*/ 0 h 14096"/>
                <a:gd name="connsiteX4" fmla="*/ 14097 w 14096"/>
                <a:gd name="connsiteY4" fmla="*/ 7048 h 1409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14096" h="14096">
                  <a:moveTo>
                    <a:pt x="14097" y="7048"/>
                  </a:moveTo>
                  <a:cubicBezTo>
                    <a:pt x="14097" y="10954"/>
                    <a:pt x="10954" y="14097"/>
                    <a:pt x="7048" y="14097"/>
                  </a:cubicBezTo>
                  <a:cubicBezTo>
                    <a:pt x="3143" y="14097"/>
                    <a:pt x="0" y="10954"/>
                    <a:pt x="0" y="7048"/>
                  </a:cubicBezTo>
                  <a:cubicBezTo>
                    <a:pt x="0" y="3143"/>
                    <a:pt x="3143" y="0"/>
                    <a:pt x="7048" y="0"/>
                  </a:cubicBezTo>
                  <a:cubicBezTo>
                    <a:pt x="10954" y="0"/>
                    <a:pt x="14097" y="3143"/>
                    <a:pt x="14097" y="7048"/>
                  </a:cubicBezTo>
                  <a:close/>
                </a:path>
              </a:pathLst>
            </a:custGeom>
            <a:grpFill/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302" name="Freeform: Shape 301">
              <a:extLst>
                <a:ext uri="{FF2B5EF4-FFF2-40B4-BE49-F238E27FC236}">
                  <a16:creationId xmlns:a16="http://schemas.microsoft.com/office/drawing/2014/main" id="{96260F31-66FB-4E2C-801E-701C2B859AA7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6030073" y="3599770"/>
              <a:ext cx="14097" cy="14096"/>
            </a:xfrm>
            <a:custGeom>
              <a:avLst/>
              <a:gdLst>
                <a:gd name="connsiteX0" fmla="*/ 14097 w 14097"/>
                <a:gd name="connsiteY0" fmla="*/ 7048 h 14096"/>
                <a:gd name="connsiteX1" fmla="*/ 7048 w 14097"/>
                <a:gd name="connsiteY1" fmla="*/ 14097 h 14096"/>
                <a:gd name="connsiteX2" fmla="*/ 0 w 14097"/>
                <a:gd name="connsiteY2" fmla="*/ 7048 h 14096"/>
                <a:gd name="connsiteX3" fmla="*/ 7048 w 14097"/>
                <a:gd name="connsiteY3" fmla="*/ 0 h 14096"/>
                <a:gd name="connsiteX4" fmla="*/ 14097 w 14097"/>
                <a:gd name="connsiteY4" fmla="*/ 7048 h 1409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14097" h="14096">
                  <a:moveTo>
                    <a:pt x="14097" y="7048"/>
                  </a:moveTo>
                  <a:cubicBezTo>
                    <a:pt x="14097" y="10954"/>
                    <a:pt x="10954" y="14097"/>
                    <a:pt x="7048" y="14097"/>
                  </a:cubicBezTo>
                  <a:cubicBezTo>
                    <a:pt x="3143" y="14097"/>
                    <a:pt x="0" y="10954"/>
                    <a:pt x="0" y="7048"/>
                  </a:cubicBezTo>
                  <a:cubicBezTo>
                    <a:pt x="0" y="3143"/>
                    <a:pt x="3143" y="0"/>
                    <a:pt x="7048" y="0"/>
                  </a:cubicBezTo>
                  <a:cubicBezTo>
                    <a:pt x="10954" y="0"/>
                    <a:pt x="14097" y="3143"/>
                    <a:pt x="14097" y="7048"/>
                  </a:cubicBezTo>
                  <a:close/>
                </a:path>
              </a:pathLst>
            </a:custGeom>
            <a:grpFill/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303" name="Freeform: Shape 302">
              <a:extLst>
                <a:ext uri="{FF2B5EF4-FFF2-40B4-BE49-F238E27FC236}">
                  <a16:creationId xmlns:a16="http://schemas.microsoft.com/office/drawing/2014/main" id="{B5FEE1C9-3961-4400-AD3E-B5AD93A4748D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6089224" y="3599770"/>
              <a:ext cx="14096" cy="14096"/>
            </a:xfrm>
            <a:custGeom>
              <a:avLst/>
              <a:gdLst>
                <a:gd name="connsiteX0" fmla="*/ 14097 w 14096"/>
                <a:gd name="connsiteY0" fmla="*/ 7048 h 14096"/>
                <a:gd name="connsiteX1" fmla="*/ 7048 w 14096"/>
                <a:gd name="connsiteY1" fmla="*/ 14097 h 14096"/>
                <a:gd name="connsiteX2" fmla="*/ 0 w 14096"/>
                <a:gd name="connsiteY2" fmla="*/ 7048 h 14096"/>
                <a:gd name="connsiteX3" fmla="*/ 7048 w 14096"/>
                <a:gd name="connsiteY3" fmla="*/ 0 h 14096"/>
                <a:gd name="connsiteX4" fmla="*/ 14097 w 14096"/>
                <a:gd name="connsiteY4" fmla="*/ 7048 h 1409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14096" h="14096">
                  <a:moveTo>
                    <a:pt x="14097" y="7048"/>
                  </a:moveTo>
                  <a:cubicBezTo>
                    <a:pt x="14097" y="10954"/>
                    <a:pt x="10954" y="14097"/>
                    <a:pt x="7048" y="14097"/>
                  </a:cubicBezTo>
                  <a:cubicBezTo>
                    <a:pt x="3143" y="14097"/>
                    <a:pt x="0" y="10954"/>
                    <a:pt x="0" y="7048"/>
                  </a:cubicBezTo>
                  <a:cubicBezTo>
                    <a:pt x="0" y="3143"/>
                    <a:pt x="3143" y="0"/>
                    <a:pt x="7048" y="0"/>
                  </a:cubicBezTo>
                  <a:cubicBezTo>
                    <a:pt x="10954" y="0"/>
                    <a:pt x="14097" y="3143"/>
                    <a:pt x="14097" y="7048"/>
                  </a:cubicBezTo>
                  <a:close/>
                </a:path>
              </a:pathLst>
            </a:custGeom>
            <a:grpFill/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304" name="Freeform: Shape 303">
              <a:extLst>
                <a:ext uri="{FF2B5EF4-FFF2-40B4-BE49-F238E27FC236}">
                  <a16:creationId xmlns:a16="http://schemas.microsoft.com/office/drawing/2014/main" id="{34E1BE05-269F-4A13-99FE-2A973A0E7732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5734037" y="3659014"/>
              <a:ext cx="14192" cy="14096"/>
            </a:xfrm>
            <a:custGeom>
              <a:avLst/>
              <a:gdLst>
                <a:gd name="connsiteX0" fmla="*/ 14192 w 14192"/>
                <a:gd name="connsiteY0" fmla="*/ 7048 h 14096"/>
                <a:gd name="connsiteX1" fmla="*/ 7144 w 14192"/>
                <a:gd name="connsiteY1" fmla="*/ 14097 h 14096"/>
                <a:gd name="connsiteX2" fmla="*/ 0 w 14192"/>
                <a:gd name="connsiteY2" fmla="*/ 7048 h 14096"/>
                <a:gd name="connsiteX3" fmla="*/ 7049 w 14192"/>
                <a:gd name="connsiteY3" fmla="*/ 0 h 14096"/>
                <a:gd name="connsiteX4" fmla="*/ 14192 w 14192"/>
                <a:gd name="connsiteY4" fmla="*/ 7048 h 1409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14192" h="14096">
                  <a:moveTo>
                    <a:pt x="14192" y="7048"/>
                  </a:moveTo>
                  <a:cubicBezTo>
                    <a:pt x="14192" y="10954"/>
                    <a:pt x="11049" y="14097"/>
                    <a:pt x="7144" y="14097"/>
                  </a:cubicBezTo>
                  <a:cubicBezTo>
                    <a:pt x="3239" y="14097"/>
                    <a:pt x="0" y="10954"/>
                    <a:pt x="0" y="7048"/>
                  </a:cubicBezTo>
                  <a:cubicBezTo>
                    <a:pt x="0" y="3143"/>
                    <a:pt x="3143" y="0"/>
                    <a:pt x="7049" y="0"/>
                  </a:cubicBezTo>
                  <a:cubicBezTo>
                    <a:pt x="10954" y="0"/>
                    <a:pt x="14192" y="3143"/>
                    <a:pt x="14192" y="7048"/>
                  </a:cubicBezTo>
                  <a:close/>
                </a:path>
              </a:pathLst>
            </a:custGeom>
            <a:grpFill/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305" name="Freeform: Shape 304">
              <a:extLst>
                <a:ext uri="{FF2B5EF4-FFF2-40B4-BE49-F238E27FC236}">
                  <a16:creationId xmlns:a16="http://schemas.microsoft.com/office/drawing/2014/main" id="{2D591FBD-65C6-46C4-AF19-875D652DCF21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5793282" y="3659014"/>
              <a:ext cx="14097" cy="14096"/>
            </a:xfrm>
            <a:custGeom>
              <a:avLst/>
              <a:gdLst>
                <a:gd name="connsiteX0" fmla="*/ 14097 w 14097"/>
                <a:gd name="connsiteY0" fmla="*/ 7048 h 14096"/>
                <a:gd name="connsiteX1" fmla="*/ 7049 w 14097"/>
                <a:gd name="connsiteY1" fmla="*/ 14097 h 14096"/>
                <a:gd name="connsiteX2" fmla="*/ 0 w 14097"/>
                <a:gd name="connsiteY2" fmla="*/ 7048 h 14096"/>
                <a:gd name="connsiteX3" fmla="*/ 7049 w 14097"/>
                <a:gd name="connsiteY3" fmla="*/ 0 h 14096"/>
                <a:gd name="connsiteX4" fmla="*/ 14097 w 14097"/>
                <a:gd name="connsiteY4" fmla="*/ 7048 h 1409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14097" h="14096">
                  <a:moveTo>
                    <a:pt x="14097" y="7048"/>
                  </a:moveTo>
                  <a:cubicBezTo>
                    <a:pt x="14097" y="10954"/>
                    <a:pt x="10954" y="14097"/>
                    <a:pt x="7049" y="14097"/>
                  </a:cubicBezTo>
                  <a:cubicBezTo>
                    <a:pt x="3143" y="14097"/>
                    <a:pt x="0" y="10954"/>
                    <a:pt x="0" y="7048"/>
                  </a:cubicBezTo>
                  <a:cubicBezTo>
                    <a:pt x="0" y="3143"/>
                    <a:pt x="3143" y="0"/>
                    <a:pt x="7049" y="0"/>
                  </a:cubicBezTo>
                  <a:cubicBezTo>
                    <a:pt x="10954" y="0"/>
                    <a:pt x="14097" y="3143"/>
                    <a:pt x="14097" y="7048"/>
                  </a:cubicBezTo>
                  <a:close/>
                </a:path>
              </a:pathLst>
            </a:custGeom>
            <a:grpFill/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306" name="Freeform: Shape 305">
              <a:extLst>
                <a:ext uri="{FF2B5EF4-FFF2-40B4-BE49-F238E27FC236}">
                  <a16:creationId xmlns:a16="http://schemas.microsoft.com/office/drawing/2014/main" id="{85F7E635-CB45-4346-BBFB-10FF0576AF17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5852432" y="3659014"/>
              <a:ext cx="14096" cy="14096"/>
            </a:xfrm>
            <a:custGeom>
              <a:avLst/>
              <a:gdLst>
                <a:gd name="connsiteX0" fmla="*/ 14097 w 14096"/>
                <a:gd name="connsiteY0" fmla="*/ 7048 h 14096"/>
                <a:gd name="connsiteX1" fmla="*/ 7048 w 14096"/>
                <a:gd name="connsiteY1" fmla="*/ 14097 h 14096"/>
                <a:gd name="connsiteX2" fmla="*/ 0 w 14096"/>
                <a:gd name="connsiteY2" fmla="*/ 7048 h 14096"/>
                <a:gd name="connsiteX3" fmla="*/ 7048 w 14096"/>
                <a:gd name="connsiteY3" fmla="*/ 0 h 14096"/>
                <a:gd name="connsiteX4" fmla="*/ 14097 w 14096"/>
                <a:gd name="connsiteY4" fmla="*/ 7048 h 1409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14096" h="14096">
                  <a:moveTo>
                    <a:pt x="14097" y="7048"/>
                  </a:moveTo>
                  <a:cubicBezTo>
                    <a:pt x="14097" y="10954"/>
                    <a:pt x="10954" y="14097"/>
                    <a:pt x="7048" y="14097"/>
                  </a:cubicBezTo>
                  <a:cubicBezTo>
                    <a:pt x="3143" y="14097"/>
                    <a:pt x="0" y="10954"/>
                    <a:pt x="0" y="7048"/>
                  </a:cubicBezTo>
                  <a:cubicBezTo>
                    <a:pt x="0" y="3143"/>
                    <a:pt x="3143" y="0"/>
                    <a:pt x="7048" y="0"/>
                  </a:cubicBezTo>
                  <a:cubicBezTo>
                    <a:pt x="10954" y="0"/>
                    <a:pt x="14097" y="3143"/>
                    <a:pt x="14097" y="7048"/>
                  </a:cubicBezTo>
                  <a:close/>
                </a:path>
              </a:pathLst>
            </a:custGeom>
            <a:grpFill/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307" name="Freeform: Shape 306">
              <a:extLst>
                <a:ext uri="{FF2B5EF4-FFF2-40B4-BE49-F238E27FC236}">
                  <a16:creationId xmlns:a16="http://schemas.microsoft.com/office/drawing/2014/main" id="{3BDAC885-F0B3-4D66-8587-43846529835E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5911678" y="3659014"/>
              <a:ext cx="14096" cy="14096"/>
            </a:xfrm>
            <a:custGeom>
              <a:avLst/>
              <a:gdLst>
                <a:gd name="connsiteX0" fmla="*/ 14097 w 14096"/>
                <a:gd name="connsiteY0" fmla="*/ 7048 h 14096"/>
                <a:gd name="connsiteX1" fmla="*/ 7048 w 14096"/>
                <a:gd name="connsiteY1" fmla="*/ 14097 h 14096"/>
                <a:gd name="connsiteX2" fmla="*/ 0 w 14096"/>
                <a:gd name="connsiteY2" fmla="*/ 7048 h 14096"/>
                <a:gd name="connsiteX3" fmla="*/ 7048 w 14096"/>
                <a:gd name="connsiteY3" fmla="*/ 0 h 14096"/>
                <a:gd name="connsiteX4" fmla="*/ 14097 w 14096"/>
                <a:gd name="connsiteY4" fmla="*/ 7048 h 1409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14096" h="14096">
                  <a:moveTo>
                    <a:pt x="14097" y="7048"/>
                  </a:moveTo>
                  <a:cubicBezTo>
                    <a:pt x="14097" y="10954"/>
                    <a:pt x="10954" y="14097"/>
                    <a:pt x="7048" y="14097"/>
                  </a:cubicBezTo>
                  <a:cubicBezTo>
                    <a:pt x="3143" y="14097"/>
                    <a:pt x="0" y="10954"/>
                    <a:pt x="0" y="7048"/>
                  </a:cubicBezTo>
                  <a:cubicBezTo>
                    <a:pt x="0" y="3143"/>
                    <a:pt x="3143" y="0"/>
                    <a:pt x="7048" y="0"/>
                  </a:cubicBezTo>
                  <a:cubicBezTo>
                    <a:pt x="10954" y="0"/>
                    <a:pt x="14097" y="3143"/>
                    <a:pt x="14097" y="7048"/>
                  </a:cubicBezTo>
                  <a:close/>
                </a:path>
              </a:pathLst>
            </a:custGeom>
            <a:grpFill/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308" name="Freeform: Shape 307">
              <a:extLst>
                <a:ext uri="{FF2B5EF4-FFF2-40B4-BE49-F238E27FC236}">
                  <a16:creationId xmlns:a16="http://schemas.microsoft.com/office/drawing/2014/main" id="{3427A7E1-71C9-42CC-9CAF-53642DC4D088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5970828" y="3659014"/>
              <a:ext cx="14096" cy="14096"/>
            </a:xfrm>
            <a:custGeom>
              <a:avLst/>
              <a:gdLst>
                <a:gd name="connsiteX0" fmla="*/ 14097 w 14096"/>
                <a:gd name="connsiteY0" fmla="*/ 7048 h 14096"/>
                <a:gd name="connsiteX1" fmla="*/ 7048 w 14096"/>
                <a:gd name="connsiteY1" fmla="*/ 14097 h 14096"/>
                <a:gd name="connsiteX2" fmla="*/ 0 w 14096"/>
                <a:gd name="connsiteY2" fmla="*/ 7048 h 14096"/>
                <a:gd name="connsiteX3" fmla="*/ 7048 w 14096"/>
                <a:gd name="connsiteY3" fmla="*/ 0 h 14096"/>
                <a:gd name="connsiteX4" fmla="*/ 14097 w 14096"/>
                <a:gd name="connsiteY4" fmla="*/ 7048 h 1409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14096" h="14096">
                  <a:moveTo>
                    <a:pt x="14097" y="7048"/>
                  </a:moveTo>
                  <a:cubicBezTo>
                    <a:pt x="14097" y="10954"/>
                    <a:pt x="10954" y="14097"/>
                    <a:pt x="7048" y="14097"/>
                  </a:cubicBezTo>
                  <a:cubicBezTo>
                    <a:pt x="3143" y="14097"/>
                    <a:pt x="0" y="10954"/>
                    <a:pt x="0" y="7048"/>
                  </a:cubicBezTo>
                  <a:cubicBezTo>
                    <a:pt x="0" y="3143"/>
                    <a:pt x="3143" y="0"/>
                    <a:pt x="7048" y="0"/>
                  </a:cubicBezTo>
                  <a:cubicBezTo>
                    <a:pt x="10954" y="0"/>
                    <a:pt x="14097" y="3143"/>
                    <a:pt x="14097" y="7048"/>
                  </a:cubicBezTo>
                  <a:close/>
                </a:path>
              </a:pathLst>
            </a:custGeom>
            <a:grpFill/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309" name="Freeform: Shape 308">
              <a:extLst>
                <a:ext uri="{FF2B5EF4-FFF2-40B4-BE49-F238E27FC236}">
                  <a16:creationId xmlns:a16="http://schemas.microsoft.com/office/drawing/2014/main" id="{20BF60C4-2E5D-473E-96B6-D22BB8536FDF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6030073" y="3659014"/>
              <a:ext cx="14097" cy="14096"/>
            </a:xfrm>
            <a:custGeom>
              <a:avLst/>
              <a:gdLst>
                <a:gd name="connsiteX0" fmla="*/ 14097 w 14097"/>
                <a:gd name="connsiteY0" fmla="*/ 7048 h 14096"/>
                <a:gd name="connsiteX1" fmla="*/ 7048 w 14097"/>
                <a:gd name="connsiteY1" fmla="*/ 14097 h 14096"/>
                <a:gd name="connsiteX2" fmla="*/ 0 w 14097"/>
                <a:gd name="connsiteY2" fmla="*/ 7048 h 14096"/>
                <a:gd name="connsiteX3" fmla="*/ 7048 w 14097"/>
                <a:gd name="connsiteY3" fmla="*/ 0 h 14096"/>
                <a:gd name="connsiteX4" fmla="*/ 14097 w 14097"/>
                <a:gd name="connsiteY4" fmla="*/ 7048 h 1409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14097" h="14096">
                  <a:moveTo>
                    <a:pt x="14097" y="7048"/>
                  </a:moveTo>
                  <a:cubicBezTo>
                    <a:pt x="14097" y="10954"/>
                    <a:pt x="10954" y="14097"/>
                    <a:pt x="7048" y="14097"/>
                  </a:cubicBezTo>
                  <a:cubicBezTo>
                    <a:pt x="3143" y="14097"/>
                    <a:pt x="0" y="10954"/>
                    <a:pt x="0" y="7048"/>
                  </a:cubicBezTo>
                  <a:cubicBezTo>
                    <a:pt x="0" y="3143"/>
                    <a:pt x="3143" y="0"/>
                    <a:pt x="7048" y="0"/>
                  </a:cubicBezTo>
                  <a:cubicBezTo>
                    <a:pt x="10954" y="0"/>
                    <a:pt x="14097" y="3143"/>
                    <a:pt x="14097" y="7048"/>
                  </a:cubicBezTo>
                  <a:close/>
                </a:path>
              </a:pathLst>
            </a:custGeom>
            <a:grpFill/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310" name="Freeform: Shape 309">
              <a:extLst>
                <a:ext uri="{FF2B5EF4-FFF2-40B4-BE49-F238E27FC236}">
                  <a16:creationId xmlns:a16="http://schemas.microsoft.com/office/drawing/2014/main" id="{C4703732-1088-4448-ACC0-D8BD901B2CE6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6089224" y="3659014"/>
              <a:ext cx="14096" cy="14096"/>
            </a:xfrm>
            <a:custGeom>
              <a:avLst/>
              <a:gdLst>
                <a:gd name="connsiteX0" fmla="*/ 14097 w 14096"/>
                <a:gd name="connsiteY0" fmla="*/ 7048 h 14096"/>
                <a:gd name="connsiteX1" fmla="*/ 7048 w 14096"/>
                <a:gd name="connsiteY1" fmla="*/ 14097 h 14096"/>
                <a:gd name="connsiteX2" fmla="*/ 0 w 14096"/>
                <a:gd name="connsiteY2" fmla="*/ 7048 h 14096"/>
                <a:gd name="connsiteX3" fmla="*/ 7048 w 14096"/>
                <a:gd name="connsiteY3" fmla="*/ 0 h 14096"/>
                <a:gd name="connsiteX4" fmla="*/ 14097 w 14096"/>
                <a:gd name="connsiteY4" fmla="*/ 7048 h 1409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14096" h="14096">
                  <a:moveTo>
                    <a:pt x="14097" y="7048"/>
                  </a:moveTo>
                  <a:cubicBezTo>
                    <a:pt x="14097" y="10954"/>
                    <a:pt x="10954" y="14097"/>
                    <a:pt x="7048" y="14097"/>
                  </a:cubicBezTo>
                  <a:cubicBezTo>
                    <a:pt x="3143" y="14097"/>
                    <a:pt x="0" y="10954"/>
                    <a:pt x="0" y="7048"/>
                  </a:cubicBezTo>
                  <a:cubicBezTo>
                    <a:pt x="0" y="3143"/>
                    <a:pt x="3143" y="0"/>
                    <a:pt x="7048" y="0"/>
                  </a:cubicBezTo>
                  <a:cubicBezTo>
                    <a:pt x="10954" y="0"/>
                    <a:pt x="14097" y="3143"/>
                    <a:pt x="14097" y="7048"/>
                  </a:cubicBezTo>
                  <a:close/>
                </a:path>
              </a:pathLst>
            </a:custGeom>
            <a:grpFill/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311" name="Freeform: Shape 310">
              <a:extLst>
                <a:ext uri="{FF2B5EF4-FFF2-40B4-BE49-F238E27FC236}">
                  <a16:creationId xmlns:a16="http://schemas.microsoft.com/office/drawing/2014/main" id="{6777D706-23BF-4962-98D3-D5AE7DF4EC49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5734039" y="3718165"/>
              <a:ext cx="14192" cy="14096"/>
            </a:xfrm>
            <a:custGeom>
              <a:avLst/>
              <a:gdLst>
                <a:gd name="connsiteX0" fmla="*/ 14192 w 14192"/>
                <a:gd name="connsiteY0" fmla="*/ 7048 h 14096"/>
                <a:gd name="connsiteX1" fmla="*/ 7144 w 14192"/>
                <a:gd name="connsiteY1" fmla="*/ 14097 h 14096"/>
                <a:gd name="connsiteX2" fmla="*/ 0 w 14192"/>
                <a:gd name="connsiteY2" fmla="*/ 7048 h 14096"/>
                <a:gd name="connsiteX3" fmla="*/ 7049 w 14192"/>
                <a:gd name="connsiteY3" fmla="*/ 0 h 14096"/>
                <a:gd name="connsiteX4" fmla="*/ 14192 w 14192"/>
                <a:gd name="connsiteY4" fmla="*/ 7048 h 1409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14192" h="14096">
                  <a:moveTo>
                    <a:pt x="14192" y="7048"/>
                  </a:moveTo>
                  <a:cubicBezTo>
                    <a:pt x="14192" y="10954"/>
                    <a:pt x="11049" y="14097"/>
                    <a:pt x="7144" y="14097"/>
                  </a:cubicBezTo>
                  <a:cubicBezTo>
                    <a:pt x="3239" y="14097"/>
                    <a:pt x="0" y="10954"/>
                    <a:pt x="0" y="7048"/>
                  </a:cubicBezTo>
                  <a:cubicBezTo>
                    <a:pt x="0" y="3143"/>
                    <a:pt x="3143" y="0"/>
                    <a:pt x="7049" y="0"/>
                  </a:cubicBezTo>
                  <a:cubicBezTo>
                    <a:pt x="10954" y="0"/>
                    <a:pt x="14192" y="3143"/>
                    <a:pt x="14192" y="7048"/>
                  </a:cubicBezTo>
                  <a:close/>
                </a:path>
              </a:pathLst>
            </a:custGeom>
            <a:grpFill/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312" name="Freeform: Shape 311">
              <a:extLst>
                <a:ext uri="{FF2B5EF4-FFF2-40B4-BE49-F238E27FC236}">
                  <a16:creationId xmlns:a16="http://schemas.microsoft.com/office/drawing/2014/main" id="{783FF777-4C59-44D0-9441-2B40E0A70E99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5793284" y="3718165"/>
              <a:ext cx="14097" cy="14096"/>
            </a:xfrm>
            <a:custGeom>
              <a:avLst/>
              <a:gdLst>
                <a:gd name="connsiteX0" fmla="*/ 14097 w 14097"/>
                <a:gd name="connsiteY0" fmla="*/ 7048 h 14096"/>
                <a:gd name="connsiteX1" fmla="*/ 7049 w 14097"/>
                <a:gd name="connsiteY1" fmla="*/ 14097 h 14096"/>
                <a:gd name="connsiteX2" fmla="*/ 0 w 14097"/>
                <a:gd name="connsiteY2" fmla="*/ 7048 h 14096"/>
                <a:gd name="connsiteX3" fmla="*/ 7049 w 14097"/>
                <a:gd name="connsiteY3" fmla="*/ 0 h 14096"/>
                <a:gd name="connsiteX4" fmla="*/ 14097 w 14097"/>
                <a:gd name="connsiteY4" fmla="*/ 7048 h 1409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14097" h="14096">
                  <a:moveTo>
                    <a:pt x="14097" y="7048"/>
                  </a:moveTo>
                  <a:cubicBezTo>
                    <a:pt x="14097" y="10954"/>
                    <a:pt x="10954" y="14097"/>
                    <a:pt x="7049" y="14097"/>
                  </a:cubicBezTo>
                  <a:cubicBezTo>
                    <a:pt x="3143" y="14097"/>
                    <a:pt x="0" y="10954"/>
                    <a:pt x="0" y="7048"/>
                  </a:cubicBezTo>
                  <a:cubicBezTo>
                    <a:pt x="0" y="3143"/>
                    <a:pt x="3143" y="0"/>
                    <a:pt x="7049" y="0"/>
                  </a:cubicBezTo>
                  <a:cubicBezTo>
                    <a:pt x="10954" y="0"/>
                    <a:pt x="14097" y="3143"/>
                    <a:pt x="14097" y="7048"/>
                  </a:cubicBezTo>
                  <a:close/>
                </a:path>
              </a:pathLst>
            </a:custGeom>
            <a:grpFill/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313" name="Freeform: Shape 312">
              <a:extLst>
                <a:ext uri="{FF2B5EF4-FFF2-40B4-BE49-F238E27FC236}">
                  <a16:creationId xmlns:a16="http://schemas.microsoft.com/office/drawing/2014/main" id="{2037F33C-65F4-44B6-9CB2-D32D1552C6CE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5852434" y="3718165"/>
              <a:ext cx="14096" cy="14096"/>
            </a:xfrm>
            <a:custGeom>
              <a:avLst/>
              <a:gdLst>
                <a:gd name="connsiteX0" fmla="*/ 14097 w 14096"/>
                <a:gd name="connsiteY0" fmla="*/ 7048 h 14096"/>
                <a:gd name="connsiteX1" fmla="*/ 7048 w 14096"/>
                <a:gd name="connsiteY1" fmla="*/ 14097 h 14096"/>
                <a:gd name="connsiteX2" fmla="*/ 0 w 14096"/>
                <a:gd name="connsiteY2" fmla="*/ 7048 h 14096"/>
                <a:gd name="connsiteX3" fmla="*/ 7048 w 14096"/>
                <a:gd name="connsiteY3" fmla="*/ 0 h 14096"/>
                <a:gd name="connsiteX4" fmla="*/ 14097 w 14096"/>
                <a:gd name="connsiteY4" fmla="*/ 7048 h 1409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14096" h="14096">
                  <a:moveTo>
                    <a:pt x="14097" y="7048"/>
                  </a:moveTo>
                  <a:cubicBezTo>
                    <a:pt x="14097" y="10954"/>
                    <a:pt x="10954" y="14097"/>
                    <a:pt x="7048" y="14097"/>
                  </a:cubicBezTo>
                  <a:cubicBezTo>
                    <a:pt x="3143" y="14097"/>
                    <a:pt x="0" y="10954"/>
                    <a:pt x="0" y="7048"/>
                  </a:cubicBezTo>
                  <a:cubicBezTo>
                    <a:pt x="0" y="3143"/>
                    <a:pt x="3143" y="0"/>
                    <a:pt x="7048" y="0"/>
                  </a:cubicBezTo>
                  <a:cubicBezTo>
                    <a:pt x="10954" y="0"/>
                    <a:pt x="14097" y="3143"/>
                    <a:pt x="14097" y="7048"/>
                  </a:cubicBezTo>
                  <a:close/>
                </a:path>
              </a:pathLst>
            </a:custGeom>
            <a:grpFill/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314" name="Freeform: Shape 313">
              <a:extLst>
                <a:ext uri="{FF2B5EF4-FFF2-40B4-BE49-F238E27FC236}">
                  <a16:creationId xmlns:a16="http://schemas.microsoft.com/office/drawing/2014/main" id="{E73BA403-F3FD-4D76-A516-5698375D6430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5911679" y="3718165"/>
              <a:ext cx="14096" cy="14096"/>
            </a:xfrm>
            <a:custGeom>
              <a:avLst/>
              <a:gdLst>
                <a:gd name="connsiteX0" fmla="*/ 14097 w 14096"/>
                <a:gd name="connsiteY0" fmla="*/ 7048 h 14096"/>
                <a:gd name="connsiteX1" fmla="*/ 7048 w 14096"/>
                <a:gd name="connsiteY1" fmla="*/ 14097 h 14096"/>
                <a:gd name="connsiteX2" fmla="*/ 0 w 14096"/>
                <a:gd name="connsiteY2" fmla="*/ 7048 h 14096"/>
                <a:gd name="connsiteX3" fmla="*/ 7048 w 14096"/>
                <a:gd name="connsiteY3" fmla="*/ 0 h 14096"/>
                <a:gd name="connsiteX4" fmla="*/ 14097 w 14096"/>
                <a:gd name="connsiteY4" fmla="*/ 7048 h 1409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14096" h="14096">
                  <a:moveTo>
                    <a:pt x="14097" y="7048"/>
                  </a:moveTo>
                  <a:cubicBezTo>
                    <a:pt x="14097" y="10954"/>
                    <a:pt x="10954" y="14097"/>
                    <a:pt x="7048" y="14097"/>
                  </a:cubicBezTo>
                  <a:cubicBezTo>
                    <a:pt x="3143" y="14097"/>
                    <a:pt x="0" y="10954"/>
                    <a:pt x="0" y="7048"/>
                  </a:cubicBezTo>
                  <a:cubicBezTo>
                    <a:pt x="0" y="3143"/>
                    <a:pt x="3143" y="0"/>
                    <a:pt x="7048" y="0"/>
                  </a:cubicBezTo>
                  <a:cubicBezTo>
                    <a:pt x="10954" y="0"/>
                    <a:pt x="14097" y="3143"/>
                    <a:pt x="14097" y="7048"/>
                  </a:cubicBezTo>
                  <a:close/>
                </a:path>
              </a:pathLst>
            </a:custGeom>
            <a:grpFill/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315" name="Freeform: Shape 314">
              <a:extLst>
                <a:ext uri="{FF2B5EF4-FFF2-40B4-BE49-F238E27FC236}">
                  <a16:creationId xmlns:a16="http://schemas.microsoft.com/office/drawing/2014/main" id="{0AF0D29B-415A-4327-A4B4-B5DC8F0AC0A6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5970829" y="3718165"/>
              <a:ext cx="14096" cy="14096"/>
            </a:xfrm>
            <a:custGeom>
              <a:avLst/>
              <a:gdLst>
                <a:gd name="connsiteX0" fmla="*/ 14097 w 14096"/>
                <a:gd name="connsiteY0" fmla="*/ 7048 h 14096"/>
                <a:gd name="connsiteX1" fmla="*/ 7048 w 14096"/>
                <a:gd name="connsiteY1" fmla="*/ 14097 h 14096"/>
                <a:gd name="connsiteX2" fmla="*/ 0 w 14096"/>
                <a:gd name="connsiteY2" fmla="*/ 7048 h 14096"/>
                <a:gd name="connsiteX3" fmla="*/ 7048 w 14096"/>
                <a:gd name="connsiteY3" fmla="*/ 0 h 14096"/>
                <a:gd name="connsiteX4" fmla="*/ 14097 w 14096"/>
                <a:gd name="connsiteY4" fmla="*/ 7048 h 1409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14096" h="14096">
                  <a:moveTo>
                    <a:pt x="14097" y="7048"/>
                  </a:moveTo>
                  <a:cubicBezTo>
                    <a:pt x="14097" y="10954"/>
                    <a:pt x="10954" y="14097"/>
                    <a:pt x="7048" y="14097"/>
                  </a:cubicBezTo>
                  <a:cubicBezTo>
                    <a:pt x="3143" y="14097"/>
                    <a:pt x="0" y="10954"/>
                    <a:pt x="0" y="7048"/>
                  </a:cubicBezTo>
                  <a:cubicBezTo>
                    <a:pt x="0" y="3143"/>
                    <a:pt x="3143" y="0"/>
                    <a:pt x="7048" y="0"/>
                  </a:cubicBezTo>
                  <a:cubicBezTo>
                    <a:pt x="10954" y="0"/>
                    <a:pt x="14097" y="3143"/>
                    <a:pt x="14097" y="7048"/>
                  </a:cubicBezTo>
                  <a:close/>
                </a:path>
              </a:pathLst>
            </a:custGeom>
            <a:grpFill/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316" name="Freeform: Shape 315">
              <a:extLst>
                <a:ext uri="{FF2B5EF4-FFF2-40B4-BE49-F238E27FC236}">
                  <a16:creationId xmlns:a16="http://schemas.microsoft.com/office/drawing/2014/main" id="{374A9388-F55E-4F94-817D-5BFF0B59E7AE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6030074" y="3718165"/>
              <a:ext cx="14097" cy="14096"/>
            </a:xfrm>
            <a:custGeom>
              <a:avLst/>
              <a:gdLst>
                <a:gd name="connsiteX0" fmla="*/ 14097 w 14097"/>
                <a:gd name="connsiteY0" fmla="*/ 7048 h 14096"/>
                <a:gd name="connsiteX1" fmla="*/ 7048 w 14097"/>
                <a:gd name="connsiteY1" fmla="*/ 14097 h 14096"/>
                <a:gd name="connsiteX2" fmla="*/ 0 w 14097"/>
                <a:gd name="connsiteY2" fmla="*/ 7048 h 14096"/>
                <a:gd name="connsiteX3" fmla="*/ 7048 w 14097"/>
                <a:gd name="connsiteY3" fmla="*/ 0 h 14096"/>
                <a:gd name="connsiteX4" fmla="*/ 14097 w 14097"/>
                <a:gd name="connsiteY4" fmla="*/ 7048 h 1409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14097" h="14096">
                  <a:moveTo>
                    <a:pt x="14097" y="7048"/>
                  </a:moveTo>
                  <a:cubicBezTo>
                    <a:pt x="14097" y="10954"/>
                    <a:pt x="10954" y="14097"/>
                    <a:pt x="7048" y="14097"/>
                  </a:cubicBezTo>
                  <a:cubicBezTo>
                    <a:pt x="3143" y="14097"/>
                    <a:pt x="0" y="10954"/>
                    <a:pt x="0" y="7048"/>
                  </a:cubicBezTo>
                  <a:cubicBezTo>
                    <a:pt x="0" y="3143"/>
                    <a:pt x="3143" y="0"/>
                    <a:pt x="7048" y="0"/>
                  </a:cubicBezTo>
                  <a:cubicBezTo>
                    <a:pt x="10954" y="0"/>
                    <a:pt x="14097" y="3143"/>
                    <a:pt x="14097" y="7048"/>
                  </a:cubicBezTo>
                  <a:close/>
                </a:path>
              </a:pathLst>
            </a:custGeom>
            <a:grpFill/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317" name="Freeform: Shape 316">
              <a:extLst>
                <a:ext uri="{FF2B5EF4-FFF2-40B4-BE49-F238E27FC236}">
                  <a16:creationId xmlns:a16="http://schemas.microsoft.com/office/drawing/2014/main" id="{30C52183-F223-4E0A-B713-C91589CEB8FF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6089225" y="3718165"/>
              <a:ext cx="14096" cy="14096"/>
            </a:xfrm>
            <a:custGeom>
              <a:avLst/>
              <a:gdLst>
                <a:gd name="connsiteX0" fmla="*/ 14097 w 14096"/>
                <a:gd name="connsiteY0" fmla="*/ 7048 h 14096"/>
                <a:gd name="connsiteX1" fmla="*/ 7048 w 14096"/>
                <a:gd name="connsiteY1" fmla="*/ 14097 h 14096"/>
                <a:gd name="connsiteX2" fmla="*/ 0 w 14096"/>
                <a:gd name="connsiteY2" fmla="*/ 7048 h 14096"/>
                <a:gd name="connsiteX3" fmla="*/ 7048 w 14096"/>
                <a:gd name="connsiteY3" fmla="*/ 0 h 14096"/>
                <a:gd name="connsiteX4" fmla="*/ 14097 w 14096"/>
                <a:gd name="connsiteY4" fmla="*/ 7048 h 1409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14096" h="14096">
                  <a:moveTo>
                    <a:pt x="14097" y="7048"/>
                  </a:moveTo>
                  <a:cubicBezTo>
                    <a:pt x="14097" y="10954"/>
                    <a:pt x="10954" y="14097"/>
                    <a:pt x="7048" y="14097"/>
                  </a:cubicBezTo>
                  <a:cubicBezTo>
                    <a:pt x="3143" y="14097"/>
                    <a:pt x="0" y="10954"/>
                    <a:pt x="0" y="7048"/>
                  </a:cubicBezTo>
                  <a:cubicBezTo>
                    <a:pt x="0" y="3143"/>
                    <a:pt x="3143" y="0"/>
                    <a:pt x="7048" y="0"/>
                  </a:cubicBezTo>
                  <a:cubicBezTo>
                    <a:pt x="10954" y="0"/>
                    <a:pt x="14097" y="3143"/>
                    <a:pt x="14097" y="7048"/>
                  </a:cubicBezTo>
                  <a:close/>
                </a:path>
              </a:pathLst>
            </a:custGeom>
            <a:grpFill/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318" name="Freeform: Shape 317">
              <a:extLst>
                <a:ext uri="{FF2B5EF4-FFF2-40B4-BE49-F238E27FC236}">
                  <a16:creationId xmlns:a16="http://schemas.microsoft.com/office/drawing/2014/main" id="{A6BEE030-DC6B-4CB1-A01B-95CC82552583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5734040" y="3777410"/>
              <a:ext cx="14192" cy="14096"/>
            </a:xfrm>
            <a:custGeom>
              <a:avLst/>
              <a:gdLst>
                <a:gd name="connsiteX0" fmla="*/ 14192 w 14192"/>
                <a:gd name="connsiteY0" fmla="*/ 7048 h 14096"/>
                <a:gd name="connsiteX1" fmla="*/ 7144 w 14192"/>
                <a:gd name="connsiteY1" fmla="*/ 14097 h 14096"/>
                <a:gd name="connsiteX2" fmla="*/ 0 w 14192"/>
                <a:gd name="connsiteY2" fmla="*/ 7048 h 14096"/>
                <a:gd name="connsiteX3" fmla="*/ 7049 w 14192"/>
                <a:gd name="connsiteY3" fmla="*/ 0 h 14096"/>
                <a:gd name="connsiteX4" fmla="*/ 14192 w 14192"/>
                <a:gd name="connsiteY4" fmla="*/ 7048 h 1409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14192" h="14096">
                  <a:moveTo>
                    <a:pt x="14192" y="7048"/>
                  </a:moveTo>
                  <a:cubicBezTo>
                    <a:pt x="14192" y="10954"/>
                    <a:pt x="11049" y="14097"/>
                    <a:pt x="7144" y="14097"/>
                  </a:cubicBezTo>
                  <a:cubicBezTo>
                    <a:pt x="3239" y="14097"/>
                    <a:pt x="0" y="10954"/>
                    <a:pt x="0" y="7048"/>
                  </a:cubicBezTo>
                  <a:cubicBezTo>
                    <a:pt x="0" y="3143"/>
                    <a:pt x="3143" y="0"/>
                    <a:pt x="7049" y="0"/>
                  </a:cubicBezTo>
                  <a:cubicBezTo>
                    <a:pt x="10954" y="0"/>
                    <a:pt x="14192" y="3143"/>
                    <a:pt x="14192" y="7048"/>
                  </a:cubicBezTo>
                  <a:close/>
                </a:path>
              </a:pathLst>
            </a:custGeom>
            <a:grpFill/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319" name="Freeform: Shape 318">
              <a:extLst>
                <a:ext uri="{FF2B5EF4-FFF2-40B4-BE49-F238E27FC236}">
                  <a16:creationId xmlns:a16="http://schemas.microsoft.com/office/drawing/2014/main" id="{2D41CF67-37BB-443C-85CF-2A05174FD476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5793285" y="3777410"/>
              <a:ext cx="14097" cy="14096"/>
            </a:xfrm>
            <a:custGeom>
              <a:avLst/>
              <a:gdLst>
                <a:gd name="connsiteX0" fmla="*/ 14097 w 14097"/>
                <a:gd name="connsiteY0" fmla="*/ 7048 h 14096"/>
                <a:gd name="connsiteX1" fmla="*/ 7049 w 14097"/>
                <a:gd name="connsiteY1" fmla="*/ 14097 h 14096"/>
                <a:gd name="connsiteX2" fmla="*/ 0 w 14097"/>
                <a:gd name="connsiteY2" fmla="*/ 7048 h 14096"/>
                <a:gd name="connsiteX3" fmla="*/ 7049 w 14097"/>
                <a:gd name="connsiteY3" fmla="*/ 0 h 14096"/>
                <a:gd name="connsiteX4" fmla="*/ 14097 w 14097"/>
                <a:gd name="connsiteY4" fmla="*/ 7048 h 1409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14097" h="14096">
                  <a:moveTo>
                    <a:pt x="14097" y="7048"/>
                  </a:moveTo>
                  <a:cubicBezTo>
                    <a:pt x="14097" y="10941"/>
                    <a:pt x="10941" y="14097"/>
                    <a:pt x="7049" y="14097"/>
                  </a:cubicBezTo>
                  <a:cubicBezTo>
                    <a:pt x="3156" y="14097"/>
                    <a:pt x="0" y="10941"/>
                    <a:pt x="0" y="7048"/>
                  </a:cubicBezTo>
                  <a:cubicBezTo>
                    <a:pt x="0" y="3156"/>
                    <a:pt x="3156" y="0"/>
                    <a:pt x="7049" y="0"/>
                  </a:cubicBezTo>
                  <a:cubicBezTo>
                    <a:pt x="10941" y="0"/>
                    <a:pt x="14097" y="3156"/>
                    <a:pt x="14097" y="7048"/>
                  </a:cubicBezTo>
                  <a:close/>
                </a:path>
              </a:pathLst>
            </a:custGeom>
            <a:grpFill/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320" name="Freeform: Shape 319">
              <a:extLst>
                <a:ext uri="{FF2B5EF4-FFF2-40B4-BE49-F238E27FC236}">
                  <a16:creationId xmlns:a16="http://schemas.microsoft.com/office/drawing/2014/main" id="{65A449CF-396F-45B8-B268-6824A4E89BBB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5852436" y="3777408"/>
              <a:ext cx="14096" cy="14099"/>
            </a:xfrm>
            <a:custGeom>
              <a:avLst/>
              <a:gdLst>
                <a:gd name="connsiteX0" fmla="*/ 14097 w 14096"/>
                <a:gd name="connsiteY0" fmla="*/ 7051 h 14099"/>
                <a:gd name="connsiteX1" fmla="*/ 7048 w 14096"/>
                <a:gd name="connsiteY1" fmla="*/ 14099 h 14099"/>
                <a:gd name="connsiteX2" fmla="*/ 0 w 14096"/>
                <a:gd name="connsiteY2" fmla="*/ 7051 h 14099"/>
                <a:gd name="connsiteX3" fmla="*/ 7048 w 14096"/>
                <a:gd name="connsiteY3" fmla="*/ 2 h 14099"/>
                <a:gd name="connsiteX4" fmla="*/ 14097 w 14096"/>
                <a:gd name="connsiteY4" fmla="*/ 7051 h 14099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14096" h="14099">
                  <a:moveTo>
                    <a:pt x="14097" y="7051"/>
                  </a:moveTo>
                  <a:cubicBezTo>
                    <a:pt x="14097" y="10956"/>
                    <a:pt x="10954" y="14099"/>
                    <a:pt x="7048" y="14099"/>
                  </a:cubicBezTo>
                  <a:cubicBezTo>
                    <a:pt x="3143" y="14099"/>
                    <a:pt x="0" y="10956"/>
                    <a:pt x="0" y="7051"/>
                  </a:cubicBezTo>
                  <a:cubicBezTo>
                    <a:pt x="0" y="3145"/>
                    <a:pt x="3143" y="2"/>
                    <a:pt x="7048" y="2"/>
                  </a:cubicBezTo>
                  <a:cubicBezTo>
                    <a:pt x="10954" y="-93"/>
                    <a:pt x="14097" y="3145"/>
                    <a:pt x="14097" y="7051"/>
                  </a:cubicBezTo>
                  <a:close/>
                </a:path>
              </a:pathLst>
            </a:custGeom>
            <a:grpFill/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321" name="Freeform: Shape 320">
              <a:extLst>
                <a:ext uri="{FF2B5EF4-FFF2-40B4-BE49-F238E27FC236}">
                  <a16:creationId xmlns:a16="http://schemas.microsoft.com/office/drawing/2014/main" id="{9C20A7EF-7013-4D6C-ADD8-868A931DF20E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5911683" y="3777408"/>
              <a:ext cx="14096" cy="14099"/>
            </a:xfrm>
            <a:custGeom>
              <a:avLst/>
              <a:gdLst>
                <a:gd name="connsiteX0" fmla="*/ 14097 w 14096"/>
                <a:gd name="connsiteY0" fmla="*/ 7051 h 14099"/>
                <a:gd name="connsiteX1" fmla="*/ 7048 w 14096"/>
                <a:gd name="connsiteY1" fmla="*/ 14099 h 14099"/>
                <a:gd name="connsiteX2" fmla="*/ 0 w 14096"/>
                <a:gd name="connsiteY2" fmla="*/ 7051 h 14099"/>
                <a:gd name="connsiteX3" fmla="*/ 7048 w 14096"/>
                <a:gd name="connsiteY3" fmla="*/ 2 h 14099"/>
                <a:gd name="connsiteX4" fmla="*/ 14097 w 14096"/>
                <a:gd name="connsiteY4" fmla="*/ 7051 h 14099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14096" h="14099">
                  <a:moveTo>
                    <a:pt x="14097" y="7051"/>
                  </a:moveTo>
                  <a:cubicBezTo>
                    <a:pt x="14097" y="10956"/>
                    <a:pt x="10954" y="14099"/>
                    <a:pt x="7048" y="14099"/>
                  </a:cubicBezTo>
                  <a:cubicBezTo>
                    <a:pt x="3143" y="14099"/>
                    <a:pt x="0" y="10956"/>
                    <a:pt x="0" y="7051"/>
                  </a:cubicBezTo>
                  <a:cubicBezTo>
                    <a:pt x="0" y="3145"/>
                    <a:pt x="3143" y="2"/>
                    <a:pt x="7048" y="2"/>
                  </a:cubicBezTo>
                  <a:cubicBezTo>
                    <a:pt x="10954" y="-93"/>
                    <a:pt x="14097" y="3145"/>
                    <a:pt x="14097" y="7051"/>
                  </a:cubicBezTo>
                  <a:close/>
                </a:path>
              </a:pathLst>
            </a:custGeom>
            <a:grpFill/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322" name="Freeform: Shape 321">
              <a:extLst>
                <a:ext uri="{FF2B5EF4-FFF2-40B4-BE49-F238E27FC236}">
                  <a16:creationId xmlns:a16="http://schemas.microsoft.com/office/drawing/2014/main" id="{F787692C-3BA9-4D4D-82F8-E497797AAED2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5970835" y="3777408"/>
              <a:ext cx="14096" cy="14099"/>
            </a:xfrm>
            <a:custGeom>
              <a:avLst/>
              <a:gdLst>
                <a:gd name="connsiteX0" fmla="*/ 14097 w 14096"/>
                <a:gd name="connsiteY0" fmla="*/ 7051 h 14099"/>
                <a:gd name="connsiteX1" fmla="*/ 7048 w 14096"/>
                <a:gd name="connsiteY1" fmla="*/ 14099 h 14099"/>
                <a:gd name="connsiteX2" fmla="*/ 0 w 14096"/>
                <a:gd name="connsiteY2" fmla="*/ 7051 h 14099"/>
                <a:gd name="connsiteX3" fmla="*/ 7048 w 14096"/>
                <a:gd name="connsiteY3" fmla="*/ 2 h 14099"/>
                <a:gd name="connsiteX4" fmla="*/ 14097 w 14096"/>
                <a:gd name="connsiteY4" fmla="*/ 7051 h 14099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14096" h="14099">
                  <a:moveTo>
                    <a:pt x="14097" y="7051"/>
                  </a:moveTo>
                  <a:cubicBezTo>
                    <a:pt x="14097" y="10956"/>
                    <a:pt x="10954" y="14099"/>
                    <a:pt x="7048" y="14099"/>
                  </a:cubicBezTo>
                  <a:cubicBezTo>
                    <a:pt x="3143" y="14099"/>
                    <a:pt x="0" y="10956"/>
                    <a:pt x="0" y="7051"/>
                  </a:cubicBezTo>
                  <a:cubicBezTo>
                    <a:pt x="0" y="3145"/>
                    <a:pt x="3143" y="2"/>
                    <a:pt x="7048" y="2"/>
                  </a:cubicBezTo>
                  <a:cubicBezTo>
                    <a:pt x="10954" y="-93"/>
                    <a:pt x="14097" y="3145"/>
                    <a:pt x="14097" y="7051"/>
                  </a:cubicBezTo>
                  <a:close/>
                </a:path>
              </a:pathLst>
            </a:custGeom>
            <a:grpFill/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323" name="Freeform: Shape 322">
              <a:extLst>
                <a:ext uri="{FF2B5EF4-FFF2-40B4-BE49-F238E27FC236}">
                  <a16:creationId xmlns:a16="http://schemas.microsoft.com/office/drawing/2014/main" id="{A6D539D6-A55E-40F5-83AC-A7734052419F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6030082" y="3777410"/>
              <a:ext cx="14097" cy="14096"/>
            </a:xfrm>
            <a:custGeom>
              <a:avLst/>
              <a:gdLst>
                <a:gd name="connsiteX0" fmla="*/ 14097 w 14097"/>
                <a:gd name="connsiteY0" fmla="*/ 7048 h 14096"/>
                <a:gd name="connsiteX1" fmla="*/ 7049 w 14097"/>
                <a:gd name="connsiteY1" fmla="*/ 14097 h 14096"/>
                <a:gd name="connsiteX2" fmla="*/ 0 w 14097"/>
                <a:gd name="connsiteY2" fmla="*/ 7048 h 14096"/>
                <a:gd name="connsiteX3" fmla="*/ 7049 w 14097"/>
                <a:gd name="connsiteY3" fmla="*/ 0 h 14096"/>
                <a:gd name="connsiteX4" fmla="*/ 14097 w 14097"/>
                <a:gd name="connsiteY4" fmla="*/ 7048 h 1409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14097" h="14096">
                  <a:moveTo>
                    <a:pt x="14097" y="7048"/>
                  </a:moveTo>
                  <a:cubicBezTo>
                    <a:pt x="14097" y="10941"/>
                    <a:pt x="10941" y="14097"/>
                    <a:pt x="7049" y="14097"/>
                  </a:cubicBezTo>
                  <a:cubicBezTo>
                    <a:pt x="3156" y="14097"/>
                    <a:pt x="0" y="10941"/>
                    <a:pt x="0" y="7048"/>
                  </a:cubicBezTo>
                  <a:cubicBezTo>
                    <a:pt x="0" y="3156"/>
                    <a:pt x="3156" y="0"/>
                    <a:pt x="7049" y="0"/>
                  </a:cubicBezTo>
                  <a:cubicBezTo>
                    <a:pt x="10941" y="0"/>
                    <a:pt x="14097" y="3156"/>
                    <a:pt x="14097" y="7048"/>
                  </a:cubicBezTo>
                  <a:close/>
                </a:path>
              </a:pathLst>
            </a:custGeom>
            <a:grpFill/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324" name="Freeform: Shape 323">
              <a:extLst>
                <a:ext uri="{FF2B5EF4-FFF2-40B4-BE49-F238E27FC236}">
                  <a16:creationId xmlns:a16="http://schemas.microsoft.com/office/drawing/2014/main" id="{D4D7922F-CA55-4202-B99F-ED303E704492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6089231" y="3777408"/>
              <a:ext cx="14096" cy="14099"/>
            </a:xfrm>
            <a:custGeom>
              <a:avLst/>
              <a:gdLst>
                <a:gd name="connsiteX0" fmla="*/ 14097 w 14096"/>
                <a:gd name="connsiteY0" fmla="*/ 7051 h 14099"/>
                <a:gd name="connsiteX1" fmla="*/ 7048 w 14096"/>
                <a:gd name="connsiteY1" fmla="*/ 14099 h 14099"/>
                <a:gd name="connsiteX2" fmla="*/ 0 w 14096"/>
                <a:gd name="connsiteY2" fmla="*/ 7051 h 14099"/>
                <a:gd name="connsiteX3" fmla="*/ 7048 w 14096"/>
                <a:gd name="connsiteY3" fmla="*/ 2 h 14099"/>
                <a:gd name="connsiteX4" fmla="*/ 14097 w 14096"/>
                <a:gd name="connsiteY4" fmla="*/ 7051 h 14099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14096" h="14099">
                  <a:moveTo>
                    <a:pt x="14097" y="7051"/>
                  </a:moveTo>
                  <a:cubicBezTo>
                    <a:pt x="14097" y="10956"/>
                    <a:pt x="10954" y="14099"/>
                    <a:pt x="7048" y="14099"/>
                  </a:cubicBezTo>
                  <a:cubicBezTo>
                    <a:pt x="3143" y="14099"/>
                    <a:pt x="0" y="10956"/>
                    <a:pt x="0" y="7051"/>
                  </a:cubicBezTo>
                  <a:cubicBezTo>
                    <a:pt x="0" y="3145"/>
                    <a:pt x="3143" y="2"/>
                    <a:pt x="7048" y="2"/>
                  </a:cubicBezTo>
                  <a:cubicBezTo>
                    <a:pt x="10954" y="-93"/>
                    <a:pt x="14097" y="3145"/>
                    <a:pt x="14097" y="7051"/>
                  </a:cubicBezTo>
                  <a:close/>
                </a:path>
              </a:pathLst>
            </a:custGeom>
            <a:grpFill/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325" name="Freeform: Shape 324">
              <a:extLst>
                <a:ext uri="{FF2B5EF4-FFF2-40B4-BE49-F238E27FC236}">
                  <a16:creationId xmlns:a16="http://schemas.microsoft.com/office/drawing/2014/main" id="{4120C846-A602-4B6C-9C07-11D2B0F8A402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6148476" y="3481374"/>
              <a:ext cx="14097" cy="14096"/>
            </a:xfrm>
            <a:custGeom>
              <a:avLst/>
              <a:gdLst>
                <a:gd name="connsiteX0" fmla="*/ 14097 w 14097"/>
                <a:gd name="connsiteY0" fmla="*/ 7049 h 14096"/>
                <a:gd name="connsiteX1" fmla="*/ 7049 w 14097"/>
                <a:gd name="connsiteY1" fmla="*/ 14097 h 14096"/>
                <a:gd name="connsiteX2" fmla="*/ 0 w 14097"/>
                <a:gd name="connsiteY2" fmla="*/ 7049 h 14096"/>
                <a:gd name="connsiteX3" fmla="*/ 7049 w 14097"/>
                <a:gd name="connsiteY3" fmla="*/ 0 h 14096"/>
                <a:gd name="connsiteX4" fmla="*/ 14097 w 14097"/>
                <a:gd name="connsiteY4" fmla="*/ 7049 h 1409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14097" h="14096">
                  <a:moveTo>
                    <a:pt x="14097" y="7049"/>
                  </a:moveTo>
                  <a:cubicBezTo>
                    <a:pt x="14097" y="10954"/>
                    <a:pt x="10954" y="14097"/>
                    <a:pt x="7049" y="14097"/>
                  </a:cubicBezTo>
                  <a:cubicBezTo>
                    <a:pt x="3143" y="14097"/>
                    <a:pt x="0" y="10954"/>
                    <a:pt x="0" y="7049"/>
                  </a:cubicBezTo>
                  <a:cubicBezTo>
                    <a:pt x="0" y="3143"/>
                    <a:pt x="3143" y="0"/>
                    <a:pt x="7049" y="0"/>
                  </a:cubicBezTo>
                  <a:cubicBezTo>
                    <a:pt x="10954" y="0"/>
                    <a:pt x="14097" y="3143"/>
                    <a:pt x="14097" y="7049"/>
                  </a:cubicBezTo>
                  <a:close/>
                </a:path>
              </a:pathLst>
            </a:custGeom>
            <a:grpFill/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326" name="Freeform: Shape 325">
              <a:extLst>
                <a:ext uri="{FF2B5EF4-FFF2-40B4-BE49-F238E27FC236}">
                  <a16:creationId xmlns:a16="http://schemas.microsoft.com/office/drawing/2014/main" id="{84B5D527-4684-45F5-84CE-73642492DB35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6207627" y="3481374"/>
              <a:ext cx="14096" cy="14096"/>
            </a:xfrm>
            <a:custGeom>
              <a:avLst/>
              <a:gdLst>
                <a:gd name="connsiteX0" fmla="*/ 14097 w 14096"/>
                <a:gd name="connsiteY0" fmla="*/ 7049 h 14096"/>
                <a:gd name="connsiteX1" fmla="*/ 7048 w 14096"/>
                <a:gd name="connsiteY1" fmla="*/ 14097 h 14096"/>
                <a:gd name="connsiteX2" fmla="*/ 0 w 14096"/>
                <a:gd name="connsiteY2" fmla="*/ 7049 h 14096"/>
                <a:gd name="connsiteX3" fmla="*/ 7048 w 14096"/>
                <a:gd name="connsiteY3" fmla="*/ 0 h 14096"/>
                <a:gd name="connsiteX4" fmla="*/ 14097 w 14096"/>
                <a:gd name="connsiteY4" fmla="*/ 7049 h 1409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14096" h="14096">
                  <a:moveTo>
                    <a:pt x="14097" y="7049"/>
                  </a:moveTo>
                  <a:cubicBezTo>
                    <a:pt x="14097" y="10954"/>
                    <a:pt x="10954" y="14097"/>
                    <a:pt x="7048" y="14097"/>
                  </a:cubicBezTo>
                  <a:cubicBezTo>
                    <a:pt x="3143" y="14097"/>
                    <a:pt x="0" y="10954"/>
                    <a:pt x="0" y="7049"/>
                  </a:cubicBezTo>
                  <a:cubicBezTo>
                    <a:pt x="0" y="3143"/>
                    <a:pt x="3143" y="0"/>
                    <a:pt x="7048" y="0"/>
                  </a:cubicBezTo>
                  <a:cubicBezTo>
                    <a:pt x="10954" y="0"/>
                    <a:pt x="14097" y="3143"/>
                    <a:pt x="14097" y="7049"/>
                  </a:cubicBezTo>
                  <a:close/>
                </a:path>
              </a:pathLst>
            </a:custGeom>
            <a:grpFill/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327" name="Freeform: Shape 326">
              <a:extLst>
                <a:ext uri="{FF2B5EF4-FFF2-40B4-BE49-F238E27FC236}">
                  <a16:creationId xmlns:a16="http://schemas.microsoft.com/office/drawing/2014/main" id="{FF31CF21-8169-4D45-A115-9CF8D37189D5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6266872" y="3481374"/>
              <a:ext cx="14096" cy="14096"/>
            </a:xfrm>
            <a:custGeom>
              <a:avLst/>
              <a:gdLst>
                <a:gd name="connsiteX0" fmla="*/ 14097 w 14096"/>
                <a:gd name="connsiteY0" fmla="*/ 7049 h 14096"/>
                <a:gd name="connsiteX1" fmla="*/ 7049 w 14096"/>
                <a:gd name="connsiteY1" fmla="*/ 14097 h 14096"/>
                <a:gd name="connsiteX2" fmla="*/ 0 w 14096"/>
                <a:gd name="connsiteY2" fmla="*/ 7049 h 14096"/>
                <a:gd name="connsiteX3" fmla="*/ 7049 w 14096"/>
                <a:gd name="connsiteY3" fmla="*/ 0 h 14096"/>
                <a:gd name="connsiteX4" fmla="*/ 14097 w 14096"/>
                <a:gd name="connsiteY4" fmla="*/ 7049 h 1409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14096" h="14096">
                  <a:moveTo>
                    <a:pt x="14097" y="7049"/>
                  </a:moveTo>
                  <a:cubicBezTo>
                    <a:pt x="14097" y="10954"/>
                    <a:pt x="10954" y="14097"/>
                    <a:pt x="7049" y="14097"/>
                  </a:cubicBezTo>
                  <a:cubicBezTo>
                    <a:pt x="3143" y="14097"/>
                    <a:pt x="0" y="10954"/>
                    <a:pt x="0" y="7049"/>
                  </a:cubicBezTo>
                  <a:cubicBezTo>
                    <a:pt x="0" y="3143"/>
                    <a:pt x="3143" y="0"/>
                    <a:pt x="7049" y="0"/>
                  </a:cubicBezTo>
                  <a:cubicBezTo>
                    <a:pt x="10859" y="0"/>
                    <a:pt x="14097" y="3143"/>
                    <a:pt x="14097" y="7049"/>
                  </a:cubicBezTo>
                  <a:close/>
                </a:path>
              </a:pathLst>
            </a:custGeom>
            <a:grpFill/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328" name="Freeform: Shape 327">
              <a:extLst>
                <a:ext uri="{FF2B5EF4-FFF2-40B4-BE49-F238E27FC236}">
                  <a16:creationId xmlns:a16="http://schemas.microsoft.com/office/drawing/2014/main" id="{DA8762B9-9CD8-4676-93F5-6C9358A94043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6326022" y="3481374"/>
              <a:ext cx="14096" cy="14096"/>
            </a:xfrm>
            <a:custGeom>
              <a:avLst/>
              <a:gdLst>
                <a:gd name="connsiteX0" fmla="*/ 14097 w 14096"/>
                <a:gd name="connsiteY0" fmla="*/ 7049 h 14096"/>
                <a:gd name="connsiteX1" fmla="*/ 7048 w 14096"/>
                <a:gd name="connsiteY1" fmla="*/ 14097 h 14096"/>
                <a:gd name="connsiteX2" fmla="*/ 0 w 14096"/>
                <a:gd name="connsiteY2" fmla="*/ 7049 h 14096"/>
                <a:gd name="connsiteX3" fmla="*/ 7048 w 14096"/>
                <a:gd name="connsiteY3" fmla="*/ 0 h 14096"/>
                <a:gd name="connsiteX4" fmla="*/ 14097 w 14096"/>
                <a:gd name="connsiteY4" fmla="*/ 7049 h 1409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14096" h="14096">
                  <a:moveTo>
                    <a:pt x="14097" y="7049"/>
                  </a:moveTo>
                  <a:cubicBezTo>
                    <a:pt x="14097" y="10954"/>
                    <a:pt x="10954" y="14097"/>
                    <a:pt x="7048" y="14097"/>
                  </a:cubicBezTo>
                  <a:cubicBezTo>
                    <a:pt x="3143" y="14097"/>
                    <a:pt x="0" y="10954"/>
                    <a:pt x="0" y="7049"/>
                  </a:cubicBezTo>
                  <a:cubicBezTo>
                    <a:pt x="0" y="3143"/>
                    <a:pt x="3143" y="0"/>
                    <a:pt x="7048" y="0"/>
                  </a:cubicBezTo>
                  <a:cubicBezTo>
                    <a:pt x="10954" y="0"/>
                    <a:pt x="14097" y="3143"/>
                    <a:pt x="14097" y="7049"/>
                  </a:cubicBezTo>
                  <a:close/>
                </a:path>
              </a:pathLst>
            </a:custGeom>
            <a:grpFill/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329" name="Freeform: Shape 328">
              <a:extLst>
                <a:ext uri="{FF2B5EF4-FFF2-40B4-BE49-F238E27FC236}">
                  <a16:creationId xmlns:a16="http://schemas.microsoft.com/office/drawing/2014/main" id="{A183E80A-70D1-4F52-A92D-D396648CCB71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6385268" y="3481374"/>
              <a:ext cx="14096" cy="14096"/>
            </a:xfrm>
            <a:custGeom>
              <a:avLst/>
              <a:gdLst>
                <a:gd name="connsiteX0" fmla="*/ 14097 w 14096"/>
                <a:gd name="connsiteY0" fmla="*/ 7049 h 14096"/>
                <a:gd name="connsiteX1" fmla="*/ 7048 w 14096"/>
                <a:gd name="connsiteY1" fmla="*/ 14097 h 14096"/>
                <a:gd name="connsiteX2" fmla="*/ 0 w 14096"/>
                <a:gd name="connsiteY2" fmla="*/ 7049 h 14096"/>
                <a:gd name="connsiteX3" fmla="*/ 7048 w 14096"/>
                <a:gd name="connsiteY3" fmla="*/ 0 h 14096"/>
                <a:gd name="connsiteX4" fmla="*/ 14097 w 14096"/>
                <a:gd name="connsiteY4" fmla="*/ 7049 h 1409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14096" h="14096">
                  <a:moveTo>
                    <a:pt x="14097" y="7049"/>
                  </a:moveTo>
                  <a:cubicBezTo>
                    <a:pt x="14097" y="10954"/>
                    <a:pt x="10954" y="14097"/>
                    <a:pt x="7048" y="14097"/>
                  </a:cubicBezTo>
                  <a:cubicBezTo>
                    <a:pt x="3143" y="14097"/>
                    <a:pt x="0" y="10954"/>
                    <a:pt x="0" y="7049"/>
                  </a:cubicBezTo>
                  <a:cubicBezTo>
                    <a:pt x="0" y="3143"/>
                    <a:pt x="3143" y="0"/>
                    <a:pt x="7048" y="0"/>
                  </a:cubicBezTo>
                  <a:cubicBezTo>
                    <a:pt x="10858" y="0"/>
                    <a:pt x="14097" y="3143"/>
                    <a:pt x="14097" y="7049"/>
                  </a:cubicBezTo>
                  <a:close/>
                </a:path>
              </a:pathLst>
            </a:custGeom>
            <a:grpFill/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330" name="Freeform: Shape 329">
              <a:extLst>
                <a:ext uri="{FF2B5EF4-FFF2-40B4-BE49-F238E27FC236}">
                  <a16:creationId xmlns:a16="http://schemas.microsoft.com/office/drawing/2014/main" id="{83FBB0F7-E17E-4890-9B66-3625BA14683F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6444417" y="3481373"/>
              <a:ext cx="14096" cy="14097"/>
            </a:xfrm>
            <a:custGeom>
              <a:avLst/>
              <a:gdLst>
                <a:gd name="connsiteX0" fmla="*/ 14097 w 14096"/>
                <a:gd name="connsiteY0" fmla="*/ 7049 h 14097"/>
                <a:gd name="connsiteX1" fmla="*/ 7048 w 14096"/>
                <a:gd name="connsiteY1" fmla="*/ 14097 h 14097"/>
                <a:gd name="connsiteX2" fmla="*/ 0 w 14096"/>
                <a:gd name="connsiteY2" fmla="*/ 7049 h 14097"/>
                <a:gd name="connsiteX3" fmla="*/ 7048 w 14096"/>
                <a:gd name="connsiteY3" fmla="*/ 0 h 14097"/>
                <a:gd name="connsiteX4" fmla="*/ 14097 w 14096"/>
                <a:gd name="connsiteY4" fmla="*/ 7049 h 14097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14096" h="14097">
                  <a:moveTo>
                    <a:pt x="14097" y="7049"/>
                  </a:moveTo>
                  <a:cubicBezTo>
                    <a:pt x="14097" y="10941"/>
                    <a:pt x="10941" y="14097"/>
                    <a:pt x="7048" y="14097"/>
                  </a:cubicBezTo>
                  <a:cubicBezTo>
                    <a:pt x="3156" y="14097"/>
                    <a:pt x="0" y="10941"/>
                    <a:pt x="0" y="7049"/>
                  </a:cubicBezTo>
                  <a:cubicBezTo>
                    <a:pt x="0" y="3156"/>
                    <a:pt x="3156" y="0"/>
                    <a:pt x="7048" y="0"/>
                  </a:cubicBezTo>
                  <a:cubicBezTo>
                    <a:pt x="10941" y="0"/>
                    <a:pt x="14097" y="3156"/>
                    <a:pt x="14097" y="7049"/>
                  </a:cubicBezTo>
                  <a:close/>
                </a:path>
              </a:pathLst>
            </a:custGeom>
            <a:grpFill/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331" name="Freeform: Shape 330">
              <a:extLst>
                <a:ext uri="{FF2B5EF4-FFF2-40B4-BE49-F238E27FC236}">
                  <a16:creationId xmlns:a16="http://schemas.microsoft.com/office/drawing/2014/main" id="{708E7BF1-2D4D-44AB-A5CC-0ED91B8462E6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6148476" y="3540622"/>
              <a:ext cx="14097" cy="14096"/>
            </a:xfrm>
            <a:custGeom>
              <a:avLst/>
              <a:gdLst>
                <a:gd name="connsiteX0" fmla="*/ 14097 w 14097"/>
                <a:gd name="connsiteY0" fmla="*/ 7048 h 14096"/>
                <a:gd name="connsiteX1" fmla="*/ 7049 w 14097"/>
                <a:gd name="connsiteY1" fmla="*/ 14097 h 14096"/>
                <a:gd name="connsiteX2" fmla="*/ 0 w 14097"/>
                <a:gd name="connsiteY2" fmla="*/ 7048 h 14096"/>
                <a:gd name="connsiteX3" fmla="*/ 7049 w 14097"/>
                <a:gd name="connsiteY3" fmla="*/ 0 h 14096"/>
                <a:gd name="connsiteX4" fmla="*/ 14097 w 14097"/>
                <a:gd name="connsiteY4" fmla="*/ 7048 h 1409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14097" h="14096">
                  <a:moveTo>
                    <a:pt x="14097" y="7048"/>
                  </a:moveTo>
                  <a:cubicBezTo>
                    <a:pt x="14097" y="10954"/>
                    <a:pt x="10954" y="14097"/>
                    <a:pt x="7049" y="14097"/>
                  </a:cubicBezTo>
                  <a:cubicBezTo>
                    <a:pt x="3143" y="14097"/>
                    <a:pt x="0" y="10954"/>
                    <a:pt x="0" y="7048"/>
                  </a:cubicBezTo>
                  <a:cubicBezTo>
                    <a:pt x="0" y="3143"/>
                    <a:pt x="3143" y="0"/>
                    <a:pt x="7049" y="0"/>
                  </a:cubicBezTo>
                  <a:cubicBezTo>
                    <a:pt x="10954" y="0"/>
                    <a:pt x="14097" y="3143"/>
                    <a:pt x="14097" y="7048"/>
                  </a:cubicBezTo>
                  <a:close/>
                </a:path>
              </a:pathLst>
            </a:custGeom>
            <a:grpFill/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332" name="Freeform: Shape 331">
              <a:extLst>
                <a:ext uri="{FF2B5EF4-FFF2-40B4-BE49-F238E27FC236}">
                  <a16:creationId xmlns:a16="http://schemas.microsoft.com/office/drawing/2014/main" id="{4B468C4E-6F63-4172-AE1F-8965744DBC4F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6207627" y="3540623"/>
              <a:ext cx="14096" cy="14096"/>
            </a:xfrm>
            <a:custGeom>
              <a:avLst/>
              <a:gdLst>
                <a:gd name="connsiteX0" fmla="*/ 14097 w 14096"/>
                <a:gd name="connsiteY0" fmla="*/ 7048 h 14096"/>
                <a:gd name="connsiteX1" fmla="*/ 7048 w 14096"/>
                <a:gd name="connsiteY1" fmla="*/ 14097 h 14096"/>
                <a:gd name="connsiteX2" fmla="*/ 0 w 14096"/>
                <a:gd name="connsiteY2" fmla="*/ 7048 h 14096"/>
                <a:gd name="connsiteX3" fmla="*/ 7048 w 14096"/>
                <a:gd name="connsiteY3" fmla="*/ 0 h 14096"/>
                <a:gd name="connsiteX4" fmla="*/ 14097 w 14096"/>
                <a:gd name="connsiteY4" fmla="*/ 7048 h 1409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14096" h="14096">
                  <a:moveTo>
                    <a:pt x="14097" y="7048"/>
                  </a:moveTo>
                  <a:cubicBezTo>
                    <a:pt x="14097" y="10954"/>
                    <a:pt x="10954" y="14097"/>
                    <a:pt x="7048" y="14097"/>
                  </a:cubicBezTo>
                  <a:cubicBezTo>
                    <a:pt x="3143" y="14097"/>
                    <a:pt x="0" y="10954"/>
                    <a:pt x="0" y="7048"/>
                  </a:cubicBezTo>
                  <a:cubicBezTo>
                    <a:pt x="0" y="3143"/>
                    <a:pt x="3143" y="0"/>
                    <a:pt x="7048" y="0"/>
                  </a:cubicBezTo>
                  <a:cubicBezTo>
                    <a:pt x="10954" y="0"/>
                    <a:pt x="14097" y="3143"/>
                    <a:pt x="14097" y="7048"/>
                  </a:cubicBezTo>
                  <a:close/>
                </a:path>
              </a:pathLst>
            </a:custGeom>
            <a:grpFill/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333" name="Freeform: Shape 332">
              <a:extLst>
                <a:ext uri="{FF2B5EF4-FFF2-40B4-BE49-F238E27FC236}">
                  <a16:creationId xmlns:a16="http://schemas.microsoft.com/office/drawing/2014/main" id="{974C7149-F567-4D55-8F48-511DCF3A81ED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6266872" y="3540626"/>
              <a:ext cx="14096" cy="14096"/>
            </a:xfrm>
            <a:custGeom>
              <a:avLst/>
              <a:gdLst>
                <a:gd name="connsiteX0" fmla="*/ 14097 w 14096"/>
                <a:gd name="connsiteY0" fmla="*/ 7048 h 14096"/>
                <a:gd name="connsiteX1" fmla="*/ 7049 w 14096"/>
                <a:gd name="connsiteY1" fmla="*/ 14097 h 14096"/>
                <a:gd name="connsiteX2" fmla="*/ 0 w 14096"/>
                <a:gd name="connsiteY2" fmla="*/ 7048 h 14096"/>
                <a:gd name="connsiteX3" fmla="*/ 7049 w 14096"/>
                <a:gd name="connsiteY3" fmla="*/ 0 h 14096"/>
                <a:gd name="connsiteX4" fmla="*/ 14097 w 14096"/>
                <a:gd name="connsiteY4" fmla="*/ 7048 h 1409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14096" h="14096">
                  <a:moveTo>
                    <a:pt x="14097" y="7048"/>
                  </a:moveTo>
                  <a:cubicBezTo>
                    <a:pt x="14097" y="10954"/>
                    <a:pt x="10954" y="14097"/>
                    <a:pt x="7049" y="14097"/>
                  </a:cubicBezTo>
                  <a:cubicBezTo>
                    <a:pt x="3143" y="14097"/>
                    <a:pt x="0" y="10954"/>
                    <a:pt x="0" y="7048"/>
                  </a:cubicBezTo>
                  <a:cubicBezTo>
                    <a:pt x="0" y="3143"/>
                    <a:pt x="3143" y="0"/>
                    <a:pt x="7049" y="0"/>
                  </a:cubicBezTo>
                  <a:cubicBezTo>
                    <a:pt x="10859" y="0"/>
                    <a:pt x="14097" y="3143"/>
                    <a:pt x="14097" y="7048"/>
                  </a:cubicBezTo>
                  <a:close/>
                </a:path>
              </a:pathLst>
            </a:custGeom>
            <a:grpFill/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334" name="Freeform: Shape 333">
              <a:extLst>
                <a:ext uri="{FF2B5EF4-FFF2-40B4-BE49-F238E27FC236}">
                  <a16:creationId xmlns:a16="http://schemas.microsoft.com/office/drawing/2014/main" id="{54A551FA-7E10-4D28-9A10-B9A06C0780EE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6326022" y="3540627"/>
              <a:ext cx="14096" cy="14096"/>
            </a:xfrm>
            <a:custGeom>
              <a:avLst/>
              <a:gdLst>
                <a:gd name="connsiteX0" fmla="*/ 14097 w 14096"/>
                <a:gd name="connsiteY0" fmla="*/ 7048 h 14096"/>
                <a:gd name="connsiteX1" fmla="*/ 7048 w 14096"/>
                <a:gd name="connsiteY1" fmla="*/ 14097 h 14096"/>
                <a:gd name="connsiteX2" fmla="*/ 0 w 14096"/>
                <a:gd name="connsiteY2" fmla="*/ 7048 h 14096"/>
                <a:gd name="connsiteX3" fmla="*/ 7048 w 14096"/>
                <a:gd name="connsiteY3" fmla="*/ 0 h 14096"/>
                <a:gd name="connsiteX4" fmla="*/ 14097 w 14096"/>
                <a:gd name="connsiteY4" fmla="*/ 7048 h 1409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14096" h="14096">
                  <a:moveTo>
                    <a:pt x="14097" y="7048"/>
                  </a:moveTo>
                  <a:cubicBezTo>
                    <a:pt x="14097" y="10954"/>
                    <a:pt x="10954" y="14097"/>
                    <a:pt x="7048" y="14097"/>
                  </a:cubicBezTo>
                  <a:cubicBezTo>
                    <a:pt x="3143" y="14097"/>
                    <a:pt x="0" y="10954"/>
                    <a:pt x="0" y="7048"/>
                  </a:cubicBezTo>
                  <a:cubicBezTo>
                    <a:pt x="0" y="3143"/>
                    <a:pt x="3143" y="0"/>
                    <a:pt x="7048" y="0"/>
                  </a:cubicBezTo>
                  <a:cubicBezTo>
                    <a:pt x="10954" y="0"/>
                    <a:pt x="14097" y="3143"/>
                    <a:pt x="14097" y="7048"/>
                  </a:cubicBezTo>
                  <a:close/>
                </a:path>
              </a:pathLst>
            </a:custGeom>
            <a:grpFill/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335" name="Freeform: Shape 334">
              <a:extLst>
                <a:ext uri="{FF2B5EF4-FFF2-40B4-BE49-F238E27FC236}">
                  <a16:creationId xmlns:a16="http://schemas.microsoft.com/office/drawing/2014/main" id="{1D04F3C0-CE2C-4B8D-A5BD-0E994FD8D974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6385268" y="3540630"/>
              <a:ext cx="14096" cy="14096"/>
            </a:xfrm>
            <a:custGeom>
              <a:avLst/>
              <a:gdLst>
                <a:gd name="connsiteX0" fmla="*/ 14097 w 14096"/>
                <a:gd name="connsiteY0" fmla="*/ 7048 h 14096"/>
                <a:gd name="connsiteX1" fmla="*/ 7048 w 14096"/>
                <a:gd name="connsiteY1" fmla="*/ 14097 h 14096"/>
                <a:gd name="connsiteX2" fmla="*/ 0 w 14096"/>
                <a:gd name="connsiteY2" fmla="*/ 7048 h 14096"/>
                <a:gd name="connsiteX3" fmla="*/ 7048 w 14096"/>
                <a:gd name="connsiteY3" fmla="*/ 0 h 14096"/>
                <a:gd name="connsiteX4" fmla="*/ 14097 w 14096"/>
                <a:gd name="connsiteY4" fmla="*/ 7048 h 1409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14096" h="14096">
                  <a:moveTo>
                    <a:pt x="14097" y="7048"/>
                  </a:moveTo>
                  <a:cubicBezTo>
                    <a:pt x="14097" y="10954"/>
                    <a:pt x="10954" y="14097"/>
                    <a:pt x="7048" y="14097"/>
                  </a:cubicBezTo>
                  <a:cubicBezTo>
                    <a:pt x="3143" y="14097"/>
                    <a:pt x="0" y="10954"/>
                    <a:pt x="0" y="7048"/>
                  </a:cubicBezTo>
                  <a:cubicBezTo>
                    <a:pt x="0" y="3143"/>
                    <a:pt x="3143" y="0"/>
                    <a:pt x="7048" y="0"/>
                  </a:cubicBezTo>
                  <a:cubicBezTo>
                    <a:pt x="10858" y="0"/>
                    <a:pt x="14097" y="3143"/>
                    <a:pt x="14097" y="7048"/>
                  </a:cubicBezTo>
                  <a:close/>
                </a:path>
              </a:pathLst>
            </a:custGeom>
            <a:grpFill/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336" name="Freeform: Shape 335">
              <a:extLst>
                <a:ext uri="{FF2B5EF4-FFF2-40B4-BE49-F238E27FC236}">
                  <a16:creationId xmlns:a16="http://schemas.microsoft.com/office/drawing/2014/main" id="{D2EA9230-DD52-48A9-B268-56744EA50654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6444417" y="3540631"/>
              <a:ext cx="14096" cy="14097"/>
            </a:xfrm>
            <a:custGeom>
              <a:avLst/>
              <a:gdLst>
                <a:gd name="connsiteX0" fmla="*/ 14097 w 14096"/>
                <a:gd name="connsiteY0" fmla="*/ 7048 h 14097"/>
                <a:gd name="connsiteX1" fmla="*/ 7048 w 14096"/>
                <a:gd name="connsiteY1" fmla="*/ 14097 h 14097"/>
                <a:gd name="connsiteX2" fmla="*/ 0 w 14096"/>
                <a:gd name="connsiteY2" fmla="*/ 7048 h 14097"/>
                <a:gd name="connsiteX3" fmla="*/ 7048 w 14096"/>
                <a:gd name="connsiteY3" fmla="*/ 0 h 14097"/>
                <a:gd name="connsiteX4" fmla="*/ 14097 w 14096"/>
                <a:gd name="connsiteY4" fmla="*/ 7048 h 14097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14096" h="14097">
                  <a:moveTo>
                    <a:pt x="14097" y="7048"/>
                  </a:moveTo>
                  <a:cubicBezTo>
                    <a:pt x="14097" y="10941"/>
                    <a:pt x="10941" y="14097"/>
                    <a:pt x="7048" y="14097"/>
                  </a:cubicBezTo>
                  <a:cubicBezTo>
                    <a:pt x="3156" y="14097"/>
                    <a:pt x="0" y="10941"/>
                    <a:pt x="0" y="7048"/>
                  </a:cubicBezTo>
                  <a:cubicBezTo>
                    <a:pt x="0" y="3156"/>
                    <a:pt x="3156" y="0"/>
                    <a:pt x="7048" y="0"/>
                  </a:cubicBezTo>
                  <a:cubicBezTo>
                    <a:pt x="10941" y="0"/>
                    <a:pt x="14097" y="3156"/>
                    <a:pt x="14097" y="7048"/>
                  </a:cubicBezTo>
                  <a:close/>
                </a:path>
              </a:pathLst>
            </a:custGeom>
            <a:grpFill/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337" name="Freeform: Shape 336">
              <a:extLst>
                <a:ext uri="{FF2B5EF4-FFF2-40B4-BE49-F238E27FC236}">
                  <a16:creationId xmlns:a16="http://schemas.microsoft.com/office/drawing/2014/main" id="{043A05F5-A8CF-4D01-AF12-95D1ECAE4607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6148476" y="3599781"/>
              <a:ext cx="14097" cy="14096"/>
            </a:xfrm>
            <a:custGeom>
              <a:avLst/>
              <a:gdLst>
                <a:gd name="connsiteX0" fmla="*/ 14097 w 14097"/>
                <a:gd name="connsiteY0" fmla="*/ 7048 h 14096"/>
                <a:gd name="connsiteX1" fmla="*/ 7049 w 14097"/>
                <a:gd name="connsiteY1" fmla="*/ 14097 h 14096"/>
                <a:gd name="connsiteX2" fmla="*/ 0 w 14097"/>
                <a:gd name="connsiteY2" fmla="*/ 7048 h 14096"/>
                <a:gd name="connsiteX3" fmla="*/ 7049 w 14097"/>
                <a:gd name="connsiteY3" fmla="*/ 0 h 14096"/>
                <a:gd name="connsiteX4" fmla="*/ 14097 w 14097"/>
                <a:gd name="connsiteY4" fmla="*/ 7048 h 1409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14097" h="14096">
                  <a:moveTo>
                    <a:pt x="14097" y="7048"/>
                  </a:moveTo>
                  <a:cubicBezTo>
                    <a:pt x="14097" y="10954"/>
                    <a:pt x="10954" y="14097"/>
                    <a:pt x="7049" y="14097"/>
                  </a:cubicBezTo>
                  <a:cubicBezTo>
                    <a:pt x="3143" y="14097"/>
                    <a:pt x="0" y="10954"/>
                    <a:pt x="0" y="7048"/>
                  </a:cubicBezTo>
                  <a:cubicBezTo>
                    <a:pt x="0" y="3143"/>
                    <a:pt x="3143" y="0"/>
                    <a:pt x="7049" y="0"/>
                  </a:cubicBezTo>
                  <a:cubicBezTo>
                    <a:pt x="10954" y="0"/>
                    <a:pt x="14097" y="3143"/>
                    <a:pt x="14097" y="7048"/>
                  </a:cubicBezTo>
                  <a:close/>
                </a:path>
              </a:pathLst>
            </a:custGeom>
            <a:grpFill/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338" name="Freeform: Shape 337">
              <a:extLst>
                <a:ext uri="{FF2B5EF4-FFF2-40B4-BE49-F238E27FC236}">
                  <a16:creationId xmlns:a16="http://schemas.microsoft.com/office/drawing/2014/main" id="{1F47C6BC-BD1A-4291-B018-05E5A72E4B8E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6207627" y="3599781"/>
              <a:ext cx="14096" cy="14096"/>
            </a:xfrm>
            <a:custGeom>
              <a:avLst/>
              <a:gdLst>
                <a:gd name="connsiteX0" fmla="*/ 14097 w 14096"/>
                <a:gd name="connsiteY0" fmla="*/ 7048 h 14096"/>
                <a:gd name="connsiteX1" fmla="*/ 7048 w 14096"/>
                <a:gd name="connsiteY1" fmla="*/ 14097 h 14096"/>
                <a:gd name="connsiteX2" fmla="*/ 0 w 14096"/>
                <a:gd name="connsiteY2" fmla="*/ 7048 h 14096"/>
                <a:gd name="connsiteX3" fmla="*/ 7048 w 14096"/>
                <a:gd name="connsiteY3" fmla="*/ 0 h 14096"/>
                <a:gd name="connsiteX4" fmla="*/ 14097 w 14096"/>
                <a:gd name="connsiteY4" fmla="*/ 7048 h 1409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14096" h="14096">
                  <a:moveTo>
                    <a:pt x="14097" y="7048"/>
                  </a:moveTo>
                  <a:cubicBezTo>
                    <a:pt x="14097" y="10954"/>
                    <a:pt x="10954" y="14097"/>
                    <a:pt x="7048" y="14097"/>
                  </a:cubicBezTo>
                  <a:cubicBezTo>
                    <a:pt x="3143" y="14097"/>
                    <a:pt x="0" y="10954"/>
                    <a:pt x="0" y="7048"/>
                  </a:cubicBezTo>
                  <a:cubicBezTo>
                    <a:pt x="0" y="3143"/>
                    <a:pt x="3143" y="0"/>
                    <a:pt x="7048" y="0"/>
                  </a:cubicBezTo>
                  <a:cubicBezTo>
                    <a:pt x="10954" y="0"/>
                    <a:pt x="14097" y="3143"/>
                    <a:pt x="14097" y="7048"/>
                  </a:cubicBezTo>
                  <a:close/>
                </a:path>
              </a:pathLst>
            </a:custGeom>
            <a:grpFill/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339" name="Freeform: Shape 338">
              <a:extLst>
                <a:ext uri="{FF2B5EF4-FFF2-40B4-BE49-F238E27FC236}">
                  <a16:creationId xmlns:a16="http://schemas.microsoft.com/office/drawing/2014/main" id="{E5B89844-FD17-4048-A3F5-35E390C6EF74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6266872" y="3599781"/>
              <a:ext cx="14096" cy="14096"/>
            </a:xfrm>
            <a:custGeom>
              <a:avLst/>
              <a:gdLst>
                <a:gd name="connsiteX0" fmla="*/ 14097 w 14096"/>
                <a:gd name="connsiteY0" fmla="*/ 7048 h 14096"/>
                <a:gd name="connsiteX1" fmla="*/ 7049 w 14096"/>
                <a:gd name="connsiteY1" fmla="*/ 14097 h 14096"/>
                <a:gd name="connsiteX2" fmla="*/ 0 w 14096"/>
                <a:gd name="connsiteY2" fmla="*/ 7048 h 14096"/>
                <a:gd name="connsiteX3" fmla="*/ 7049 w 14096"/>
                <a:gd name="connsiteY3" fmla="*/ 0 h 14096"/>
                <a:gd name="connsiteX4" fmla="*/ 14097 w 14096"/>
                <a:gd name="connsiteY4" fmla="*/ 7048 h 1409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14096" h="14096">
                  <a:moveTo>
                    <a:pt x="14097" y="7048"/>
                  </a:moveTo>
                  <a:cubicBezTo>
                    <a:pt x="14097" y="10954"/>
                    <a:pt x="10954" y="14097"/>
                    <a:pt x="7049" y="14097"/>
                  </a:cubicBezTo>
                  <a:cubicBezTo>
                    <a:pt x="3143" y="14097"/>
                    <a:pt x="0" y="10954"/>
                    <a:pt x="0" y="7048"/>
                  </a:cubicBezTo>
                  <a:cubicBezTo>
                    <a:pt x="0" y="3143"/>
                    <a:pt x="3143" y="0"/>
                    <a:pt x="7049" y="0"/>
                  </a:cubicBezTo>
                  <a:cubicBezTo>
                    <a:pt x="10859" y="0"/>
                    <a:pt x="14097" y="3143"/>
                    <a:pt x="14097" y="7048"/>
                  </a:cubicBezTo>
                  <a:close/>
                </a:path>
              </a:pathLst>
            </a:custGeom>
            <a:grpFill/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340" name="Freeform: Shape 339">
              <a:extLst>
                <a:ext uri="{FF2B5EF4-FFF2-40B4-BE49-F238E27FC236}">
                  <a16:creationId xmlns:a16="http://schemas.microsoft.com/office/drawing/2014/main" id="{B5593F34-8B0E-4D34-9781-B594E2F5D76A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6326022" y="3599781"/>
              <a:ext cx="14096" cy="14096"/>
            </a:xfrm>
            <a:custGeom>
              <a:avLst/>
              <a:gdLst>
                <a:gd name="connsiteX0" fmla="*/ 14097 w 14096"/>
                <a:gd name="connsiteY0" fmla="*/ 7048 h 14096"/>
                <a:gd name="connsiteX1" fmla="*/ 7048 w 14096"/>
                <a:gd name="connsiteY1" fmla="*/ 14097 h 14096"/>
                <a:gd name="connsiteX2" fmla="*/ 0 w 14096"/>
                <a:gd name="connsiteY2" fmla="*/ 7048 h 14096"/>
                <a:gd name="connsiteX3" fmla="*/ 7048 w 14096"/>
                <a:gd name="connsiteY3" fmla="*/ 0 h 14096"/>
                <a:gd name="connsiteX4" fmla="*/ 14097 w 14096"/>
                <a:gd name="connsiteY4" fmla="*/ 7048 h 1409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14096" h="14096">
                  <a:moveTo>
                    <a:pt x="14097" y="7048"/>
                  </a:moveTo>
                  <a:cubicBezTo>
                    <a:pt x="14097" y="10954"/>
                    <a:pt x="10954" y="14097"/>
                    <a:pt x="7048" y="14097"/>
                  </a:cubicBezTo>
                  <a:cubicBezTo>
                    <a:pt x="3143" y="14097"/>
                    <a:pt x="0" y="10954"/>
                    <a:pt x="0" y="7048"/>
                  </a:cubicBezTo>
                  <a:cubicBezTo>
                    <a:pt x="0" y="3143"/>
                    <a:pt x="3143" y="0"/>
                    <a:pt x="7048" y="0"/>
                  </a:cubicBezTo>
                  <a:cubicBezTo>
                    <a:pt x="10954" y="0"/>
                    <a:pt x="14097" y="3143"/>
                    <a:pt x="14097" y="7048"/>
                  </a:cubicBezTo>
                  <a:close/>
                </a:path>
              </a:pathLst>
            </a:custGeom>
            <a:grpFill/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341" name="Freeform: Shape 340">
              <a:extLst>
                <a:ext uri="{FF2B5EF4-FFF2-40B4-BE49-F238E27FC236}">
                  <a16:creationId xmlns:a16="http://schemas.microsoft.com/office/drawing/2014/main" id="{4428E4BB-2263-4D19-8254-C9B54B85653F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6385268" y="3599780"/>
              <a:ext cx="14096" cy="14096"/>
            </a:xfrm>
            <a:custGeom>
              <a:avLst/>
              <a:gdLst>
                <a:gd name="connsiteX0" fmla="*/ 14097 w 14096"/>
                <a:gd name="connsiteY0" fmla="*/ 7048 h 14096"/>
                <a:gd name="connsiteX1" fmla="*/ 7048 w 14096"/>
                <a:gd name="connsiteY1" fmla="*/ 14097 h 14096"/>
                <a:gd name="connsiteX2" fmla="*/ 0 w 14096"/>
                <a:gd name="connsiteY2" fmla="*/ 7048 h 14096"/>
                <a:gd name="connsiteX3" fmla="*/ 7048 w 14096"/>
                <a:gd name="connsiteY3" fmla="*/ 0 h 14096"/>
                <a:gd name="connsiteX4" fmla="*/ 14097 w 14096"/>
                <a:gd name="connsiteY4" fmla="*/ 7048 h 1409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14096" h="14096">
                  <a:moveTo>
                    <a:pt x="14097" y="7048"/>
                  </a:moveTo>
                  <a:cubicBezTo>
                    <a:pt x="14097" y="10954"/>
                    <a:pt x="10954" y="14097"/>
                    <a:pt x="7048" y="14097"/>
                  </a:cubicBezTo>
                  <a:cubicBezTo>
                    <a:pt x="3143" y="14097"/>
                    <a:pt x="0" y="10954"/>
                    <a:pt x="0" y="7048"/>
                  </a:cubicBezTo>
                  <a:cubicBezTo>
                    <a:pt x="0" y="3143"/>
                    <a:pt x="3143" y="0"/>
                    <a:pt x="7048" y="0"/>
                  </a:cubicBezTo>
                  <a:cubicBezTo>
                    <a:pt x="10858" y="0"/>
                    <a:pt x="14097" y="3143"/>
                    <a:pt x="14097" y="7048"/>
                  </a:cubicBezTo>
                  <a:close/>
                </a:path>
              </a:pathLst>
            </a:custGeom>
            <a:grpFill/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342" name="Freeform: Shape 341">
              <a:extLst>
                <a:ext uri="{FF2B5EF4-FFF2-40B4-BE49-F238E27FC236}">
                  <a16:creationId xmlns:a16="http://schemas.microsoft.com/office/drawing/2014/main" id="{2366216E-6EA2-4872-8370-C5EC22520F4E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6444417" y="3599782"/>
              <a:ext cx="14096" cy="14096"/>
            </a:xfrm>
            <a:custGeom>
              <a:avLst/>
              <a:gdLst>
                <a:gd name="connsiteX0" fmla="*/ 14097 w 14096"/>
                <a:gd name="connsiteY0" fmla="*/ 7048 h 14096"/>
                <a:gd name="connsiteX1" fmla="*/ 7048 w 14096"/>
                <a:gd name="connsiteY1" fmla="*/ 14097 h 14096"/>
                <a:gd name="connsiteX2" fmla="*/ 0 w 14096"/>
                <a:gd name="connsiteY2" fmla="*/ 7048 h 14096"/>
                <a:gd name="connsiteX3" fmla="*/ 7048 w 14096"/>
                <a:gd name="connsiteY3" fmla="*/ 0 h 14096"/>
                <a:gd name="connsiteX4" fmla="*/ 14097 w 14096"/>
                <a:gd name="connsiteY4" fmla="*/ 7048 h 1409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14096" h="14096">
                  <a:moveTo>
                    <a:pt x="14097" y="7048"/>
                  </a:moveTo>
                  <a:cubicBezTo>
                    <a:pt x="14097" y="10954"/>
                    <a:pt x="10954" y="14097"/>
                    <a:pt x="7048" y="14097"/>
                  </a:cubicBezTo>
                  <a:cubicBezTo>
                    <a:pt x="3143" y="14097"/>
                    <a:pt x="0" y="10954"/>
                    <a:pt x="0" y="7048"/>
                  </a:cubicBezTo>
                  <a:cubicBezTo>
                    <a:pt x="0" y="3143"/>
                    <a:pt x="3143" y="0"/>
                    <a:pt x="7048" y="0"/>
                  </a:cubicBezTo>
                  <a:cubicBezTo>
                    <a:pt x="10954" y="0"/>
                    <a:pt x="14097" y="3143"/>
                    <a:pt x="14097" y="7048"/>
                  </a:cubicBezTo>
                  <a:close/>
                </a:path>
              </a:pathLst>
            </a:custGeom>
            <a:grpFill/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343" name="Freeform: Shape 342">
              <a:extLst>
                <a:ext uri="{FF2B5EF4-FFF2-40B4-BE49-F238E27FC236}">
                  <a16:creationId xmlns:a16="http://schemas.microsoft.com/office/drawing/2014/main" id="{D66F8E3F-BF33-4F99-A1F0-EB5885BF2CAD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6148476" y="3659026"/>
              <a:ext cx="14097" cy="14096"/>
            </a:xfrm>
            <a:custGeom>
              <a:avLst/>
              <a:gdLst>
                <a:gd name="connsiteX0" fmla="*/ 14097 w 14097"/>
                <a:gd name="connsiteY0" fmla="*/ 7048 h 14096"/>
                <a:gd name="connsiteX1" fmla="*/ 7049 w 14097"/>
                <a:gd name="connsiteY1" fmla="*/ 14097 h 14096"/>
                <a:gd name="connsiteX2" fmla="*/ 0 w 14097"/>
                <a:gd name="connsiteY2" fmla="*/ 7048 h 14096"/>
                <a:gd name="connsiteX3" fmla="*/ 7049 w 14097"/>
                <a:gd name="connsiteY3" fmla="*/ 0 h 14096"/>
                <a:gd name="connsiteX4" fmla="*/ 14097 w 14097"/>
                <a:gd name="connsiteY4" fmla="*/ 7048 h 1409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14097" h="14096">
                  <a:moveTo>
                    <a:pt x="14097" y="7048"/>
                  </a:moveTo>
                  <a:cubicBezTo>
                    <a:pt x="14097" y="10954"/>
                    <a:pt x="10954" y="14097"/>
                    <a:pt x="7049" y="14097"/>
                  </a:cubicBezTo>
                  <a:cubicBezTo>
                    <a:pt x="3143" y="14097"/>
                    <a:pt x="0" y="10954"/>
                    <a:pt x="0" y="7048"/>
                  </a:cubicBezTo>
                  <a:cubicBezTo>
                    <a:pt x="0" y="3143"/>
                    <a:pt x="3143" y="0"/>
                    <a:pt x="7049" y="0"/>
                  </a:cubicBezTo>
                  <a:cubicBezTo>
                    <a:pt x="10954" y="0"/>
                    <a:pt x="14097" y="3143"/>
                    <a:pt x="14097" y="7048"/>
                  </a:cubicBezTo>
                  <a:close/>
                </a:path>
              </a:pathLst>
            </a:custGeom>
            <a:grpFill/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344" name="Freeform: Shape 343">
              <a:extLst>
                <a:ext uri="{FF2B5EF4-FFF2-40B4-BE49-F238E27FC236}">
                  <a16:creationId xmlns:a16="http://schemas.microsoft.com/office/drawing/2014/main" id="{EB506747-ED9D-43EA-BD67-DF7971849EDF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6207627" y="3659026"/>
              <a:ext cx="14096" cy="14096"/>
            </a:xfrm>
            <a:custGeom>
              <a:avLst/>
              <a:gdLst>
                <a:gd name="connsiteX0" fmla="*/ 14097 w 14096"/>
                <a:gd name="connsiteY0" fmla="*/ 7048 h 14096"/>
                <a:gd name="connsiteX1" fmla="*/ 7048 w 14096"/>
                <a:gd name="connsiteY1" fmla="*/ 14097 h 14096"/>
                <a:gd name="connsiteX2" fmla="*/ 0 w 14096"/>
                <a:gd name="connsiteY2" fmla="*/ 7048 h 14096"/>
                <a:gd name="connsiteX3" fmla="*/ 7048 w 14096"/>
                <a:gd name="connsiteY3" fmla="*/ 0 h 14096"/>
                <a:gd name="connsiteX4" fmla="*/ 14097 w 14096"/>
                <a:gd name="connsiteY4" fmla="*/ 7048 h 1409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14096" h="14096">
                  <a:moveTo>
                    <a:pt x="14097" y="7048"/>
                  </a:moveTo>
                  <a:cubicBezTo>
                    <a:pt x="14097" y="10954"/>
                    <a:pt x="10954" y="14097"/>
                    <a:pt x="7048" y="14097"/>
                  </a:cubicBezTo>
                  <a:cubicBezTo>
                    <a:pt x="3143" y="14097"/>
                    <a:pt x="0" y="10954"/>
                    <a:pt x="0" y="7048"/>
                  </a:cubicBezTo>
                  <a:cubicBezTo>
                    <a:pt x="0" y="3143"/>
                    <a:pt x="3143" y="0"/>
                    <a:pt x="7048" y="0"/>
                  </a:cubicBezTo>
                  <a:cubicBezTo>
                    <a:pt x="10954" y="0"/>
                    <a:pt x="14097" y="3143"/>
                    <a:pt x="14097" y="7048"/>
                  </a:cubicBezTo>
                  <a:close/>
                </a:path>
              </a:pathLst>
            </a:custGeom>
            <a:grpFill/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345" name="Freeform: Shape 344">
              <a:extLst>
                <a:ext uri="{FF2B5EF4-FFF2-40B4-BE49-F238E27FC236}">
                  <a16:creationId xmlns:a16="http://schemas.microsoft.com/office/drawing/2014/main" id="{AC803CE8-FFF7-40EA-AF62-102724C3247E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6266872" y="3659026"/>
              <a:ext cx="14096" cy="14096"/>
            </a:xfrm>
            <a:custGeom>
              <a:avLst/>
              <a:gdLst>
                <a:gd name="connsiteX0" fmla="*/ 14097 w 14096"/>
                <a:gd name="connsiteY0" fmla="*/ 7048 h 14096"/>
                <a:gd name="connsiteX1" fmla="*/ 7049 w 14096"/>
                <a:gd name="connsiteY1" fmla="*/ 14097 h 14096"/>
                <a:gd name="connsiteX2" fmla="*/ 0 w 14096"/>
                <a:gd name="connsiteY2" fmla="*/ 7048 h 14096"/>
                <a:gd name="connsiteX3" fmla="*/ 7049 w 14096"/>
                <a:gd name="connsiteY3" fmla="*/ 0 h 14096"/>
                <a:gd name="connsiteX4" fmla="*/ 14097 w 14096"/>
                <a:gd name="connsiteY4" fmla="*/ 7048 h 1409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14096" h="14096">
                  <a:moveTo>
                    <a:pt x="14097" y="7048"/>
                  </a:moveTo>
                  <a:cubicBezTo>
                    <a:pt x="14097" y="10954"/>
                    <a:pt x="10954" y="14097"/>
                    <a:pt x="7049" y="14097"/>
                  </a:cubicBezTo>
                  <a:cubicBezTo>
                    <a:pt x="3143" y="14097"/>
                    <a:pt x="0" y="10954"/>
                    <a:pt x="0" y="7048"/>
                  </a:cubicBezTo>
                  <a:cubicBezTo>
                    <a:pt x="0" y="3143"/>
                    <a:pt x="3143" y="0"/>
                    <a:pt x="7049" y="0"/>
                  </a:cubicBezTo>
                  <a:cubicBezTo>
                    <a:pt x="10859" y="0"/>
                    <a:pt x="14097" y="3143"/>
                    <a:pt x="14097" y="7048"/>
                  </a:cubicBezTo>
                  <a:close/>
                </a:path>
              </a:pathLst>
            </a:custGeom>
            <a:grpFill/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346" name="Freeform: Shape 345">
              <a:extLst>
                <a:ext uri="{FF2B5EF4-FFF2-40B4-BE49-F238E27FC236}">
                  <a16:creationId xmlns:a16="http://schemas.microsoft.com/office/drawing/2014/main" id="{7EF6FFCA-06CC-4395-AEB0-425719A42D82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6326022" y="3659026"/>
              <a:ext cx="14096" cy="14096"/>
            </a:xfrm>
            <a:custGeom>
              <a:avLst/>
              <a:gdLst>
                <a:gd name="connsiteX0" fmla="*/ 14097 w 14096"/>
                <a:gd name="connsiteY0" fmla="*/ 7048 h 14096"/>
                <a:gd name="connsiteX1" fmla="*/ 7048 w 14096"/>
                <a:gd name="connsiteY1" fmla="*/ 14097 h 14096"/>
                <a:gd name="connsiteX2" fmla="*/ 0 w 14096"/>
                <a:gd name="connsiteY2" fmla="*/ 7048 h 14096"/>
                <a:gd name="connsiteX3" fmla="*/ 7048 w 14096"/>
                <a:gd name="connsiteY3" fmla="*/ 0 h 14096"/>
                <a:gd name="connsiteX4" fmla="*/ 14097 w 14096"/>
                <a:gd name="connsiteY4" fmla="*/ 7048 h 1409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14096" h="14096">
                  <a:moveTo>
                    <a:pt x="14097" y="7048"/>
                  </a:moveTo>
                  <a:cubicBezTo>
                    <a:pt x="14097" y="10954"/>
                    <a:pt x="10954" y="14097"/>
                    <a:pt x="7048" y="14097"/>
                  </a:cubicBezTo>
                  <a:cubicBezTo>
                    <a:pt x="3143" y="14097"/>
                    <a:pt x="0" y="10954"/>
                    <a:pt x="0" y="7048"/>
                  </a:cubicBezTo>
                  <a:cubicBezTo>
                    <a:pt x="0" y="3143"/>
                    <a:pt x="3143" y="0"/>
                    <a:pt x="7048" y="0"/>
                  </a:cubicBezTo>
                  <a:cubicBezTo>
                    <a:pt x="10954" y="0"/>
                    <a:pt x="14097" y="3143"/>
                    <a:pt x="14097" y="7048"/>
                  </a:cubicBezTo>
                  <a:close/>
                </a:path>
              </a:pathLst>
            </a:custGeom>
            <a:grpFill/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347" name="Freeform: Shape 346">
              <a:extLst>
                <a:ext uri="{FF2B5EF4-FFF2-40B4-BE49-F238E27FC236}">
                  <a16:creationId xmlns:a16="http://schemas.microsoft.com/office/drawing/2014/main" id="{0D95F285-AAC0-4F32-8665-2677878BD3F2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6385268" y="3659026"/>
              <a:ext cx="14096" cy="14096"/>
            </a:xfrm>
            <a:custGeom>
              <a:avLst/>
              <a:gdLst>
                <a:gd name="connsiteX0" fmla="*/ 14097 w 14096"/>
                <a:gd name="connsiteY0" fmla="*/ 7048 h 14096"/>
                <a:gd name="connsiteX1" fmla="*/ 7048 w 14096"/>
                <a:gd name="connsiteY1" fmla="*/ 14097 h 14096"/>
                <a:gd name="connsiteX2" fmla="*/ 0 w 14096"/>
                <a:gd name="connsiteY2" fmla="*/ 7048 h 14096"/>
                <a:gd name="connsiteX3" fmla="*/ 7048 w 14096"/>
                <a:gd name="connsiteY3" fmla="*/ 0 h 14096"/>
                <a:gd name="connsiteX4" fmla="*/ 14097 w 14096"/>
                <a:gd name="connsiteY4" fmla="*/ 7048 h 1409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14096" h="14096">
                  <a:moveTo>
                    <a:pt x="14097" y="7048"/>
                  </a:moveTo>
                  <a:cubicBezTo>
                    <a:pt x="14097" y="10954"/>
                    <a:pt x="10954" y="14097"/>
                    <a:pt x="7048" y="14097"/>
                  </a:cubicBezTo>
                  <a:cubicBezTo>
                    <a:pt x="3143" y="14097"/>
                    <a:pt x="0" y="10954"/>
                    <a:pt x="0" y="7048"/>
                  </a:cubicBezTo>
                  <a:cubicBezTo>
                    <a:pt x="0" y="3143"/>
                    <a:pt x="3143" y="0"/>
                    <a:pt x="7048" y="0"/>
                  </a:cubicBezTo>
                  <a:cubicBezTo>
                    <a:pt x="10858" y="0"/>
                    <a:pt x="14097" y="3143"/>
                    <a:pt x="14097" y="7048"/>
                  </a:cubicBezTo>
                  <a:close/>
                </a:path>
              </a:pathLst>
            </a:custGeom>
            <a:grpFill/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348" name="Freeform: Shape 347">
              <a:extLst>
                <a:ext uri="{FF2B5EF4-FFF2-40B4-BE49-F238E27FC236}">
                  <a16:creationId xmlns:a16="http://schemas.microsoft.com/office/drawing/2014/main" id="{8DFCCA2E-BF12-4D26-A5A4-A03387546AB4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6444417" y="3659026"/>
              <a:ext cx="14096" cy="14096"/>
            </a:xfrm>
            <a:custGeom>
              <a:avLst/>
              <a:gdLst>
                <a:gd name="connsiteX0" fmla="*/ 14097 w 14096"/>
                <a:gd name="connsiteY0" fmla="*/ 7048 h 14096"/>
                <a:gd name="connsiteX1" fmla="*/ 7048 w 14096"/>
                <a:gd name="connsiteY1" fmla="*/ 14097 h 14096"/>
                <a:gd name="connsiteX2" fmla="*/ 0 w 14096"/>
                <a:gd name="connsiteY2" fmla="*/ 7048 h 14096"/>
                <a:gd name="connsiteX3" fmla="*/ 7048 w 14096"/>
                <a:gd name="connsiteY3" fmla="*/ 0 h 14096"/>
                <a:gd name="connsiteX4" fmla="*/ 14097 w 14096"/>
                <a:gd name="connsiteY4" fmla="*/ 7048 h 1409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14096" h="14096">
                  <a:moveTo>
                    <a:pt x="14097" y="7048"/>
                  </a:moveTo>
                  <a:cubicBezTo>
                    <a:pt x="14097" y="10954"/>
                    <a:pt x="10954" y="14097"/>
                    <a:pt x="7048" y="14097"/>
                  </a:cubicBezTo>
                  <a:cubicBezTo>
                    <a:pt x="3143" y="14097"/>
                    <a:pt x="0" y="10954"/>
                    <a:pt x="0" y="7048"/>
                  </a:cubicBezTo>
                  <a:cubicBezTo>
                    <a:pt x="0" y="3143"/>
                    <a:pt x="3143" y="0"/>
                    <a:pt x="7048" y="0"/>
                  </a:cubicBezTo>
                  <a:cubicBezTo>
                    <a:pt x="10954" y="0"/>
                    <a:pt x="14097" y="3143"/>
                    <a:pt x="14097" y="7048"/>
                  </a:cubicBezTo>
                  <a:close/>
                </a:path>
              </a:pathLst>
            </a:custGeom>
            <a:grpFill/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349" name="Freeform: Shape 348">
              <a:extLst>
                <a:ext uri="{FF2B5EF4-FFF2-40B4-BE49-F238E27FC236}">
                  <a16:creationId xmlns:a16="http://schemas.microsoft.com/office/drawing/2014/main" id="{2ABEAC60-6AC3-4D6A-95F9-2E79F6BE0014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6148476" y="3718177"/>
              <a:ext cx="14097" cy="14096"/>
            </a:xfrm>
            <a:custGeom>
              <a:avLst/>
              <a:gdLst>
                <a:gd name="connsiteX0" fmla="*/ 14097 w 14097"/>
                <a:gd name="connsiteY0" fmla="*/ 7048 h 14096"/>
                <a:gd name="connsiteX1" fmla="*/ 7049 w 14097"/>
                <a:gd name="connsiteY1" fmla="*/ 14097 h 14096"/>
                <a:gd name="connsiteX2" fmla="*/ 0 w 14097"/>
                <a:gd name="connsiteY2" fmla="*/ 7048 h 14096"/>
                <a:gd name="connsiteX3" fmla="*/ 7049 w 14097"/>
                <a:gd name="connsiteY3" fmla="*/ 0 h 14096"/>
                <a:gd name="connsiteX4" fmla="*/ 14097 w 14097"/>
                <a:gd name="connsiteY4" fmla="*/ 7048 h 1409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14097" h="14096">
                  <a:moveTo>
                    <a:pt x="14097" y="7048"/>
                  </a:moveTo>
                  <a:cubicBezTo>
                    <a:pt x="14097" y="10954"/>
                    <a:pt x="10954" y="14097"/>
                    <a:pt x="7049" y="14097"/>
                  </a:cubicBezTo>
                  <a:cubicBezTo>
                    <a:pt x="3143" y="14097"/>
                    <a:pt x="0" y="10954"/>
                    <a:pt x="0" y="7048"/>
                  </a:cubicBezTo>
                  <a:cubicBezTo>
                    <a:pt x="0" y="3143"/>
                    <a:pt x="3143" y="0"/>
                    <a:pt x="7049" y="0"/>
                  </a:cubicBezTo>
                  <a:cubicBezTo>
                    <a:pt x="10954" y="0"/>
                    <a:pt x="14097" y="3143"/>
                    <a:pt x="14097" y="7048"/>
                  </a:cubicBezTo>
                  <a:close/>
                </a:path>
              </a:pathLst>
            </a:custGeom>
            <a:grpFill/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350" name="Freeform: Shape 349">
              <a:extLst>
                <a:ext uri="{FF2B5EF4-FFF2-40B4-BE49-F238E27FC236}">
                  <a16:creationId xmlns:a16="http://schemas.microsoft.com/office/drawing/2014/main" id="{FA6015B7-49FE-4729-B2F4-585F0F305FCB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6207627" y="3718177"/>
              <a:ext cx="14096" cy="14096"/>
            </a:xfrm>
            <a:custGeom>
              <a:avLst/>
              <a:gdLst>
                <a:gd name="connsiteX0" fmla="*/ 14097 w 14096"/>
                <a:gd name="connsiteY0" fmla="*/ 7048 h 14096"/>
                <a:gd name="connsiteX1" fmla="*/ 7048 w 14096"/>
                <a:gd name="connsiteY1" fmla="*/ 14097 h 14096"/>
                <a:gd name="connsiteX2" fmla="*/ 0 w 14096"/>
                <a:gd name="connsiteY2" fmla="*/ 7048 h 14096"/>
                <a:gd name="connsiteX3" fmla="*/ 7048 w 14096"/>
                <a:gd name="connsiteY3" fmla="*/ 0 h 14096"/>
                <a:gd name="connsiteX4" fmla="*/ 14097 w 14096"/>
                <a:gd name="connsiteY4" fmla="*/ 7048 h 1409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14096" h="14096">
                  <a:moveTo>
                    <a:pt x="14097" y="7048"/>
                  </a:moveTo>
                  <a:cubicBezTo>
                    <a:pt x="14097" y="10954"/>
                    <a:pt x="10954" y="14097"/>
                    <a:pt x="7048" y="14097"/>
                  </a:cubicBezTo>
                  <a:cubicBezTo>
                    <a:pt x="3143" y="14097"/>
                    <a:pt x="0" y="10954"/>
                    <a:pt x="0" y="7048"/>
                  </a:cubicBezTo>
                  <a:cubicBezTo>
                    <a:pt x="0" y="3143"/>
                    <a:pt x="3143" y="0"/>
                    <a:pt x="7048" y="0"/>
                  </a:cubicBezTo>
                  <a:cubicBezTo>
                    <a:pt x="10954" y="0"/>
                    <a:pt x="14097" y="3143"/>
                    <a:pt x="14097" y="7048"/>
                  </a:cubicBezTo>
                  <a:close/>
                </a:path>
              </a:pathLst>
            </a:custGeom>
            <a:grpFill/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351" name="Freeform: Shape 350">
              <a:extLst>
                <a:ext uri="{FF2B5EF4-FFF2-40B4-BE49-F238E27FC236}">
                  <a16:creationId xmlns:a16="http://schemas.microsoft.com/office/drawing/2014/main" id="{D611DEB1-76FE-4625-9449-88E52D15F43D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6266872" y="3718177"/>
              <a:ext cx="14096" cy="14096"/>
            </a:xfrm>
            <a:custGeom>
              <a:avLst/>
              <a:gdLst>
                <a:gd name="connsiteX0" fmla="*/ 14097 w 14096"/>
                <a:gd name="connsiteY0" fmla="*/ 7048 h 14096"/>
                <a:gd name="connsiteX1" fmla="*/ 7049 w 14096"/>
                <a:gd name="connsiteY1" fmla="*/ 14097 h 14096"/>
                <a:gd name="connsiteX2" fmla="*/ 0 w 14096"/>
                <a:gd name="connsiteY2" fmla="*/ 7048 h 14096"/>
                <a:gd name="connsiteX3" fmla="*/ 7049 w 14096"/>
                <a:gd name="connsiteY3" fmla="*/ 0 h 14096"/>
                <a:gd name="connsiteX4" fmla="*/ 14097 w 14096"/>
                <a:gd name="connsiteY4" fmla="*/ 7048 h 1409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14096" h="14096">
                  <a:moveTo>
                    <a:pt x="14097" y="7048"/>
                  </a:moveTo>
                  <a:cubicBezTo>
                    <a:pt x="14097" y="10954"/>
                    <a:pt x="10954" y="14097"/>
                    <a:pt x="7049" y="14097"/>
                  </a:cubicBezTo>
                  <a:cubicBezTo>
                    <a:pt x="3143" y="14097"/>
                    <a:pt x="0" y="10954"/>
                    <a:pt x="0" y="7048"/>
                  </a:cubicBezTo>
                  <a:cubicBezTo>
                    <a:pt x="0" y="3143"/>
                    <a:pt x="3143" y="0"/>
                    <a:pt x="7049" y="0"/>
                  </a:cubicBezTo>
                  <a:cubicBezTo>
                    <a:pt x="10859" y="0"/>
                    <a:pt x="14097" y="3143"/>
                    <a:pt x="14097" y="7048"/>
                  </a:cubicBezTo>
                  <a:close/>
                </a:path>
              </a:pathLst>
            </a:custGeom>
            <a:grpFill/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352" name="Freeform: Shape 351">
              <a:extLst>
                <a:ext uri="{FF2B5EF4-FFF2-40B4-BE49-F238E27FC236}">
                  <a16:creationId xmlns:a16="http://schemas.microsoft.com/office/drawing/2014/main" id="{97F031C1-1AA7-4CA7-ADD3-E0577626E19D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6326022" y="3718177"/>
              <a:ext cx="14096" cy="14096"/>
            </a:xfrm>
            <a:custGeom>
              <a:avLst/>
              <a:gdLst>
                <a:gd name="connsiteX0" fmla="*/ 14097 w 14096"/>
                <a:gd name="connsiteY0" fmla="*/ 7048 h 14096"/>
                <a:gd name="connsiteX1" fmla="*/ 7048 w 14096"/>
                <a:gd name="connsiteY1" fmla="*/ 14097 h 14096"/>
                <a:gd name="connsiteX2" fmla="*/ 0 w 14096"/>
                <a:gd name="connsiteY2" fmla="*/ 7048 h 14096"/>
                <a:gd name="connsiteX3" fmla="*/ 7048 w 14096"/>
                <a:gd name="connsiteY3" fmla="*/ 0 h 14096"/>
                <a:gd name="connsiteX4" fmla="*/ 14097 w 14096"/>
                <a:gd name="connsiteY4" fmla="*/ 7048 h 1409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14096" h="14096">
                  <a:moveTo>
                    <a:pt x="14097" y="7048"/>
                  </a:moveTo>
                  <a:cubicBezTo>
                    <a:pt x="14097" y="10954"/>
                    <a:pt x="10954" y="14097"/>
                    <a:pt x="7048" y="14097"/>
                  </a:cubicBezTo>
                  <a:cubicBezTo>
                    <a:pt x="3143" y="14097"/>
                    <a:pt x="0" y="10954"/>
                    <a:pt x="0" y="7048"/>
                  </a:cubicBezTo>
                  <a:cubicBezTo>
                    <a:pt x="0" y="3143"/>
                    <a:pt x="3143" y="0"/>
                    <a:pt x="7048" y="0"/>
                  </a:cubicBezTo>
                  <a:cubicBezTo>
                    <a:pt x="10954" y="0"/>
                    <a:pt x="14097" y="3143"/>
                    <a:pt x="14097" y="7048"/>
                  </a:cubicBezTo>
                  <a:close/>
                </a:path>
              </a:pathLst>
            </a:custGeom>
            <a:grpFill/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353" name="Freeform: Shape 352">
              <a:extLst>
                <a:ext uri="{FF2B5EF4-FFF2-40B4-BE49-F238E27FC236}">
                  <a16:creationId xmlns:a16="http://schemas.microsoft.com/office/drawing/2014/main" id="{96F5D0CB-22E6-4536-8403-F42527F31F4F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6385268" y="3718172"/>
              <a:ext cx="14096" cy="14096"/>
            </a:xfrm>
            <a:custGeom>
              <a:avLst/>
              <a:gdLst>
                <a:gd name="connsiteX0" fmla="*/ 14097 w 14096"/>
                <a:gd name="connsiteY0" fmla="*/ 7048 h 14096"/>
                <a:gd name="connsiteX1" fmla="*/ 7048 w 14096"/>
                <a:gd name="connsiteY1" fmla="*/ 14097 h 14096"/>
                <a:gd name="connsiteX2" fmla="*/ 0 w 14096"/>
                <a:gd name="connsiteY2" fmla="*/ 7048 h 14096"/>
                <a:gd name="connsiteX3" fmla="*/ 7048 w 14096"/>
                <a:gd name="connsiteY3" fmla="*/ 0 h 14096"/>
                <a:gd name="connsiteX4" fmla="*/ 14097 w 14096"/>
                <a:gd name="connsiteY4" fmla="*/ 7048 h 1409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14096" h="14096">
                  <a:moveTo>
                    <a:pt x="14097" y="7048"/>
                  </a:moveTo>
                  <a:cubicBezTo>
                    <a:pt x="14097" y="10954"/>
                    <a:pt x="10954" y="14097"/>
                    <a:pt x="7048" y="14097"/>
                  </a:cubicBezTo>
                  <a:cubicBezTo>
                    <a:pt x="3143" y="14097"/>
                    <a:pt x="0" y="10954"/>
                    <a:pt x="0" y="7048"/>
                  </a:cubicBezTo>
                  <a:cubicBezTo>
                    <a:pt x="0" y="3143"/>
                    <a:pt x="3143" y="0"/>
                    <a:pt x="7048" y="0"/>
                  </a:cubicBezTo>
                  <a:cubicBezTo>
                    <a:pt x="10858" y="0"/>
                    <a:pt x="14097" y="3143"/>
                    <a:pt x="14097" y="7048"/>
                  </a:cubicBezTo>
                  <a:close/>
                </a:path>
              </a:pathLst>
            </a:custGeom>
            <a:grpFill/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354" name="Freeform: Shape 353">
              <a:extLst>
                <a:ext uri="{FF2B5EF4-FFF2-40B4-BE49-F238E27FC236}">
                  <a16:creationId xmlns:a16="http://schemas.microsoft.com/office/drawing/2014/main" id="{A32718AB-7401-4F66-9C77-E06C3CF7CD82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6444417" y="3718176"/>
              <a:ext cx="14096" cy="14096"/>
            </a:xfrm>
            <a:custGeom>
              <a:avLst/>
              <a:gdLst>
                <a:gd name="connsiteX0" fmla="*/ 14097 w 14096"/>
                <a:gd name="connsiteY0" fmla="*/ 7048 h 14096"/>
                <a:gd name="connsiteX1" fmla="*/ 7048 w 14096"/>
                <a:gd name="connsiteY1" fmla="*/ 14097 h 14096"/>
                <a:gd name="connsiteX2" fmla="*/ 0 w 14096"/>
                <a:gd name="connsiteY2" fmla="*/ 7048 h 14096"/>
                <a:gd name="connsiteX3" fmla="*/ 7048 w 14096"/>
                <a:gd name="connsiteY3" fmla="*/ 0 h 14096"/>
                <a:gd name="connsiteX4" fmla="*/ 14097 w 14096"/>
                <a:gd name="connsiteY4" fmla="*/ 7048 h 1409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14096" h="14096">
                  <a:moveTo>
                    <a:pt x="14097" y="7048"/>
                  </a:moveTo>
                  <a:cubicBezTo>
                    <a:pt x="14097" y="10954"/>
                    <a:pt x="10954" y="14097"/>
                    <a:pt x="7048" y="14097"/>
                  </a:cubicBezTo>
                  <a:cubicBezTo>
                    <a:pt x="3143" y="14097"/>
                    <a:pt x="0" y="10954"/>
                    <a:pt x="0" y="7048"/>
                  </a:cubicBezTo>
                  <a:cubicBezTo>
                    <a:pt x="0" y="3143"/>
                    <a:pt x="3143" y="0"/>
                    <a:pt x="7048" y="0"/>
                  </a:cubicBezTo>
                  <a:cubicBezTo>
                    <a:pt x="10954" y="0"/>
                    <a:pt x="14097" y="3143"/>
                    <a:pt x="14097" y="7048"/>
                  </a:cubicBezTo>
                  <a:close/>
                </a:path>
              </a:pathLst>
            </a:custGeom>
            <a:grpFill/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355" name="Freeform: Shape 354">
              <a:extLst>
                <a:ext uri="{FF2B5EF4-FFF2-40B4-BE49-F238E27FC236}">
                  <a16:creationId xmlns:a16="http://schemas.microsoft.com/office/drawing/2014/main" id="{85B6B5F1-D1E4-45A3-8117-348D02D2A3F0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6148472" y="3777419"/>
              <a:ext cx="14097" cy="14099"/>
            </a:xfrm>
            <a:custGeom>
              <a:avLst/>
              <a:gdLst>
                <a:gd name="connsiteX0" fmla="*/ 14097 w 14097"/>
                <a:gd name="connsiteY0" fmla="*/ 7051 h 14099"/>
                <a:gd name="connsiteX1" fmla="*/ 7049 w 14097"/>
                <a:gd name="connsiteY1" fmla="*/ 14099 h 14099"/>
                <a:gd name="connsiteX2" fmla="*/ 0 w 14097"/>
                <a:gd name="connsiteY2" fmla="*/ 7051 h 14099"/>
                <a:gd name="connsiteX3" fmla="*/ 7049 w 14097"/>
                <a:gd name="connsiteY3" fmla="*/ 2 h 14099"/>
                <a:gd name="connsiteX4" fmla="*/ 14097 w 14097"/>
                <a:gd name="connsiteY4" fmla="*/ 7051 h 14099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14097" h="14099">
                  <a:moveTo>
                    <a:pt x="14097" y="7051"/>
                  </a:moveTo>
                  <a:cubicBezTo>
                    <a:pt x="14097" y="10956"/>
                    <a:pt x="10954" y="14099"/>
                    <a:pt x="7049" y="14099"/>
                  </a:cubicBezTo>
                  <a:cubicBezTo>
                    <a:pt x="3143" y="14099"/>
                    <a:pt x="0" y="10956"/>
                    <a:pt x="0" y="7051"/>
                  </a:cubicBezTo>
                  <a:cubicBezTo>
                    <a:pt x="0" y="3145"/>
                    <a:pt x="3143" y="2"/>
                    <a:pt x="7049" y="2"/>
                  </a:cubicBezTo>
                  <a:cubicBezTo>
                    <a:pt x="10954" y="-93"/>
                    <a:pt x="14097" y="3145"/>
                    <a:pt x="14097" y="7051"/>
                  </a:cubicBezTo>
                  <a:close/>
                </a:path>
              </a:pathLst>
            </a:custGeom>
            <a:grpFill/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356" name="Freeform: Shape 355">
              <a:extLst>
                <a:ext uri="{FF2B5EF4-FFF2-40B4-BE49-F238E27FC236}">
                  <a16:creationId xmlns:a16="http://schemas.microsoft.com/office/drawing/2014/main" id="{534869FD-184C-42DB-B9DA-293DB67E5EB5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6207622" y="3777419"/>
              <a:ext cx="14096" cy="14099"/>
            </a:xfrm>
            <a:custGeom>
              <a:avLst/>
              <a:gdLst>
                <a:gd name="connsiteX0" fmla="*/ 14097 w 14096"/>
                <a:gd name="connsiteY0" fmla="*/ 7051 h 14099"/>
                <a:gd name="connsiteX1" fmla="*/ 7048 w 14096"/>
                <a:gd name="connsiteY1" fmla="*/ 14099 h 14099"/>
                <a:gd name="connsiteX2" fmla="*/ 0 w 14096"/>
                <a:gd name="connsiteY2" fmla="*/ 7051 h 14099"/>
                <a:gd name="connsiteX3" fmla="*/ 7048 w 14096"/>
                <a:gd name="connsiteY3" fmla="*/ 2 h 14099"/>
                <a:gd name="connsiteX4" fmla="*/ 14097 w 14096"/>
                <a:gd name="connsiteY4" fmla="*/ 7051 h 14099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14096" h="14099">
                  <a:moveTo>
                    <a:pt x="14097" y="7051"/>
                  </a:moveTo>
                  <a:cubicBezTo>
                    <a:pt x="14097" y="10956"/>
                    <a:pt x="10954" y="14099"/>
                    <a:pt x="7048" y="14099"/>
                  </a:cubicBezTo>
                  <a:cubicBezTo>
                    <a:pt x="3143" y="14099"/>
                    <a:pt x="0" y="10956"/>
                    <a:pt x="0" y="7051"/>
                  </a:cubicBezTo>
                  <a:cubicBezTo>
                    <a:pt x="0" y="3145"/>
                    <a:pt x="3143" y="2"/>
                    <a:pt x="7048" y="2"/>
                  </a:cubicBezTo>
                  <a:cubicBezTo>
                    <a:pt x="10954" y="-93"/>
                    <a:pt x="14097" y="3145"/>
                    <a:pt x="14097" y="7051"/>
                  </a:cubicBezTo>
                  <a:close/>
                </a:path>
              </a:pathLst>
            </a:custGeom>
            <a:grpFill/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357" name="Freeform: Shape 356">
              <a:extLst>
                <a:ext uri="{FF2B5EF4-FFF2-40B4-BE49-F238E27FC236}">
                  <a16:creationId xmlns:a16="http://schemas.microsoft.com/office/drawing/2014/main" id="{A781504F-CAFD-4201-B288-8B4A809B43AC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6266868" y="3777419"/>
              <a:ext cx="14096" cy="14099"/>
            </a:xfrm>
            <a:custGeom>
              <a:avLst/>
              <a:gdLst>
                <a:gd name="connsiteX0" fmla="*/ 14097 w 14096"/>
                <a:gd name="connsiteY0" fmla="*/ 7051 h 14099"/>
                <a:gd name="connsiteX1" fmla="*/ 7049 w 14096"/>
                <a:gd name="connsiteY1" fmla="*/ 14099 h 14099"/>
                <a:gd name="connsiteX2" fmla="*/ 0 w 14096"/>
                <a:gd name="connsiteY2" fmla="*/ 7051 h 14099"/>
                <a:gd name="connsiteX3" fmla="*/ 7049 w 14096"/>
                <a:gd name="connsiteY3" fmla="*/ 2 h 14099"/>
                <a:gd name="connsiteX4" fmla="*/ 14097 w 14096"/>
                <a:gd name="connsiteY4" fmla="*/ 7051 h 14099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14096" h="14099">
                  <a:moveTo>
                    <a:pt x="14097" y="7051"/>
                  </a:moveTo>
                  <a:cubicBezTo>
                    <a:pt x="14097" y="10956"/>
                    <a:pt x="10954" y="14099"/>
                    <a:pt x="7049" y="14099"/>
                  </a:cubicBezTo>
                  <a:cubicBezTo>
                    <a:pt x="3143" y="14099"/>
                    <a:pt x="0" y="10956"/>
                    <a:pt x="0" y="7051"/>
                  </a:cubicBezTo>
                  <a:cubicBezTo>
                    <a:pt x="0" y="3145"/>
                    <a:pt x="3143" y="2"/>
                    <a:pt x="7049" y="2"/>
                  </a:cubicBezTo>
                  <a:cubicBezTo>
                    <a:pt x="10859" y="-93"/>
                    <a:pt x="14097" y="3145"/>
                    <a:pt x="14097" y="7051"/>
                  </a:cubicBezTo>
                  <a:close/>
                </a:path>
              </a:pathLst>
            </a:custGeom>
            <a:grpFill/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358" name="Freeform: Shape 357">
              <a:extLst>
                <a:ext uri="{FF2B5EF4-FFF2-40B4-BE49-F238E27FC236}">
                  <a16:creationId xmlns:a16="http://schemas.microsoft.com/office/drawing/2014/main" id="{D9FC8348-2BA6-4631-8AA7-D63CD898C53A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6326024" y="3777383"/>
              <a:ext cx="14096" cy="14099"/>
            </a:xfrm>
            <a:custGeom>
              <a:avLst/>
              <a:gdLst>
                <a:gd name="connsiteX0" fmla="*/ 14097 w 14096"/>
                <a:gd name="connsiteY0" fmla="*/ 7051 h 14099"/>
                <a:gd name="connsiteX1" fmla="*/ 7048 w 14096"/>
                <a:gd name="connsiteY1" fmla="*/ 14099 h 14099"/>
                <a:gd name="connsiteX2" fmla="*/ 0 w 14096"/>
                <a:gd name="connsiteY2" fmla="*/ 7051 h 14099"/>
                <a:gd name="connsiteX3" fmla="*/ 7048 w 14096"/>
                <a:gd name="connsiteY3" fmla="*/ 2 h 14099"/>
                <a:gd name="connsiteX4" fmla="*/ 14097 w 14096"/>
                <a:gd name="connsiteY4" fmla="*/ 7051 h 14099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14096" h="14099">
                  <a:moveTo>
                    <a:pt x="14097" y="7051"/>
                  </a:moveTo>
                  <a:cubicBezTo>
                    <a:pt x="14097" y="10956"/>
                    <a:pt x="10954" y="14099"/>
                    <a:pt x="7048" y="14099"/>
                  </a:cubicBezTo>
                  <a:cubicBezTo>
                    <a:pt x="3143" y="14099"/>
                    <a:pt x="0" y="10956"/>
                    <a:pt x="0" y="7051"/>
                  </a:cubicBezTo>
                  <a:cubicBezTo>
                    <a:pt x="0" y="3145"/>
                    <a:pt x="3143" y="2"/>
                    <a:pt x="7048" y="2"/>
                  </a:cubicBezTo>
                  <a:cubicBezTo>
                    <a:pt x="10954" y="-93"/>
                    <a:pt x="14097" y="3145"/>
                    <a:pt x="14097" y="7051"/>
                  </a:cubicBezTo>
                  <a:close/>
                </a:path>
              </a:pathLst>
            </a:custGeom>
            <a:grpFill/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359" name="Freeform: Shape 358">
              <a:extLst>
                <a:ext uri="{FF2B5EF4-FFF2-40B4-BE49-F238E27FC236}">
                  <a16:creationId xmlns:a16="http://schemas.microsoft.com/office/drawing/2014/main" id="{C1AF95A2-64EA-45E2-A43B-1EBD569109B2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6385287" y="3777429"/>
              <a:ext cx="14096" cy="14099"/>
            </a:xfrm>
            <a:custGeom>
              <a:avLst/>
              <a:gdLst>
                <a:gd name="connsiteX0" fmla="*/ 14097 w 14096"/>
                <a:gd name="connsiteY0" fmla="*/ 7051 h 14099"/>
                <a:gd name="connsiteX1" fmla="*/ 7048 w 14096"/>
                <a:gd name="connsiteY1" fmla="*/ 14099 h 14099"/>
                <a:gd name="connsiteX2" fmla="*/ 0 w 14096"/>
                <a:gd name="connsiteY2" fmla="*/ 7051 h 14099"/>
                <a:gd name="connsiteX3" fmla="*/ 7048 w 14096"/>
                <a:gd name="connsiteY3" fmla="*/ 2 h 14099"/>
                <a:gd name="connsiteX4" fmla="*/ 14097 w 14096"/>
                <a:gd name="connsiteY4" fmla="*/ 7051 h 14099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14096" h="14099">
                  <a:moveTo>
                    <a:pt x="14097" y="7051"/>
                  </a:moveTo>
                  <a:cubicBezTo>
                    <a:pt x="14097" y="10956"/>
                    <a:pt x="10954" y="14099"/>
                    <a:pt x="7048" y="14099"/>
                  </a:cubicBezTo>
                  <a:cubicBezTo>
                    <a:pt x="3143" y="14099"/>
                    <a:pt x="0" y="10956"/>
                    <a:pt x="0" y="7051"/>
                  </a:cubicBezTo>
                  <a:cubicBezTo>
                    <a:pt x="0" y="3145"/>
                    <a:pt x="3143" y="2"/>
                    <a:pt x="7048" y="2"/>
                  </a:cubicBezTo>
                  <a:cubicBezTo>
                    <a:pt x="10858" y="-93"/>
                    <a:pt x="14097" y="3145"/>
                    <a:pt x="14097" y="7051"/>
                  </a:cubicBezTo>
                  <a:close/>
                </a:path>
              </a:pathLst>
            </a:custGeom>
            <a:grpFill/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360" name="Freeform: Shape 359">
              <a:extLst>
                <a:ext uri="{FF2B5EF4-FFF2-40B4-BE49-F238E27FC236}">
                  <a16:creationId xmlns:a16="http://schemas.microsoft.com/office/drawing/2014/main" id="{CFC80050-240D-434A-BFCB-DE4DA4FAFB1B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6444424" y="3777424"/>
              <a:ext cx="14096" cy="14096"/>
            </a:xfrm>
            <a:custGeom>
              <a:avLst/>
              <a:gdLst>
                <a:gd name="connsiteX0" fmla="*/ 14097 w 14096"/>
                <a:gd name="connsiteY0" fmla="*/ 7048 h 14096"/>
                <a:gd name="connsiteX1" fmla="*/ 7048 w 14096"/>
                <a:gd name="connsiteY1" fmla="*/ 14097 h 14096"/>
                <a:gd name="connsiteX2" fmla="*/ 0 w 14096"/>
                <a:gd name="connsiteY2" fmla="*/ 7048 h 14096"/>
                <a:gd name="connsiteX3" fmla="*/ 7048 w 14096"/>
                <a:gd name="connsiteY3" fmla="*/ 0 h 14096"/>
                <a:gd name="connsiteX4" fmla="*/ 14097 w 14096"/>
                <a:gd name="connsiteY4" fmla="*/ 7048 h 1409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14096" h="14096">
                  <a:moveTo>
                    <a:pt x="14097" y="7048"/>
                  </a:moveTo>
                  <a:cubicBezTo>
                    <a:pt x="14097" y="10941"/>
                    <a:pt x="10941" y="14097"/>
                    <a:pt x="7048" y="14097"/>
                  </a:cubicBezTo>
                  <a:cubicBezTo>
                    <a:pt x="3156" y="14097"/>
                    <a:pt x="0" y="10941"/>
                    <a:pt x="0" y="7048"/>
                  </a:cubicBezTo>
                  <a:cubicBezTo>
                    <a:pt x="0" y="3156"/>
                    <a:pt x="3156" y="0"/>
                    <a:pt x="7048" y="0"/>
                  </a:cubicBezTo>
                  <a:cubicBezTo>
                    <a:pt x="10941" y="0"/>
                    <a:pt x="14097" y="3156"/>
                    <a:pt x="14097" y="7048"/>
                  </a:cubicBezTo>
                  <a:close/>
                </a:path>
              </a:pathLst>
            </a:custGeom>
            <a:grpFill/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</p:grpSp>
      <p:pic>
        <p:nvPicPr>
          <p:cNvPr id="6" name="Content Placeholder 5" descr="A diagram of a flowchart&#10;&#10;AI-generated content may be incorrect.">
            <a:extLst>
              <a:ext uri="{FF2B5EF4-FFF2-40B4-BE49-F238E27FC236}">
                <a16:creationId xmlns:a16="http://schemas.microsoft.com/office/drawing/2014/main" id="{17036886-B7CF-9492-F13D-50346BF351B0}"/>
              </a:ext>
            </a:extLst>
          </p:cNvPr>
          <p:cNvPicPr>
            <a:picLocks noGrp="1" noChangeAspect="1"/>
          </p:cNvPicPr>
          <p:nvPr>
            <p:ph idx="1"/>
          </p:nvPr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7140681" y="423760"/>
            <a:ext cx="3599833" cy="6010477"/>
          </a:xfrm>
        </p:spPr>
      </p:pic>
    </p:spTree>
    <p:extLst>
      <p:ext uri="{BB962C8B-B14F-4D97-AF65-F5344CB8AC3E}">
        <p14:creationId xmlns:p14="http://schemas.microsoft.com/office/powerpoint/2010/main" val="2063325653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Rectangle 7">
            <a:extLst>
              <a:ext uri="{FF2B5EF4-FFF2-40B4-BE49-F238E27FC236}">
                <a16:creationId xmlns:a16="http://schemas.microsoft.com/office/drawing/2014/main" id="{5A0118C5-4F8D-4CF4-BADD-53FEACC6C42A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chemeClr val="tx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0" name="Oval 9">
            <a:extLst>
              <a:ext uri="{FF2B5EF4-FFF2-40B4-BE49-F238E27FC236}">
                <a16:creationId xmlns:a16="http://schemas.microsoft.com/office/drawing/2014/main" id="{A99050EE-26AF-4253-BD50-F0FCD965A8F6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480284" y="575361"/>
            <a:ext cx="5707277" cy="5707277"/>
          </a:xfrm>
          <a:prstGeom prst="ellipse">
            <a:avLst/>
          </a:prstGeom>
          <a:noFill/>
          <a:ln w="28575">
            <a:solidFill>
              <a:schemeClr val="bg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B7EB807F-4A64-B292-170F-E79D136AB87B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379142" y="1512622"/>
            <a:ext cx="4974771" cy="3587786"/>
          </a:xfrm>
        </p:spPr>
        <p:txBody>
          <a:bodyPr>
            <a:normAutofit/>
          </a:bodyPr>
          <a:lstStyle/>
          <a:p>
            <a:pPr algn="ctr"/>
            <a:r>
              <a:rPr lang="en-NL" err="1">
                <a:solidFill>
                  <a:schemeClr val="bg1"/>
                </a:solidFill>
              </a:rPr>
              <a:t>Probleemstelling</a:t>
            </a:r>
            <a:br>
              <a:rPr lang="en-NL">
                <a:solidFill>
                  <a:schemeClr val="bg1"/>
                </a:solidFill>
              </a:rPr>
            </a:br>
            <a:r>
              <a:rPr lang="en-NL">
                <a:solidFill>
                  <a:schemeClr val="bg1"/>
                </a:solidFill>
              </a:rPr>
              <a:t>document</a:t>
            </a:r>
          </a:p>
        </p:txBody>
      </p:sp>
      <p:grpSp>
        <p:nvGrpSpPr>
          <p:cNvPr id="12" name="Graphic 190">
            <a:extLst>
              <a:ext uri="{FF2B5EF4-FFF2-40B4-BE49-F238E27FC236}">
                <a16:creationId xmlns:a16="http://schemas.microsoft.com/office/drawing/2014/main" id="{00E015F5-1A99-4E40-BC3D-7707802996B5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GrpSpPr>
            <a:grpSpLocks noGrp="1" noUngrp="1" noRot="1" noChangeAspect="1" noMove="1" noResize="1"/>
          </p:cNvGrp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GrpSpPr>
        <p:grpSpPr>
          <a:xfrm>
            <a:off x="693117" y="1193254"/>
            <a:ext cx="1291642" cy="429215"/>
            <a:chOff x="2504802" y="1755501"/>
            <a:chExt cx="1598829" cy="531293"/>
          </a:xfrm>
          <a:solidFill>
            <a:schemeClr val="bg1"/>
          </a:solidFill>
        </p:grpSpPr>
        <p:sp>
          <p:nvSpPr>
            <p:cNvPr id="13" name="Freeform: Shape 12">
              <a:extLst>
                <a:ext uri="{FF2B5EF4-FFF2-40B4-BE49-F238E27FC236}">
                  <a16:creationId xmlns:a16="http://schemas.microsoft.com/office/drawing/2014/main" id="{3FE6F571-2BB7-46DA-A3D9-B32ADDC16AFB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2504802" y="2113855"/>
              <a:ext cx="1598614" cy="172939"/>
            </a:xfrm>
            <a:custGeom>
              <a:avLst/>
              <a:gdLst>
                <a:gd name="connsiteX0" fmla="*/ 1248648 w 1598614"/>
                <a:gd name="connsiteY0" fmla="*/ 172939 h 172939"/>
                <a:gd name="connsiteX1" fmla="*/ 1123031 w 1598614"/>
                <a:gd name="connsiteY1" fmla="*/ 92708 h 172939"/>
                <a:gd name="connsiteX2" fmla="*/ 1024085 w 1598614"/>
                <a:gd name="connsiteY2" fmla="*/ 29469 h 172939"/>
                <a:gd name="connsiteX3" fmla="*/ 925140 w 1598614"/>
                <a:gd name="connsiteY3" fmla="*/ 92708 h 172939"/>
                <a:gd name="connsiteX4" fmla="*/ 799522 w 1598614"/>
                <a:gd name="connsiteY4" fmla="*/ 172939 h 172939"/>
                <a:gd name="connsiteX5" fmla="*/ 799522 w 1598614"/>
                <a:gd name="connsiteY5" fmla="*/ 172939 h 172939"/>
                <a:gd name="connsiteX6" fmla="*/ 673905 w 1598614"/>
                <a:gd name="connsiteY6" fmla="*/ 92708 h 172939"/>
                <a:gd name="connsiteX7" fmla="*/ 574959 w 1598614"/>
                <a:gd name="connsiteY7" fmla="*/ 29469 h 172939"/>
                <a:gd name="connsiteX8" fmla="*/ 476014 w 1598614"/>
                <a:gd name="connsiteY8" fmla="*/ 92708 h 172939"/>
                <a:gd name="connsiteX9" fmla="*/ 350396 w 1598614"/>
                <a:gd name="connsiteY9" fmla="*/ 172939 h 172939"/>
                <a:gd name="connsiteX10" fmla="*/ 224778 w 1598614"/>
                <a:gd name="connsiteY10" fmla="*/ 92708 h 172939"/>
                <a:gd name="connsiteX11" fmla="*/ 125833 w 1598614"/>
                <a:gd name="connsiteY11" fmla="*/ 29469 h 172939"/>
                <a:gd name="connsiteX12" fmla="*/ 26887 w 1598614"/>
                <a:gd name="connsiteY12" fmla="*/ 92708 h 172939"/>
                <a:gd name="connsiteX13" fmla="*/ 0 w 1598614"/>
                <a:gd name="connsiteY13" fmla="*/ 80232 h 172939"/>
                <a:gd name="connsiteX14" fmla="*/ 125618 w 1598614"/>
                <a:gd name="connsiteY14" fmla="*/ 0 h 172939"/>
                <a:gd name="connsiteX15" fmla="*/ 251235 w 1598614"/>
                <a:gd name="connsiteY15" fmla="*/ 80232 h 172939"/>
                <a:gd name="connsiteX16" fmla="*/ 350181 w 1598614"/>
                <a:gd name="connsiteY16" fmla="*/ 143471 h 172939"/>
                <a:gd name="connsiteX17" fmla="*/ 449126 w 1598614"/>
                <a:gd name="connsiteY17" fmla="*/ 80232 h 172939"/>
                <a:gd name="connsiteX18" fmla="*/ 574744 w 1598614"/>
                <a:gd name="connsiteY18" fmla="*/ 0 h 172939"/>
                <a:gd name="connsiteX19" fmla="*/ 700362 w 1598614"/>
                <a:gd name="connsiteY19" fmla="*/ 80232 h 172939"/>
                <a:gd name="connsiteX20" fmla="*/ 799307 w 1598614"/>
                <a:gd name="connsiteY20" fmla="*/ 143471 h 172939"/>
                <a:gd name="connsiteX21" fmla="*/ 799307 w 1598614"/>
                <a:gd name="connsiteY21" fmla="*/ 143471 h 172939"/>
                <a:gd name="connsiteX22" fmla="*/ 898253 w 1598614"/>
                <a:gd name="connsiteY22" fmla="*/ 80232 h 172939"/>
                <a:gd name="connsiteX23" fmla="*/ 1023870 w 1598614"/>
                <a:gd name="connsiteY23" fmla="*/ 0 h 172939"/>
                <a:gd name="connsiteX24" fmla="*/ 1149488 w 1598614"/>
                <a:gd name="connsiteY24" fmla="*/ 80232 h 172939"/>
                <a:gd name="connsiteX25" fmla="*/ 1248433 w 1598614"/>
                <a:gd name="connsiteY25" fmla="*/ 143471 h 172939"/>
                <a:gd name="connsiteX26" fmla="*/ 1347379 w 1598614"/>
                <a:gd name="connsiteY26" fmla="*/ 80232 h 172939"/>
                <a:gd name="connsiteX27" fmla="*/ 1472997 w 1598614"/>
                <a:gd name="connsiteY27" fmla="*/ 0 h 172939"/>
                <a:gd name="connsiteX28" fmla="*/ 1598614 w 1598614"/>
                <a:gd name="connsiteY28" fmla="*/ 80232 h 172939"/>
                <a:gd name="connsiteX29" fmla="*/ 1571942 w 1598614"/>
                <a:gd name="connsiteY29" fmla="*/ 92708 h 172939"/>
                <a:gd name="connsiteX30" fmla="*/ 1472997 w 1598614"/>
                <a:gd name="connsiteY30" fmla="*/ 29469 h 172939"/>
                <a:gd name="connsiteX31" fmla="*/ 1374051 w 1598614"/>
                <a:gd name="connsiteY31" fmla="*/ 92708 h 172939"/>
                <a:gd name="connsiteX32" fmla="*/ 1248648 w 1598614"/>
                <a:gd name="connsiteY32" fmla="*/ 172939 h 172939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  <a:cxn ang="0">
                  <a:pos x="connsiteX32" y="connsiteY32"/>
                </a:cxn>
              </a:cxnLst>
              <a:rect l="l" t="t" r="r" b="b"/>
              <a:pathLst>
                <a:path w="1598614" h="172939">
                  <a:moveTo>
                    <a:pt x="1248648" y="172939"/>
                  </a:moveTo>
                  <a:cubicBezTo>
                    <a:pt x="1194229" y="172939"/>
                    <a:pt x="1146046" y="142180"/>
                    <a:pt x="1123031" y="92708"/>
                  </a:cubicBezTo>
                  <a:cubicBezTo>
                    <a:pt x="1104962" y="53775"/>
                    <a:pt x="1067105" y="29469"/>
                    <a:pt x="1024085" y="29469"/>
                  </a:cubicBezTo>
                  <a:cubicBezTo>
                    <a:pt x="981066" y="29469"/>
                    <a:pt x="943208" y="53775"/>
                    <a:pt x="925140" y="92708"/>
                  </a:cubicBezTo>
                  <a:cubicBezTo>
                    <a:pt x="902124" y="142180"/>
                    <a:pt x="853942" y="172939"/>
                    <a:pt x="799522" y="172939"/>
                  </a:cubicBezTo>
                  <a:cubicBezTo>
                    <a:pt x="799522" y="172939"/>
                    <a:pt x="799522" y="172939"/>
                    <a:pt x="799522" y="172939"/>
                  </a:cubicBezTo>
                  <a:cubicBezTo>
                    <a:pt x="744887" y="172939"/>
                    <a:pt x="696920" y="142180"/>
                    <a:pt x="673905" y="92708"/>
                  </a:cubicBezTo>
                  <a:cubicBezTo>
                    <a:pt x="655836" y="53775"/>
                    <a:pt x="617979" y="29469"/>
                    <a:pt x="574959" y="29469"/>
                  </a:cubicBezTo>
                  <a:cubicBezTo>
                    <a:pt x="531939" y="29469"/>
                    <a:pt x="494082" y="53775"/>
                    <a:pt x="476014" y="92708"/>
                  </a:cubicBezTo>
                  <a:cubicBezTo>
                    <a:pt x="452998" y="142180"/>
                    <a:pt x="405031" y="172939"/>
                    <a:pt x="350396" y="172939"/>
                  </a:cubicBezTo>
                  <a:cubicBezTo>
                    <a:pt x="295976" y="172939"/>
                    <a:pt x="247794" y="142180"/>
                    <a:pt x="224778" y="92708"/>
                  </a:cubicBezTo>
                  <a:cubicBezTo>
                    <a:pt x="206710" y="53775"/>
                    <a:pt x="168853" y="29469"/>
                    <a:pt x="125833" y="29469"/>
                  </a:cubicBezTo>
                  <a:cubicBezTo>
                    <a:pt x="82813" y="29469"/>
                    <a:pt x="44956" y="53775"/>
                    <a:pt x="26887" y="92708"/>
                  </a:cubicBezTo>
                  <a:lnTo>
                    <a:pt x="0" y="80232"/>
                  </a:lnTo>
                  <a:cubicBezTo>
                    <a:pt x="23016" y="30759"/>
                    <a:pt x="70983" y="0"/>
                    <a:pt x="125618" y="0"/>
                  </a:cubicBezTo>
                  <a:cubicBezTo>
                    <a:pt x="180253" y="0"/>
                    <a:pt x="228220" y="30759"/>
                    <a:pt x="251235" y="80232"/>
                  </a:cubicBezTo>
                  <a:cubicBezTo>
                    <a:pt x="269304" y="119165"/>
                    <a:pt x="307376" y="143471"/>
                    <a:pt x="350181" y="143471"/>
                  </a:cubicBezTo>
                  <a:cubicBezTo>
                    <a:pt x="393201" y="143471"/>
                    <a:pt x="431058" y="119165"/>
                    <a:pt x="449126" y="80232"/>
                  </a:cubicBezTo>
                  <a:cubicBezTo>
                    <a:pt x="472142" y="30759"/>
                    <a:pt x="520324" y="0"/>
                    <a:pt x="574744" y="0"/>
                  </a:cubicBezTo>
                  <a:cubicBezTo>
                    <a:pt x="629164" y="0"/>
                    <a:pt x="677346" y="30759"/>
                    <a:pt x="700362" y="80232"/>
                  </a:cubicBezTo>
                  <a:cubicBezTo>
                    <a:pt x="718430" y="119165"/>
                    <a:pt x="756287" y="143471"/>
                    <a:pt x="799307" y="143471"/>
                  </a:cubicBezTo>
                  <a:lnTo>
                    <a:pt x="799307" y="143471"/>
                  </a:lnTo>
                  <a:cubicBezTo>
                    <a:pt x="842327" y="143471"/>
                    <a:pt x="880184" y="119165"/>
                    <a:pt x="898253" y="80232"/>
                  </a:cubicBezTo>
                  <a:cubicBezTo>
                    <a:pt x="921268" y="30759"/>
                    <a:pt x="969235" y="0"/>
                    <a:pt x="1023870" y="0"/>
                  </a:cubicBezTo>
                  <a:cubicBezTo>
                    <a:pt x="1078505" y="0"/>
                    <a:pt x="1126472" y="30759"/>
                    <a:pt x="1149488" y="80232"/>
                  </a:cubicBezTo>
                  <a:cubicBezTo>
                    <a:pt x="1167556" y="119165"/>
                    <a:pt x="1205414" y="143471"/>
                    <a:pt x="1248433" y="143471"/>
                  </a:cubicBezTo>
                  <a:cubicBezTo>
                    <a:pt x="1291453" y="143471"/>
                    <a:pt x="1329311" y="119165"/>
                    <a:pt x="1347379" y="80232"/>
                  </a:cubicBezTo>
                  <a:cubicBezTo>
                    <a:pt x="1370394" y="30759"/>
                    <a:pt x="1418361" y="0"/>
                    <a:pt x="1472997" y="0"/>
                  </a:cubicBezTo>
                  <a:cubicBezTo>
                    <a:pt x="1527632" y="0"/>
                    <a:pt x="1575814" y="30759"/>
                    <a:pt x="1598614" y="80232"/>
                  </a:cubicBezTo>
                  <a:lnTo>
                    <a:pt x="1571942" y="92708"/>
                  </a:lnTo>
                  <a:cubicBezTo>
                    <a:pt x="1553874" y="53775"/>
                    <a:pt x="1515801" y="29469"/>
                    <a:pt x="1472997" y="29469"/>
                  </a:cubicBezTo>
                  <a:cubicBezTo>
                    <a:pt x="1429977" y="29469"/>
                    <a:pt x="1392119" y="53775"/>
                    <a:pt x="1374051" y="92708"/>
                  </a:cubicBezTo>
                  <a:cubicBezTo>
                    <a:pt x="1351251" y="142180"/>
                    <a:pt x="1303069" y="172939"/>
                    <a:pt x="1248648" y="172939"/>
                  </a:cubicBezTo>
                  <a:close/>
                </a:path>
              </a:pathLst>
            </a:custGeom>
            <a:grpFill/>
            <a:ln w="21496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14" name="Freeform: Shape 13">
              <a:extLst>
                <a:ext uri="{FF2B5EF4-FFF2-40B4-BE49-F238E27FC236}">
                  <a16:creationId xmlns:a16="http://schemas.microsoft.com/office/drawing/2014/main" id="{A905CC16-753C-4B9F-B3E2-C456795AED60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2504802" y="1755501"/>
              <a:ext cx="1598829" cy="172724"/>
            </a:xfrm>
            <a:custGeom>
              <a:avLst/>
              <a:gdLst>
                <a:gd name="connsiteX0" fmla="*/ 1248648 w 1598829"/>
                <a:gd name="connsiteY0" fmla="*/ 172724 h 172724"/>
                <a:gd name="connsiteX1" fmla="*/ 1123031 w 1598829"/>
                <a:gd name="connsiteY1" fmla="*/ 92492 h 172724"/>
                <a:gd name="connsiteX2" fmla="*/ 1024085 w 1598829"/>
                <a:gd name="connsiteY2" fmla="*/ 29253 h 172724"/>
                <a:gd name="connsiteX3" fmla="*/ 925140 w 1598829"/>
                <a:gd name="connsiteY3" fmla="*/ 92492 h 172724"/>
                <a:gd name="connsiteX4" fmla="*/ 799522 w 1598829"/>
                <a:gd name="connsiteY4" fmla="*/ 172724 h 172724"/>
                <a:gd name="connsiteX5" fmla="*/ 799522 w 1598829"/>
                <a:gd name="connsiteY5" fmla="*/ 172724 h 172724"/>
                <a:gd name="connsiteX6" fmla="*/ 673905 w 1598829"/>
                <a:gd name="connsiteY6" fmla="*/ 92492 h 172724"/>
                <a:gd name="connsiteX7" fmla="*/ 574959 w 1598829"/>
                <a:gd name="connsiteY7" fmla="*/ 29253 h 172724"/>
                <a:gd name="connsiteX8" fmla="*/ 476014 w 1598829"/>
                <a:gd name="connsiteY8" fmla="*/ 92492 h 172724"/>
                <a:gd name="connsiteX9" fmla="*/ 350396 w 1598829"/>
                <a:gd name="connsiteY9" fmla="*/ 172724 h 172724"/>
                <a:gd name="connsiteX10" fmla="*/ 224778 w 1598829"/>
                <a:gd name="connsiteY10" fmla="*/ 92492 h 172724"/>
                <a:gd name="connsiteX11" fmla="*/ 125833 w 1598829"/>
                <a:gd name="connsiteY11" fmla="*/ 29253 h 172724"/>
                <a:gd name="connsiteX12" fmla="*/ 26887 w 1598829"/>
                <a:gd name="connsiteY12" fmla="*/ 92492 h 172724"/>
                <a:gd name="connsiteX13" fmla="*/ 0 w 1598829"/>
                <a:gd name="connsiteY13" fmla="*/ 80232 h 172724"/>
                <a:gd name="connsiteX14" fmla="*/ 125618 w 1598829"/>
                <a:gd name="connsiteY14" fmla="*/ 0 h 172724"/>
                <a:gd name="connsiteX15" fmla="*/ 251235 w 1598829"/>
                <a:gd name="connsiteY15" fmla="*/ 80232 h 172724"/>
                <a:gd name="connsiteX16" fmla="*/ 350181 w 1598829"/>
                <a:gd name="connsiteY16" fmla="*/ 143471 h 172724"/>
                <a:gd name="connsiteX17" fmla="*/ 449126 w 1598829"/>
                <a:gd name="connsiteY17" fmla="*/ 80232 h 172724"/>
                <a:gd name="connsiteX18" fmla="*/ 574744 w 1598829"/>
                <a:gd name="connsiteY18" fmla="*/ 0 h 172724"/>
                <a:gd name="connsiteX19" fmla="*/ 700362 w 1598829"/>
                <a:gd name="connsiteY19" fmla="*/ 80232 h 172724"/>
                <a:gd name="connsiteX20" fmla="*/ 799307 w 1598829"/>
                <a:gd name="connsiteY20" fmla="*/ 143471 h 172724"/>
                <a:gd name="connsiteX21" fmla="*/ 799307 w 1598829"/>
                <a:gd name="connsiteY21" fmla="*/ 143471 h 172724"/>
                <a:gd name="connsiteX22" fmla="*/ 898253 w 1598829"/>
                <a:gd name="connsiteY22" fmla="*/ 80232 h 172724"/>
                <a:gd name="connsiteX23" fmla="*/ 1024085 w 1598829"/>
                <a:gd name="connsiteY23" fmla="*/ 0 h 172724"/>
                <a:gd name="connsiteX24" fmla="*/ 1149703 w 1598829"/>
                <a:gd name="connsiteY24" fmla="*/ 80232 h 172724"/>
                <a:gd name="connsiteX25" fmla="*/ 1248648 w 1598829"/>
                <a:gd name="connsiteY25" fmla="*/ 143471 h 172724"/>
                <a:gd name="connsiteX26" fmla="*/ 1347594 w 1598829"/>
                <a:gd name="connsiteY26" fmla="*/ 80232 h 172724"/>
                <a:gd name="connsiteX27" fmla="*/ 1473212 w 1598829"/>
                <a:gd name="connsiteY27" fmla="*/ 0 h 172724"/>
                <a:gd name="connsiteX28" fmla="*/ 1598829 w 1598829"/>
                <a:gd name="connsiteY28" fmla="*/ 80232 h 172724"/>
                <a:gd name="connsiteX29" fmla="*/ 1572157 w 1598829"/>
                <a:gd name="connsiteY29" fmla="*/ 92492 h 172724"/>
                <a:gd name="connsiteX30" fmla="*/ 1473212 w 1598829"/>
                <a:gd name="connsiteY30" fmla="*/ 29253 h 172724"/>
                <a:gd name="connsiteX31" fmla="*/ 1374266 w 1598829"/>
                <a:gd name="connsiteY31" fmla="*/ 92492 h 172724"/>
                <a:gd name="connsiteX32" fmla="*/ 1248648 w 1598829"/>
                <a:gd name="connsiteY32" fmla="*/ 172724 h 172724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  <a:cxn ang="0">
                  <a:pos x="connsiteX32" y="connsiteY32"/>
                </a:cxn>
              </a:cxnLst>
              <a:rect l="l" t="t" r="r" b="b"/>
              <a:pathLst>
                <a:path w="1598829" h="172724">
                  <a:moveTo>
                    <a:pt x="1248648" y="172724"/>
                  </a:moveTo>
                  <a:cubicBezTo>
                    <a:pt x="1194229" y="172724"/>
                    <a:pt x="1146046" y="141965"/>
                    <a:pt x="1123031" y="92492"/>
                  </a:cubicBezTo>
                  <a:cubicBezTo>
                    <a:pt x="1104962" y="53560"/>
                    <a:pt x="1067105" y="29253"/>
                    <a:pt x="1024085" y="29253"/>
                  </a:cubicBezTo>
                  <a:cubicBezTo>
                    <a:pt x="981066" y="29253"/>
                    <a:pt x="943208" y="53560"/>
                    <a:pt x="925140" y="92492"/>
                  </a:cubicBezTo>
                  <a:cubicBezTo>
                    <a:pt x="902124" y="141965"/>
                    <a:pt x="853942" y="172724"/>
                    <a:pt x="799522" y="172724"/>
                  </a:cubicBezTo>
                  <a:cubicBezTo>
                    <a:pt x="799522" y="172724"/>
                    <a:pt x="799522" y="172724"/>
                    <a:pt x="799522" y="172724"/>
                  </a:cubicBezTo>
                  <a:cubicBezTo>
                    <a:pt x="744887" y="172724"/>
                    <a:pt x="696920" y="141965"/>
                    <a:pt x="673905" y="92492"/>
                  </a:cubicBezTo>
                  <a:cubicBezTo>
                    <a:pt x="655836" y="53560"/>
                    <a:pt x="617979" y="29253"/>
                    <a:pt x="574959" y="29253"/>
                  </a:cubicBezTo>
                  <a:cubicBezTo>
                    <a:pt x="531939" y="29253"/>
                    <a:pt x="494082" y="53560"/>
                    <a:pt x="476014" y="92492"/>
                  </a:cubicBezTo>
                  <a:cubicBezTo>
                    <a:pt x="452998" y="141965"/>
                    <a:pt x="405031" y="172724"/>
                    <a:pt x="350396" y="172724"/>
                  </a:cubicBezTo>
                  <a:cubicBezTo>
                    <a:pt x="295976" y="172724"/>
                    <a:pt x="247794" y="141965"/>
                    <a:pt x="224778" y="92492"/>
                  </a:cubicBezTo>
                  <a:cubicBezTo>
                    <a:pt x="206710" y="53560"/>
                    <a:pt x="168853" y="29253"/>
                    <a:pt x="125833" y="29253"/>
                  </a:cubicBezTo>
                  <a:cubicBezTo>
                    <a:pt x="82813" y="29253"/>
                    <a:pt x="44956" y="53560"/>
                    <a:pt x="26887" y="92492"/>
                  </a:cubicBezTo>
                  <a:lnTo>
                    <a:pt x="0" y="80232"/>
                  </a:lnTo>
                  <a:cubicBezTo>
                    <a:pt x="23016" y="30759"/>
                    <a:pt x="70983" y="0"/>
                    <a:pt x="125618" y="0"/>
                  </a:cubicBezTo>
                  <a:cubicBezTo>
                    <a:pt x="180253" y="0"/>
                    <a:pt x="228220" y="30759"/>
                    <a:pt x="251235" y="80232"/>
                  </a:cubicBezTo>
                  <a:cubicBezTo>
                    <a:pt x="269304" y="119165"/>
                    <a:pt x="307376" y="143471"/>
                    <a:pt x="350181" y="143471"/>
                  </a:cubicBezTo>
                  <a:cubicBezTo>
                    <a:pt x="393201" y="143471"/>
                    <a:pt x="431058" y="119165"/>
                    <a:pt x="449126" y="80232"/>
                  </a:cubicBezTo>
                  <a:cubicBezTo>
                    <a:pt x="472142" y="30759"/>
                    <a:pt x="520324" y="0"/>
                    <a:pt x="574744" y="0"/>
                  </a:cubicBezTo>
                  <a:cubicBezTo>
                    <a:pt x="629164" y="0"/>
                    <a:pt x="677346" y="30759"/>
                    <a:pt x="700362" y="80232"/>
                  </a:cubicBezTo>
                  <a:cubicBezTo>
                    <a:pt x="718430" y="119165"/>
                    <a:pt x="756287" y="143471"/>
                    <a:pt x="799307" y="143471"/>
                  </a:cubicBezTo>
                  <a:lnTo>
                    <a:pt x="799307" y="143471"/>
                  </a:lnTo>
                  <a:cubicBezTo>
                    <a:pt x="842327" y="143471"/>
                    <a:pt x="880184" y="119165"/>
                    <a:pt x="898253" y="80232"/>
                  </a:cubicBezTo>
                  <a:cubicBezTo>
                    <a:pt x="921483" y="30759"/>
                    <a:pt x="969450" y="0"/>
                    <a:pt x="1024085" y="0"/>
                  </a:cubicBezTo>
                  <a:cubicBezTo>
                    <a:pt x="1078720" y="0"/>
                    <a:pt x="1126688" y="30759"/>
                    <a:pt x="1149703" y="80232"/>
                  </a:cubicBezTo>
                  <a:cubicBezTo>
                    <a:pt x="1167771" y="119165"/>
                    <a:pt x="1205629" y="143471"/>
                    <a:pt x="1248648" y="143471"/>
                  </a:cubicBezTo>
                  <a:cubicBezTo>
                    <a:pt x="1291668" y="143471"/>
                    <a:pt x="1329526" y="119165"/>
                    <a:pt x="1347594" y="80232"/>
                  </a:cubicBezTo>
                  <a:cubicBezTo>
                    <a:pt x="1370610" y="30759"/>
                    <a:pt x="1418792" y="0"/>
                    <a:pt x="1473212" y="0"/>
                  </a:cubicBezTo>
                  <a:cubicBezTo>
                    <a:pt x="1527847" y="0"/>
                    <a:pt x="1576029" y="30759"/>
                    <a:pt x="1598829" y="80232"/>
                  </a:cubicBezTo>
                  <a:lnTo>
                    <a:pt x="1572157" y="92492"/>
                  </a:lnTo>
                  <a:cubicBezTo>
                    <a:pt x="1554089" y="53560"/>
                    <a:pt x="1516016" y="29253"/>
                    <a:pt x="1473212" y="29253"/>
                  </a:cubicBezTo>
                  <a:cubicBezTo>
                    <a:pt x="1430192" y="29253"/>
                    <a:pt x="1392335" y="53560"/>
                    <a:pt x="1374266" y="92492"/>
                  </a:cubicBezTo>
                  <a:cubicBezTo>
                    <a:pt x="1351251" y="141965"/>
                    <a:pt x="1303069" y="172724"/>
                    <a:pt x="1248648" y="172724"/>
                  </a:cubicBezTo>
                  <a:close/>
                </a:path>
              </a:pathLst>
            </a:custGeom>
            <a:grpFill/>
            <a:ln w="21496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</p:grpSp>
      <p:sp>
        <p:nvSpPr>
          <p:cNvPr id="16" name="Graphic 212">
            <a:extLst>
              <a:ext uri="{FF2B5EF4-FFF2-40B4-BE49-F238E27FC236}">
                <a16:creationId xmlns:a16="http://schemas.microsoft.com/office/drawing/2014/main" id="{D0C78466-EB6E-45A0-99A6-A00789ACD90A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4397727" y="421588"/>
            <a:ext cx="1291468" cy="1291468"/>
          </a:xfrm>
          <a:custGeom>
            <a:avLst/>
            <a:gdLst>
              <a:gd name="connsiteX0" fmla="*/ 403574 w 807148"/>
              <a:gd name="connsiteY0" fmla="*/ 0 h 807148"/>
              <a:gd name="connsiteX1" fmla="*/ 0 w 807148"/>
              <a:gd name="connsiteY1" fmla="*/ 403574 h 807148"/>
              <a:gd name="connsiteX2" fmla="*/ 403574 w 807148"/>
              <a:gd name="connsiteY2" fmla="*/ 807149 h 807148"/>
              <a:gd name="connsiteX3" fmla="*/ 807149 w 807148"/>
              <a:gd name="connsiteY3" fmla="*/ 403574 h 807148"/>
              <a:gd name="connsiteX4" fmla="*/ 403574 w 807148"/>
              <a:gd name="connsiteY4" fmla="*/ 0 h 807148"/>
              <a:gd name="connsiteX5" fmla="*/ 403574 w 807148"/>
              <a:gd name="connsiteY5" fmla="*/ 667988 h 807148"/>
              <a:gd name="connsiteX6" fmla="*/ 139160 w 807148"/>
              <a:gd name="connsiteY6" fmla="*/ 403574 h 807148"/>
              <a:gd name="connsiteX7" fmla="*/ 403574 w 807148"/>
              <a:gd name="connsiteY7" fmla="*/ 139160 h 807148"/>
              <a:gd name="connsiteX8" fmla="*/ 667988 w 807148"/>
              <a:gd name="connsiteY8" fmla="*/ 403574 h 807148"/>
              <a:gd name="connsiteX9" fmla="*/ 403574 w 807148"/>
              <a:gd name="connsiteY9" fmla="*/ 667988 h 807148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</a:cxnLst>
            <a:rect l="l" t="t" r="r" b="b"/>
            <a:pathLst>
              <a:path w="807148" h="807148">
                <a:moveTo>
                  <a:pt x="403574" y="0"/>
                </a:moveTo>
                <a:cubicBezTo>
                  <a:pt x="180689" y="0"/>
                  <a:pt x="0" y="180689"/>
                  <a:pt x="0" y="403574"/>
                </a:cubicBezTo>
                <a:cubicBezTo>
                  <a:pt x="0" y="626459"/>
                  <a:pt x="180689" y="807149"/>
                  <a:pt x="403574" y="807149"/>
                </a:cubicBezTo>
                <a:cubicBezTo>
                  <a:pt x="626459" y="807149"/>
                  <a:pt x="807149" y="626459"/>
                  <a:pt x="807149" y="403574"/>
                </a:cubicBezTo>
                <a:cubicBezTo>
                  <a:pt x="807149" y="180689"/>
                  <a:pt x="626459" y="0"/>
                  <a:pt x="403574" y="0"/>
                </a:cubicBezTo>
                <a:close/>
                <a:moveTo>
                  <a:pt x="403574" y="667988"/>
                </a:moveTo>
                <a:cubicBezTo>
                  <a:pt x="257556" y="667988"/>
                  <a:pt x="139160" y="549593"/>
                  <a:pt x="139160" y="403574"/>
                </a:cubicBezTo>
                <a:cubicBezTo>
                  <a:pt x="139160" y="257556"/>
                  <a:pt x="257556" y="139160"/>
                  <a:pt x="403574" y="139160"/>
                </a:cubicBezTo>
                <a:cubicBezTo>
                  <a:pt x="549593" y="139160"/>
                  <a:pt x="667988" y="257556"/>
                  <a:pt x="667988" y="403574"/>
                </a:cubicBezTo>
                <a:cubicBezTo>
                  <a:pt x="667988" y="549593"/>
                  <a:pt x="549593" y="667988"/>
                  <a:pt x="403574" y="667988"/>
                </a:cubicBezTo>
                <a:close/>
              </a:path>
            </a:pathLst>
          </a:custGeom>
          <a:solidFill>
            <a:srgbClr val="FFFFFF"/>
          </a:solidFill>
          <a:ln w="28575"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endParaRPr lang="en-US">
              <a:solidFill>
                <a:schemeClr val="lt1"/>
              </a:solidFill>
            </a:endParaRPr>
          </a:p>
        </p:txBody>
      </p:sp>
      <p:sp>
        <p:nvSpPr>
          <p:cNvPr id="18" name="Graphic 212">
            <a:extLst>
              <a:ext uri="{FF2B5EF4-FFF2-40B4-BE49-F238E27FC236}">
                <a16:creationId xmlns:a16="http://schemas.microsoft.com/office/drawing/2014/main" id="{E99F76E4-5DFD-4DBE-B042-66FBCD1182C9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4397727" y="421588"/>
            <a:ext cx="1291468" cy="1291468"/>
          </a:xfrm>
          <a:custGeom>
            <a:avLst/>
            <a:gdLst>
              <a:gd name="connsiteX0" fmla="*/ 403574 w 807148"/>
              <a:gd name="connsiteY0" fmla="*/ 0 h 807148"/>
              <a:gd name="connsiteX1" fmla="*/ 0 w 807148"/>
              <a:gd name="connsiteY1" fmla="*/ 403574 h 807148"/>
              <a:gd name="connsiteX2" fmla="*/ 403574 w 807148"/>
              <a:gd name="connsiteY2" fmla="*/ 807149 h 807148"/>
              <a:gd name="connsiteX3" fmla="*/ 807149 w 807148"/>
              <a:gd name="connsiteY3" fmla="*/ 403574 h 807148"/>
              <a:gd name="connsiteX4" fmla="*/ 403574 w 807148"/>
              <a:gd name="connsiteY4" fmla="*/ 0 h 807148"/>
              <a:gd name="connsiteX5" fmla="*/ 403574 w 807148"/>
              <a:gd name="connsiteY5" fmla="*/ 667988 h 807148"/>
              <a:gd name="connsiteX6" fmla="*/ 139160 w 807148"/>
              <a:gd name="connsiteY6" fmla="*/ 403574 h 807148"/>
              <a:gd name="connsiteX7" fmla="*/ 403574 w 807148"/>
              <a:gd name="connsiteY7" fmla="*/ 139160 h 807148"/>
              <a:gd name="connsiteX8" fmla="*/ 667988 w 807148"/>
              <a:gd name="connsiteY8" fmla="*/ 403574 h 807148"/>
              <a:gd name="connsiteX9" fmla="*/ 403574 w 807148"/>
              <a:gd name="connsiteY9" fmla="*/ 667988 h 807148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</a:cxnLst>
            <a:rect l="l" t="t" r="r" b="b"/>
            <a:pathLst>
              <a:path w="807148" h="807148">
                <a:moveTo>
                  <a:pt x="403574" y="0"/>
                </a:moveTo>
                <a:cubicBezTo>
                  <a:pt x="180689" y="0"/>
                  <a:pt x="0" y="180689"/>
                  <a:pt x="0" y="403574"/>
                </a:cubicBezTo>
                <a:cubicBezTo>
                  <a:pt x="0" y="626459"/>
                  <a:pt x="180689" y="807149"/>
                  <a:pt x="403574" y="807149"/>
                </a:cubicBezTo>
                <a:cubicBezTo>
                  <a:pt x="626459" y="807149"/>
                  <a:pt x="807149" y="626459"/>
                  <a:pt x="807149" y="403574"/>
                </a:cubicBezTo>
                <a:cubicBezTo>
                  <a:pt x="807149" y="180689"/>
                  <a:pt x="626459" y="0"/>
                  <a:pt x="403574" y="0"/>
                </a:cubicBezTo>
                <a:close/>
                <a:moveTo>
                  <a:pt x="403574" y="667988"/>
                </a:moveTo>
                <a:cubicBezTo>
                  <a:pt x="257556" y="667988"/>
                  <a:pt x="139160" y="549593"/>
                  <a:pt x="139160" y="403574"/>
                </a:cubicBezTo>
                <a:cubicBezTo>
                  <a:pt x="139160" y="257556"/>
                  <a:pt x="257556" y="139160"/>
                  <a:pt x="403574" y="139160"/>
                </a:cubicBezTo>
                <a:cubicBezTo>
                  <a:pt x="549593" y="139160"/>
                  <a:pt x="667988" y="257556"/>
                  <a:pt x="667988" y="403574"/>
                </a:cubicBezTo>
                <a:cubicBezTo>
                  <a:pt x="667988" y="549593"/>
                  <a:pt x="549593" y="667988"/>
                  <a:pt x="403574" y="667988"/>
                </a:cubicBezTo>
                <a:close/>
              </a:path>
            </a:pathLst>
          </a:custGeom>
          <a:solidFill>
            <a:schemeClr val="accent2">
              <a:alpha val="30000"/>
            </a:schemeClr>
          </a:solidFill>
          <a:ln w="28575">
            <a:solidFill>
              <a:schemeClr val="bg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endParaRPr lang="en-US">
              <a:solidFill>
                <a:schemeClr val="lt1"/>
              </a:solidFill>
            </a:endParaRPr>
          </a:p>
        </p:txBody>
      </p:sp>
      <p:grpSp>
        <p:nvGrpSpPr>
          <p:cNvPr id="20" name="Graphic 4">
            <a:extLst>
              <a:ext uri="{FF2B5EF4-FFF2-40B4-BE49-F238E27FC236}">
                <a16:creationId xmlns:a16="http://schemas.microsoft.com/office/drawing/2014/main" id="{5468B3A9-705E-43C3-A742-0619B0D8F2EE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GrpSpPr>
            <a:grpSpLocks noGrp="1" noUngrp="1" noRot="1" noChangeAspect="1" noMove="1" noResize="1"/>
          </p:cNvGrp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GrpSpPr>
        <p:grpSpPr>
          <a:xfrm>
            <a:off x="4680915" y="4748271"/>
            <a:ext cx="1330536" cy="1330521"/>
            <a:chOff x="5734037" y="3067039"/>
            <a:chExt cx="724483" cy="724489"/>
          </a:xfrm>
          <a:solidFill>
            <a:schemeClr val="bg1"/>
          </a:solidFill>
        </p:grpSpPr>
        <p:sp>
          <p:nvSpPr>
            <p:cNvPr id="21" name="Freeform: Shape 20">
              <a:extLst>
                <a:ext uri="{FF2B5EF4-FFF2-40B4-BE49-F238E27FC236}">
                  <a16:creationId xmlns:a16="http://schemas.microsoft.com/office/drawing/2014/main" id="{29D439AD-5D67-497C-B831-D17FC3E592AC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5734038" y="3067039"/>
              <a:ext cx="14192" cy="14097"/>
            </a:xfrm>
            <a:custGeom>
              <a:avLst/>
              <a:gdLst>
                <a:gd name="connsiteX0" fmla="*/ 14192 w 14192"/>
                <a:gd name="connsiteY0" fmla="*/ 7049 h 14097"/>
                <a:gd name="connsiteX1" fmla="*/ 7144 w 14192"/>
                <a:gd name="connsiteY1" fmla="*/ 14097 h 14097"/>
                <a:gd name="connsiteX2" fmla="*/ 0 w 14192"/>
                <a:gd name="connsiteY2" fmla="*/ 7049 h 14097"/>
                <a:gd name="connsiteX3" fmla="*/ 7049 w 14192"/>
                <a:gd name="connsiteY3" fmla="*/ 0 h 14097"/>
                <a:gd name="connsiteX4" fmla="*/ 14192 w 14192"/>
                <a:gd name="connsiteY4" fmla="*/ 7049 h 14097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14192" h="14097">
                  <a:moveTo>
                    <a:pt x="14192" y="7049"/>
                  </a:moveTo>
                  <a:cubicBezTo>
                    <a:pt x="14192" y="10954"/>
                    <a:pt x="11049" y="14097"/>
                    <a:pt x="7144" y="14097"/>
                  </a:cubicBezTo>
                  <a:cubicBezTo>
                    <a:pt x="3239" y="14097"/>
                    <a:pt x="0" y="10954"/>
                    <a:pt x="0" y="7049"/>
                  </a:cubicBezTo>
                  <a:cubicBezTo>
                    <a:pt x="0" y="3143"/>
                    <a:pt x="3143" y="0"/>
                    <a:pt x="7049" y="0"/>
                  </a:cubicBezTo>
                  <a:cubicBezTo>
                    <a:pt x="10954" y="0"/>
                    <a:pt x="14192" y="3143"/>
                    <a:pt x="14192" y="7049"/>
                  </a:cubicBezTo>
                  <a:close/>
                </a:path>
              </a:pathLst>
            </a:custGeom>
            <a:grpFill/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22" name="Freeform: Shape 21">
              <a:extLst>
                <a:ext uri="{FF2B5EF4-FFF2-40B4-BE49-F238E27FC236}">
                  <a16:creationId xmlns:a16="http://schemas.microsoft.com/office/drawing/2014/main" id="{23F54BF2-C71C-45C5-9408-3B5E011B0FEB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5793283" y="3067039"/>
              <a:ext cx="14097" cy="14097"/>
            </a:xfrm>
            <a:custGeom>
              <a:avLst/>
              <a:gdLst>
                <a:gd name="connsiteX0" fmla="*/ 14097 w 14097"/>
                <a:gd name="connsiteY0" fmla="*/ 7049 h 14097"/>
                <a:gd name="connsiteX1" fmla="*/ 7049 w 14097"/>
                <a:gd name="connsiteY1" fmla="*/ 14097 h 14097"/>
                <a:gd name="connsiteX2" fmla="*/ 0 w 14097"/>
                <a:gd name="connsiteY2" fmla="*/ 7049 h 14097"/>
                <a:gd name="connsiteX3" fmla="*/ 7049 w 14097"/>
                <a:gd name="connsiteY3" fmla="*/ 0 h 14097"/>
                <a:gd name="connsiteX4" fmla="*/ 14097 w 14097"/>
                <a:gd name="connsiteY4" fmla="*/ 7049 h 14097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14097" h="14097">
                  <a:moveTo>
                    <a:pt x="14097" y="7049"/>
                  </a:moveTo>
                  <a:cubicBezTo>
                    <a:pt x="14097" y="10941"/>
                    <a:pt x="10941" y="14097"/>
                    <a:pt x="7049" y="14097"/>
                  </a:cubicBezTo>
                  <a:cubicBezTo>
                    <a:pt x="3156" y="14097"/>
                    <a:pt x="0" y="10941"/>
                    <a:pt x="0" y="7049"/>
                  </a:cubicBezTo>
                  <a:cubicBezTo>
                    <a:pt x="0" y="3156"/>
                    <a:pt x="3156" y="0"/>
                    <a:pt x="7049" y="0"/>
                  </a:cubicBezTo>
                  <a:cubicBezTo>
                    <a:pt x="10941" y="0"/>
                    <a:pt x="14097" y="3156"/>
                    <a:pt x="14097" y="7049"/>
                  </a:cubicBezTo>
                  <a:close/>
                </a:path>
              </a:pathLst>
            </a:custGeom>
            <a:grpFill/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23" name="Freeform: Shape 22">
              <a:extLst>
                <a:ext uri="{FF2B5EF4-FFF2-40B4-BE49-F238E27FC236}">
                  <a16:creationId xmlns:a16="http://schemas.microsoft.com/office/drawing/2014/main" id="{2BBABE17-DB56-44AB-934B-63C07C79F09A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5852433" y="3067039"/>
              <a:ext cx="14096" cy="14097"/>
            </a:xfrm>
            <a:custGeom>
              <a:avLst/>
              <a:gdLst>
                <a:gd name="connsiteX0" fmla="*/ 14097 w 14096"/>
                <a:gd name="connsiteY0" fmla="*/ 7049 h 14097"/>
                <a:gd name="connsiteX1" fmla="*/ 7048 w 14096"/>
                <a:gd name="connsiteY1" fmla="*/ 14097 h 14097"/>
                <a:gd name="connsiteX2" fmla="*/ 0 w 14096"/>
                <a:gd name="connsiteY2" fmla="*/ 7049 h 14097"/>
                <a:gd name="connsiteX3" fmla="*/ 7048 w 14096"/>
                <a:gd name="connsiteY3" fmla="*/ 0 h 14097"/>
                <a:gd name="connsiteX4" fmla="*/ 14097 w 14096"/>
                <a:gd name="connsiteY4" fmla="*/ 7049 h 14097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14096" h="14097">
                  <a:moveTo>
                    <a:pt x="14097" y="7049"/>
                  </a:moveTo>
                  <a:cubicBezTo>
                    <a:pt x="14097" y="10954"/>
                    <a:pt x="10954" y="14097"/>
                    <a:pt x="7048" y="14097"/>
                  </a:cubicBezTo>
                  <a:cubicBezTo>
                    <a:pt x="3143" y="14097"/>
                    <a:pt x="0" y="10954"/>
                    <a:pt x="0" y="7049"/>
                  </a:cubicBezTo>
                  <a:cubicBezTo>
                    <a:pt x="0" y="3143"/>
                    <a:pt x="3143" y="0"/>
                    <a:pt x="7048" y="0"/>
                  </a:cubicBezTo>
                  <a:cubicBezTo>
                    <a:pt x="10954" y="0"/>
                    <a:pt x="14097" y="3143"/>
                    <a:pt x="14097" y="7049"/>
                  </a:cubicBezTo>
                  <a:close/>
                </a:path>
              </a:pathLst>
            </a:custGeom>
            <a:grpFill/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24" name="Freeform: Shape 23">
              <a:extLst>
                <a:ext uri="{FF2B5EF4-FFF2-40B4-BE49-F238E27FC236}">
                  <a16:creationId xmlns:a16="http://schemas.microsoft.com/office/drawing/2014/main" id="{CB483D20-A128-4076-AF54-88646172B80A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5911678" y="3067039"/>
              <a:ext cx="14096" cy="14097"/>
            </a:xfrm>
            <a:custGeom>
              <a:avLst/>
              <a:gdLst>
                <a:gd name="connsiteX0" fmla="*/ 14097 w 14096"/>
                <a:gd name="connsiteY0" fmla="*/ 7049 h 14097"/>
                <a:gd name="connsiteX1" fmla="*/ 7048 w 14096"/>
                <a:gd name="connsiteY1" fmla="*/ 14097 h 14097"/>
                <a:gd name="connsiteX2" fmla="*/ 0 w 14096"/>
                <a:gd name="connsiteY2" fmla="*/ 7049 h 14097"/>
                <a:gd name="connsiteX3" fmla="*/ 7048 w 14096"/>
                <a:gd name="connsiteY3" fmla="*/ 0 h 14097"/>
                <a:gd name="connsiteX4" fmla="*/ 14097 w 14096"/>
                <a:gd name="connsiteY4" fmla="*/ 7049 h 14097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14096" h="14097">
                  <a:moveTo>
                    <a:pt x="14097" y="7049"/>
                  </a:moveTo>
                  <a:cubicBezTo>
                    <a:pt x="14097" y="10954"/>
                    <a:pt x="10954" y="14097"/>
                    <a:pt x="7048" y="14097"/>
                  </a:cubicBezTo>
                  <a:cubicBezTo>
                    <a:pt x="3143" y="14097"/>
                    <a:pt x="0" y="10954"/>
                    <a:pt x="0" y="7049"/>
                  </a:cubicBezTo>
                  <a:cubicBezTo>
                    <a:pt x="0" y="3143"/>
                    <a:pt x="3143" y="0"/>
                    <a:pt x="7048" y="0"/>
                  </a:cubicBezTo>
                  <a:cubicBezTo>
                    <a:pt x="10954" y="0"/>
                    <a:pt x="14097" y="3143"/>
                    <a:pt x="14097" y="7049"/>
                  </a:cubicBezTo>
                  <a:close/>
                </a:path>
              </a:pathLst>
            </a:custGeom>
            <a:grpFill/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25" name="Freeform: Shape 24">
              <a:extLst>
                <a:ext uri="{FF2B5EF4-FFF2-40B4-BE49-F238E27FC236}">
                  <a16:creationId xmlns:a16="http://schemas.microsoft.com/office/drawing/2014/main" id="{E5EFA818-FDDA-49E9-B11F-E9DC1854A99F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5970828" y="3067039"/>
              <a:ext cx="14096" cy="14097"/>
            </a:xfrm>
            <a:custGeom>
              <a:avLst/>
              <a:gdLst>
                <a:gd name="connsiteX0" fmla="*/ 14097 w 14096"/>
                <a:gd name="connsiteY0" fmla="*/ 7049 h 14097"/>
                <a:gd name="connsiteX1" fmla="*/ 7048 w 14096"/>
                <a:gd name="connsiteY1" fmla="*/ 14097 h 14097"/>
                <a:gd name="connsiteX2" fmla="*/ 0 w 14096"/>
                <a:gd name="connsiteY2" fmla="*/ 7049 h 14097"/>
                <a:gd name="connsiteX3" fmla="*/ 7048 w 14096"/>
                <a:gd name="connsiteY3" fmla="*/ 0 h 14097"/>
                <a:gd name="connsiteX4" fmla="*/ 14097 w 14096"/>
                <a:gd name="connsiteY4" fmla="*/ 7049 h 14097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14096" h="14097">
                  <a:moveTo>
                    <a:pt x="14097" y="7049"/>
                  </a:moveTo>
                  <a:cubicBezTo>
                    <a:pt x="14097" y="10954"/>
                    <a:pt x="10954" y="14097"/>
                    <a:pt x="7048" y="14097"/>
                  </a:cubicBezTo>
                  <a:cubicBezTo>
                    <a:pt x="3143" y="14097"/>
                    <a:pt x="0" y="10954"/>
                    <a:pt x="0" y="7049"/>
                  </a:cubicBezTo>
                  <a:cubicBezTo>
                    <a:pt x="0" y="3143"/>
                    <a:pt x="3143" y="0"/>
                    <a:pt x="7048" y="0"/>
                  </a:cubicBezTo>
                  <a:cubicBezTo>
                    <a:pt x="10954" y="0"/>
                    <a:pt x="14097" y="3143"/>
                    <a:pt x="14097" y="7049"/>
                  </a:cubicBezTo>
                  <a:close/>
                </a:path>
              </a:pathLst>
            </a:custGeom>
            <a:grpFill/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26" name="Freeform: Shape 25">
              <a:extLst>
                <a:ext uri="{FF2B5EF4-FFF2-40B4-BE49-F238E27FC236}">
                  <a16:creationId xmlns:a16="http://schemas.microsoft.com/office/drawing/2014/main" id="{EA1F8728-F8F7-4828-A718-A15E7663EABB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6030074" y="3067039"/>
              <a:ext cx="14097" cy="14097"/>
            </a:xfrm>
            <a:custGeom>
              <a:avLst/>
              <a:gdLst>
                <a:gd name="connsiteX0" fmla="*/ 14097 w 14097"/>
                <a:gd name="connsiteY0" fmla="*/ 7049 h 14097"/>
                <a:gd name="connsiteX1" fmla="*/ 7049 w 14097"/>
                <a:gd name="connsiteY1" fmla="*/ 14097 h 14097"/>
                <a:gd name="connsiteX2" fmla="*/ 0 w 14097"/>
                <a:gd name="connsiteY2" fmla="*/ 7049 h 14097"/>
                <a:gd name="connsiteX3" fmla="*/ 7049 w 14097"/>
                <a:gd name="connsiteY3" fmla="*/ 0 h 14097"/>
                <a:gd name="connsiteX4" fmla="*/ 14097 w 14097"/>
                <a:gd name="connsiteY4" fmla="*/ 7049 h 14097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14097" h="14097">
                  <a:moveTo>
                    <a:pt x="14097" y="7049"/>
                  </a:moveTo>
                  <a:cubicBezTo>
                    <a:pt x="14097" y="10941"/>
                    <a:pt x="10941" y="14097"/>
                    <a:pt x="7049" y="14097"/>
                  </a:cubicBezTo>
                  <a:cubicBezTo>
                    <a:pt x="3156" y="14097"/>
                    <a:pt x="0" y="10941"/>
                    <a:pt x="0" y="7049"/>
                  </a:cubicBezTo>
                  <a:cubicBezTo>
                    <a:pt x="0" y="3156"/>
                    <a:pt x="3156" y="0"/>
                    <a:pt x="7049" y="0"/>
                  </a:cubicBezTo>
                  <a:cubicBezTo>
                    <a:pt x="10941" y="0"/>
                    <a:pt x="14097" y="3156"/>
                    <a:pt x="14097" y="7049"/>
                  </a:cubicBezTo>
                  <a:close/>
                </a:path>
              </a:pathLst>
            </a:custGeom>
            <a:grpFill/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27" name="Freeform: Shape 26">
              <a:extLst>
                <a:ext uri="{FF2B5EF4-FFF2-40B4-BE49-F238E27FC236}">
                  <a16:creationId xmlns:a16="http://schemas.microsoft.com/office/drawing/2014/main" id="{8DA1F73F-AA1D-41D7-BAAB-292FD94A3E5C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6089224" y="3067039"/>
              <a:ext cx="14096" cy="14097"/>
            </a:xfrm>
            <a:custGeom>
              <a:avLst/>
              <a:gdLst>
                <a:gd name="connsiteX0" fmla="*/ 14097 w 14096"/>
                <a:gd name="connsiteY0" fmla="*/ 7049 h 14097"/>
                <a:gd name="connsiteX1" fmla="*/ 7048 w 14096"/>
                <a:gd name="connsiteY1" fmla="*/ 14097 h 14097"/>
                <a:gd name="connsiteX2" fmla="*/ 0 w 14096"/>
                <a:gd name="connsiteY2" fmla="*/ 7049 h 14097"/>
                <a:gd name="connsiteX3" fmla="*/ 7048 w 14096"/>
                <a:gd name="connsiteY3" fmla="*/ 0 h 14097"/>
                <a:gd name="connsiteX4" fmla="*/ 14097 w 14096"/>
                <a:gd name="connsiteY4" fmla="*/ 7049 h 14097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14096" h="14097">
                  <a:moveTo>
                    <a:pt x="14097" y="7049"/>
                  </a:moveTo>
                  <a:cubicBezTo>
                    <a:pt x="14097" y="10954"/>
                    <a:pt x="10954" y="14097"/>
                    <a:pt x="7048" y="14097"/>
                  </a:cubicBezTo>
                  <a:cubicBezTo>
                    <a:pt x="3143" y="14097"/>
                    <a:pt x="0" y="10954"/>
                    <a:pt x="0" y="7049"/>
                  </a:cubicBezTo>
                  <a:cubicBezTo>
                    <a:pt x="0" y="3143"/>
                    <a:pt x="3143" y="0"/>
                    <a:pt x="7048" y="0"/>
                  </a:cubicBezTo>
                  <a:cubicBezTo>
                    <a:pt x="10954" y="0"/>
                    <a:pt x="14097" y="3143"/>
                    <a:pt x="14097" y="7049"/>
                  </a:cubicBezTo>
                  <a:close/>
                </a:path>
              </a:pathLst>
            </a:custGeom>
            <a:grpFill/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28" name="Freeform: Shape 27">
              <a:extLst>
                <a:ext uri="{FF2B5EF4-FFF2-40B4-BE49-F238E27FC236}">
                  <a16:creationId xmlns:a16="http://schemas.microsoft.com/office/drawing/2014/main" id="{D9441DEA-C85E-4B9C-A48D-8437854C4C58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5734038" y="3126284"/>
              <a:ext cx="14192" cy="14097"/>
            </a:xfrm>
            <a:custGeom>
              <a:avLst/>
              <a:gdLst>
                <a:gd name="connsiteX0" fmla="*/ 14192 w 14192"/>
                <a:gd name="connsiteY0" fmla="*/ 7049 h 14097"/>
                <a:gd name="connsiteX1" fmla="*/ 7144 w 14192"/>
                <a:gd name="connsiteY1" fmla="*/ 14097 h 14097"/>
                <a:gd name="connsiteX2" fmla="*/ 0 w 14192"/>
                <a:gd name="connsiteY2" fmla="*/ 7049 h 14097"/>
                <a:gd name="connsiteX3" fmla="*/ 7049 w 14192"/>
                <a:gd name="connsiteY3" fmla="*/ 0 h 14097"/>
                <a:gd name="connsiteX4" fmla="*/ 14192 w 14192"/>
                <a:gd name="connsiteY4" fmla="*/ 7049 h 14097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14192" h="14097">
                  <a:moveTo>
                    <a:pt x="14192" y="7049"/>
                  </a:moveTo>
                  <a:cubicBezTo>
                    <a:pt x="14192" y="10954"/>
                    <a:pt x="11049" y="14097"/>
                    <a:pt x="7144" y="14097"/>
                  </a:cubicBezTo>
                  <a:cubicBezTo>
                    <a:pt x="3239" y="14097"/>
                    <a:pt x="0" y="10954"/>
                    <a:pt x="0" y="7049"/>
                  </a:cubicBezTo>
                  <a:cubicBezTo>
                    <a:pt x="0" y="3143"/>
                    <a:pt x="3143" y="0"/>
                    <a:pt x="7049" y="0"/>
                  </a:cubicBezTo>
                  <a:cubicBezTo>
                    <a:pt x="10954" y="0"/>
                    <a:pt x="14192" y="3143"/>
                    <a:pt x="14192" y="7049"/>
                  </a:cubicBezTo>
                  <a:close/>
                </a:path>
              </a:pathLst>
            </a:custGeom>
            <a:grpFill/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29" name="Freeform: Shape 28">
              <a:extLst>
                <a:ext uri="{FF2B5EF4-FFF2-40B4-BE49-F238E27FC236}">
                  <a16:creationId xmlns:a16="http://schemas.microsoft.com/office/drawing/2014/main" id="{15EBAA20-1368-4495-8D7C-820FAD8ECF8F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5793283" y="3126282"/>
              <a:ext cx="14097" cy="14099"/>
            </a:xfrm>
            <a:custGeom>
              <a:avLst/>
              <a:gdLst>
                <a:gd name="connsiteX0" fmla="*/ 14097 w 14097"/>
                <a:gd name="connsiteY0" fmla="*/ 7051 h 14099"/>
                <a:gd name="connsiteX1" fmla="*/ 7049 w 14097"/>
                <a:gd name="connsiteY1" fmla="*/ 14099 h 14099"/>
                <a:gd name="connsiteX2" fmla="*/ 0 w 14097"/>
                <a:gd name="connsiteY2" fmla="*/ 7051 h 14099"/>
                <a:gd name="connsiteX3" fmla="*/ 7049 w 14097"/>
                <a:gd name="connsiteY3" fmla="*/ 2 h 14099"/>
                <a:gd name="connsiteX4" fmla="*/ 14097 w 14097"/>
                <a:gd name="connsiteY4" fmla="*/ 7051 h 14099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14097" h="14099">
                  <a:moveTo>
                    <a:pt x="14097" y="7051"/>
                  </a:moveTo>
                  <a:cubicBezTo>
                    <a:pt x="14097" y="10956"/>
                    <a:pt x="10954" y="14099"/>
                    <a:pt x="7049" y="14099"/>
                  </a:cubicBezTo>
                  <a:cubicBezTo>
                    <a:pt x="3143" y="14099"/>
                    <a:pt x="0" y="10956"/>
                    <a:pt x="0" y="7051"/>
                  </a:cubicBezTo>
                  <a:cubicBezTo>
                    <a:pt x="0" y="3145"/>
                    <a:pt x="3143" y="2"/>
                    <a:pt x="7049" y="2"/>
                  </a:cubicBezTo>
                  <a:cubicBezTo>
                    <a:pt x="10954" y="-93"/>
                    <a:pt x="14097" y="3145"/>
                    <a:pt x="14097" y="7051"/>
                  </a:cubicBezTo>
                  <a:close/>
                </a:path>
              </a:pathLst>
            </a:custGeom>
            <a:grpFill/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30" name="Freeform: Shape 29">
              <a:extLst>
                <a:ext uri="{FF2B5EF4-FFF2-40B4-BE49-F238E27FC236}">
                  <a16:creationId xmlns:a16="http://schemas.microsoft.com/office/drawing/2014/main" id="{0FB92591-626C-4D2B-A3E6-EC8742D67B24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5852433" y="3126282"/>
              <a:ext cx="14096" cy="14099"/>
            </a:xfrm>
            <a:custGeom>
              <a:avLst/>
              <a:gdLst>
                <a:gd name="connsiteX0" fmla="*/ 14097 w 14096"/>
                <a:gd name="connsiteY0" fmla="*/ 7051 h 14099"/>
                <a:gd name="connsiteX1" fmla="*/ 7048 w 14096"/>
                <a:gd name="connsiteY1" fmla="*/ 14099 h 14099"/>
                <a:gd name="connsiteX2" fmla="*/ 0 w 14096"/>
                <a:gd name="connsiteY2" fmla="*/ 7051 h 14099"/>
                <a:gd name="connsiteX3" fmla="*/ 7048 w 14096"/>
                <a:gd name="connsiteY3" fmla="*/ 2 h 14099"/>
                <a:gd name="connsiteX4" fmla="*/ 14097 w 14096"/>
                <a:gd name="connsiteY4" fmla="*/ 7051 h 14099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14096" h="14099">
                  <a:moveTo>
                    <a:pt x="14097" y="7051"/>
                  </a:moveTo>
                  <a:cubicBezTo>
                    <a:pt x="14097" y="10956"/>
                    <a:pt x="10954" y="14099"/>
                    <a:pt x="7048" y="14099"/>
                  </a:cubicBezTo>
                  <a:cubicBezTo>
                    <a:pt x="3143" y="14099"/>
                    <a:pt x="0" y="10956"/>
                    <a:pt x="0" y="7051"/>
                  </a:cubicBezTo>
                  <a:cubicBezTo>
                    <a:pt x="0" y="3145"/>
                    <a:pt x="3143" y="2"/>
                    <a:pt x="7048" y="2"/>
                  </a:cubicBezTo>
                  <a:cubicBezTo>
                    <a:pt x="10954" y="-93"/>
                    <a:pt x="14097" y="3145"/>
                    <a:pt x="14097" y="7051"/>
                  </a:cubicBezTo>
                  <a:close/>
                </a:path>
              </a:pathLst>
            </a:custGeom>
            <a:grpFill/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31" name="Freeform: Shape 30">
              <a:extLst>
                <a:ext uri="{FF2B5EF4-FFF2-40B4-BE49-F238E27FC236}">
                  <a16:creationId xmlns:a16="http://schemas.microsoft.com/office/drawing/2014/main" id="{D392448D-513F-4528-9D8D-A151982041B5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5911678" y="3126282"/>
              <a:ext cx="14096" cy="14099"/>
            </a:xfrm>
            <a:custGeom>
              <a:avLst/>
              <a:gdLst>
                <a:gd name="connsiteX0" fmla="*/ 14097 w 14096"/>
                <a:gd name="connsiteY0" fmla="*/ 7051 h 14099"/>
                <a:gd name="connsiteX1" fmla="*/ 7048 w 14096"/>
                <a:gd name="connsiteY1" fmla="*/ 14099 h 14099"/>
                <a:gd name="connsiteX2" fmla="*/ 0 w 14096"/>
                <a:gd name="connsiteY2" fmla="*/ 7051 h 14099"/>
                <a:gd name="connsiteX3" fmla="*/ 7048 w 14096"/>
                <a:gd name="connsiteY3" fmla="*/ 2 h 14099"/>
                <a:gd name="connsiteX4" fmla="*/ 14097 w 14096"/>
                <a:gd name="connsiteY4" fmla="*/ 7051 h 14099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14096" h="14099">
                  <a:moveTo>
                    <a:pt x="14097" y="7051"/>
                  </a:moveTo>
                  <a:cubicBezTo>
                    <a:pt x="14097" y="10956"/>
                    <a:pt x="10954" y="14099"/>
                    <a:pt x="7048" y="14099"/>
                  </a:cubicBezTo>
                  <a:cubicBezTo>
                    <a:pt x="3143" y="14099"/>
                    <a:pt x="0" y="10956"/>
                    <a:pt x="0" y="7051"/>
                  </a:cubicBezTo>
                  <a:cubicBezTo>
                    <a:pt x="0" y="3145"/>
                    <a:pt x="3143" y="2"/>
                    <a:pt x="7048" y="2"/>
                  </a:cubicBezTo>
                  <a:cubicBezTo>
                    <a:pt x="10954" y="-93"/>
                    <a:pt x="14097" y="3145"/>
                    <a:pt x="14097" y="7051"/>
                  </a:cubicBezTo>
                  <a:close/>
                </a:path>
              </a:pathLst>
            </a:custGeom>
            <a:grpFill/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32" name="Freeform: Shape 31">
              <a:extLst>
                <a:ext uri="{FF2B5EF4-FFF2-40B4-BE49-F238E27FC236}">
                  <a16:creationId xmlns:a16="http://schemas.microsoft.com/office/drawing/2014/main" id="{61946BAE-1546-4EA4-A108-A799BF5D2CAB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5970828" y="3126282"/>
              <a:ext cx="14096" cy="14099"/>
            </a:xfrm>
            <a:custGeom>
              <a:avLst/>
              <a:gdLst>
                <a:gd name="connsiteX0" fmla="*/ 14097 w 14096"/>
                <a:gd name="connsiteY0" fmla="*/ 7051 h 14099"/>
                <a:gd name="connsiteX1" fmla="*/ 7048 w 14096"/>
                <a:gd name="connsiteY1" fmla="*/ 14099 h 14099"/>
                <a:gd name="connsiteX2" fmla="*/ 0 w 14096"/>
                <a:gd name="connsiteY2" fmla="*/ 7051 h 14099"/>
                <a:gd name="connsiteX3" fmla="*/ 7048 w 14096"/>
                <a:gd name="connsiteY3" fmla="*/ 2 h 14099"/>
                <a:gd name="connsiteX4" fmla="*/ 14097 w 14096"/>
                <a:gd name="connsiteY4" fmla="*/ 7051 h 14099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14096" h="14099">
                  <a:moveTo>
                    <a:pt x="14097" y="7051"/>
                  </a:moveTo>
                  <a:cubicBezTo>
                    <a:pt x="14097" y="10956"/>
                    <a:pt x="10954" y="14099"/>
                    <a:pt x="7048" y="14099"/>
                  </a:cubicBezTo>
                  <a:cubicBezTo>
                    <a:pt x="3143" y="14099"/>
                    <a:pt x="0" y="10956"/>
                    <a:pt x="0" y="7051"/>
                  </a:cubicBezTo>
                  <a:cubicBezTo>
                    <a:pt x="0" y="3145"/>
                    <a:pt x="3143" y="2"/>
                    <a:pt x="7048" y="2"/>
                  </a:cubicBezTo>
                  <a:cubicBezTo>
                    <a:pt x="10954" y="-93"/>
                    <a:pt x="14097" y="3145"/>
                    <a:pt x="14097" y="7051"/>
                  </a:cubicBezTo>
                  <a:close/>
                </a:path>
              </a:pathLst>
            </a:custGeom>
            <a:grpFill/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33" name="Freeform: Shape 32">
              <a:extLst>
                <a:ext uri="{FF2B5EF4-FFF2-40B4-BE49-F238E27FC236}">
                  <a16:creationId xmlns:a16="http://schemas.microsoft.com/office/drawing/2014/main" id="{42A8EC93-6A35-4D37-A8CB-59362BF87504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6030073" y="3126284"/>
              <a:ext cx="14097" cy="14097"/>
            </a:xfrm>
            <a:custGeom>
              <a:avLst/>
              <a:gdLst>
                <a:gd name="connsiteX0" fmla="*/ 14097 w 14097"/>
                <a:gd name="connsiteY0" fmla="*/ 7049 h 14097"/>
                <a:gd name="connsiteX1" fmla="*/ 7048 w 14097"/>
                <a:gd name="connsiteY1" fmla="*/ 14097 h 14097"/>
                <a:gd name="connsiteX2" fmla="*/ 0 w 14097"/>
                <a:gd name="connsiteY2" fmla="*/ 7049 h 14097"/>
                <a:gd name="connsiteX3" fmla="*/ 7048 w 14097"/>
                <a:gd name="connsiteY3" fmla="*/ 0 h 14097"/>
                <a:gd name="connsiteX4" fmla="*/ 14097 w 14097"/>
                <a:gd name="connsiteY4" fmla="*/ 7049 h 14097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14097" h="14097">
                  <a:moveTo>
                    <a:pt x="14097" y="7049"/>
                  </a:moveTo>
                  <a:cubicBezTo>
                    <a:pt x="14097" y="10954"/>
                    <a:pt x="10954" y="14097"/>
                    <a:pt x="7048" y="14097"/>
                  </a:cubicBezTo>
                  <a:cubicBezTo>
                    <a:pt x="3143" y="14097"/>
                    <a:pt x="0" y="10954"/>
                    <a:pt x="0" y="7049"/>
                  </a:cubicBezTo>
                  <a:cubicBezTo>
                    <a:pt x="0" y="3143"/>
                    <a:pt x="3143" y="0"/>
                    <a:pt x="7048" y="0"/>
                  </a:cubicBezTo>
                  <a:cubicBezTo>
                    <a:pt x="10954" y="0"/>
                    <a:pt x="14097" y="3143"/>
                    <a:pt x="14097" y="7049"/>
                  </a:cubicBezTo>
                  <a:close/>
                </a:path>
              </a:pathLst>
            </a:custGeom>
            <a:grpFill/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34" name="Freeform: Shape 33">
              <a:extLst>
                <a:ext uri="{FF2B5EF4-FFF2-40B4-BE49-F238E27FC236}">
                  <a16:creationId xmlns:a16="http://schemas.microsoft.com/office/drawing/2014/main" id="{AFC3ECA2-E914-4D83-ABF9-B9FFD96E92B4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6089224" y="3126282"/>
              <a:ext cx="14096" cy="14099"/>
            </a:xfrm>
            <a:custGeom>
              <a:avLst/>
              <a:gdLst>
                <a:gd name="connsiteX0" fmla="*/ 14097 w 14096"/>
                <a:gd name="connsiteY0" fmla="*/ 7051 h 14099"/>
                <a:gd name="connsiteX1" fmla="*/ 7048 w 14096"/>
                <a:gd name="connsiteY1" fmla="*/ 14099 h 14099"/>
                <a:gd name="connsiteX2" fmla="*/ 0 w 14096"/>
                <a:gd name="connsiteY2" fmla="*/ 7051 h 14099"/>
                <a:gd name="connsiteX3" fmla="*/ 7048 w 14096"/>
                <a:gd name="connsiteY3" fmla="*/ 2 h 14099"/>
                <a:gd name="connsiteX4" fmla="*/ 14097 w 14096"/>
                <a:gd name="connsiteY4" fmla="*/ 7051 h 14099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14096" h="14099">
                  <a:moveTo>
                    <a:pt x="14097" y="7051"/>
                  </a:moveTo>
                  <a:cubicBezTo>
                    <a:pt x="14097" y="10956"/>
                    <a:pt x="10954" y="14099"/>
                    <a:pt x="7048" y="14099"/>
                  </a:cubicBezTo>
                  <a:cubicBezTo>
                    <a:pt x="3143" y="14099"/>
                    <a:pt x="0" y="10956"/>
                    <a:pt x="0" y="7051"/>
                  </a:cubicBezTo>
                  <a:cubicBezTo>
                    <a:pt x="0" y="3145"/>
                    <a:pt x="3143" y="2"/>
                    <a:pt x="7048" y="2"/>
                  </a:cubicBezTo>
                  <a:cubicBezTo>
                    <a:pt x="10954" y="-93"/>
                    <a:pt x="14097" y="3145"/>
                    <a:pt x="14097" y="7051"/>
                  </a:cubicBezTo>
                  <a:close/>
                </a:path>
              </a:pathLst>
            </a:custGeom>
            <a:grpFill/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35" name="Freeform: Shape 34">
              <a:extLst>
                <a:ext uri="{FF2B5EF4-FFF2-40B4-BE49-F238E27FC236}">
                  <a16:creationId xmlns:a16="http://schemas.microsoft.com/office/drawing/2014/main" id="{712B1108-9AAC-4F10-A64F-0D6963E5187A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5734038" y="3185434"/>
              <a:ext cx="14192" cy="14096"/>
            </a:xfrm>
            <a:custGeom>
              <a:avLst/>
              <a:gdLst>
                <a:gd name="connsiteX0" fmla="*/ 14192 w 14192"/>
                <a:gd name="connsiteY0" fmla="*/ 7048 h 14096"/>
                <a:gd name="connsiteX1" fmla="*/ 7144 w 14192"/>
                <a:gd name="connsiteY1" fmla="*/ 14097 h 14096"/>
                <a:gd name="connsiteX2" fmla="*/ 0 w 14192"/>
                <a:gd name="connsiteY2" fmla="*/ 7048 h 14096"/>
                <a:gd name="connsiteX3" fmla="*/ 7049 w 14192"/>
                <a:gd name="connsiteY3" fmla="*/ 0 h 14096"/>
                <a:gd name="connsiteX4" fmla="*/ 14192 w 14192"/>
                <a:gd name="connsiteY4" fmla="*/ 7048 h 1409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14192" h="14096">
                  <a:moveTo>
                    <a:pt x="14192" y="7048"/>
                  </a:moveTo>
                  <a:cubicBezTo>
                    <a:pt x="14192" y="10954"/>
                    <a:pt x="11049" y="14097"/>
                    <a:pt x="7144" y="14097"/>
                  </a:cubicBezTo>
                  <a:cubicBezTo>
                    <a:pt x="3239" y="14097"/>
                    <a:pt x="0" y="10954"/>
                    <a:pt x="0" y="7048"/>
                  </a:cubicBezTo>
                  <a:cubicBezTo>
                    <a:pt x="0" y="3143"/>
                    <a:pt x="3143" y="0"/>
                    <a:pt x="7049" y="0"/>
                  </a:cubicBezTo>
                  <a:cubicBezTo>
                    <a:pt x="10954" y="0"/>
                    <a:pt x="14192" y="3143"/>
                    <a:pt x="14192" y="7048"/>
                  </a:cubicBezTo>
                  <a:close/>
                </a:path>
              </a:pathLst>
            </a:custGeom>
            <a:grpFill/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36" name="Freeform: Shape 35">
              <a:extLst>
                <a:ext uri="{FF2B5EF4-FFF2-40B4-BE49-F238E27FC236}">
                  <a16:creationId xmlns:a16="http://schemas.microsoft.com/office/drawing/2014/main" id="{284CDA0C-B2AB-4791-83B1-C053C061D61F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5793283" y="3185434"/>
              <a:ext cx="14097" cy="14097"/>
            </a:xfrm>
            <a:custGeom>
              <a:avLst/>
              <a:gdLst>
                <a:gd name="connsiteX0" fmla="*/ 14097 w 14097"/>
                <a:gd name="connsiteY0" fmla="*/ 7049 h 14097"/>
                <a:gd name="connsiteX1" fmla="*/ 7049 w 14097"/>
                <a:gd name="connsiteY1" fmla="*/ 14097 h 14097"/>
                <a:gd name="connsiteX2" fmla="*/ 0 w 14097"/>
                <a:gd name="connsiteY2" fmla="*/ 7049 h 14097"/>
                <a:gd name="connsiteX3" fmla="*/ 7049 w 14097"/>
                <a:gd name="connsiteY3" fmla="*/ 0 h 14097"/>
                <a:gd name="connsiteX4" fmla="*/ 14097 w 14097"/>
                <a:gd name="connsiteY4" fmla="*/ 7049 h 14097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14097" h="14097">
                  <a:moveTo>
                    <a:pt x="14097" y="7049"/>
                  </a:moveTo>
                  <a:cubicBezTo>
                    <a:pt x="14097" y="10941"/>
                    <a:pt x="10941" y="14097"/>
                    <a:pt x="7049" y="14097"/>
                  </a:cubicBezTo>
                  <a:cubicBezTo>
                    <a:pt x="3156" y="14097"/>
                    <a:pt x="0" y="10941"/>
                    <a:pt x="0" y="7049"/>
                  </a:cubicBezTo>
                  <a:cubicBezTo>
                    <a:pt x="0" y="3156"/>
                    <a:pt x="3156" y="0"/>
                    <a:pt x="7049" y="0"/>
                  </a:cubicBezTo>
                  <a:cubicBezTo>
                    <a:pt x="10941" y="0"/>
                    <a:pt x="14097" y="3156"/>
                    <a:pt x="14097" y="7049"/>
                  </a:cubicBezTo>
                  <a:close/>
                </a:path>
              </a:pathLst>
            </a:custGeom>
            <a:grpFill/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37" name="Freeform: Shape 36">
              <a:extLst>
                <a:ext uri="{FF2B5EF4-FFF2-40B4-BE49-F238E27FC236}">
                  <a16:creationId xmlns:a16="http://schemas.microsoft.com/office/drawing/2014/main" id="{F857BF6B-E0CA-49C0-8827-B44CE8B92859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5852433" y="3185434"/>
              <a:ext cx="14096" cy="14096"/>
            </a:xfrm>
            <a:custGeom>
              <a:avLst/>
              <a:gdLst>
                <a:gd name="connsiteX0" fmla="*/ 14097 w 14096"/>
                <a:gd name="connsiteY0" fmla="*/ 7048 h 14096"/>
                <a:gd name="connsiteX1" fmla="*/ 7048 w 14096"/>
                <a:gd name="connsiteY1" fmla="*/ 14097 h 14096"/>
                <a:gd name="connsiteX2" fmla="*/ 0 w 14096"/>
                <a:gd name="connsiteY2" fmla="*/ 7048 h 14096"/>
                <a:gd name="connsiteX3" fmla="*/ 7048 w 14096"/>
                <a:gd name="connsiteY3" fmla="*/ 0 h 14096"/>
                <a:gd name="connsiteX4" fmla="*/ 14097 w 14096"/>
                <a:gd name="connsiteY4" fmla="*/ 7048 h 1409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14096" h="14096">
                  <a:moveTo>
                    <a:pt x="14097" y="7048"/>
                  </a:moveTo>
                  <a:cubicBezTo>
                    <a:pt x="14097" y="10954"/>
                    <a:pt x="10954" y="14097"/>
                    <a:pt x="7048" y="14097"/>
                  </a:cubicBezTo>
                  <a:cubicBezTo>
                    <a:pt x="3143" y="14097"/>
                    <a:pt x="0" y="10954"/>
                    <a:pt x="0" y="7048"/>
                  </a:cubicBezTo>
                  <a:cubicBezTo>
                    <a:pt x="0" y="3143"/>
                    <a:pt x="3143" y="0"/>
                    <a:pt x="7048" y="0"/>
                  </a:cubicBezTo>
                  <a:cubicBezTo>
                    <a:pt x="10954" y="0"/>
                    <a:pt x="14097" y="3143"/>
                    <a:pt x="14097" y="7048"/>
                  </a:cubicBezTo>
                  <a:close/>
                </a:path>
              </a:pathLst>
            </a:custGeom>
            <a:grpFill/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38" name="Freeform: Shape 37">
              <a:extLst>
                <a:ext uri="{FF2B5EF4-FFF2-40B4-BE49-F238E27FC236}">
                  <a16:creationId xmlns:a16="http://schemas.microsoft.com/office/drawing/2014/main" id="{6D7B06A7-ADDF-4F27-B11F-08422FC18081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5911678" y="3185434"/>
              <a:ext cx="14096" cy="14096"/>
            </a:xfrm>
            <a:custGeom>
              <a:avLst/>
              <a:gdLst>
                <a:gd name="connsiteX0" fmla="*/ 14097 w 14096"/>
                <a:gd name="connsiteY0" fmla="*/ 7048 h 14096"/>
                <a:gd name="connsiteX1" fmla="*/ 7048 w 14096"/>
                <a:gd name="connsiteY1" fmla="*/ 14097 h 14096"/>
                <a:gd name="connsiteX2" fmla="*/ 0 w 14096"/>
                <a:gd name="connsiteY2" fmla="*/ 7048 h 14096"/>
                <a:gd name="connsiteX3" fmla="*/ 7048 w 14096"/>
                <a:gd name="connsiteY3" fmla="*/ 0 h 14096"/>
                <a:gd name="connsiteX4" fmla="*/ 14097 w 14096"/>
                <a:gd name="connsiteY4" fmla="*/ 7048 h 1409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14096" h="14096">
                  <a:moveTo>
                    <a:pt x="14097" y="7048"/>
                  </a:moveTo>
                  <a:cubicBezTo>
                    <a:pt x="14097" y="10954"/>
                    <a:pt x="10954" y="14097"/>
                    <a:pt x="7048" y="14097"/>
                  </a:cubicBezTo>
                  <a:cubicBezTo>
                    <a:pt x="3143" y="14097"/>
                    <a:pt x="0" y="10954"/>
                    <a:pt x="0" y="7048"/>
                  </a:cubicBezTo>
                  <a:cubicBezTo>
                    <a:pt x="0" y="3143"/>
                    <a:pt x="3143" y="0"/>
                    <a:pt x="7048" y="0"/>
                  </a:cubicBezTo>
                  <a:cubicBezTo>
                    <a:pt x="10954" y="0"/>
                    <a:pt x="14097" y="3143"/>
                    <a:pt x="14097" y="7048"/>
                  </a:cubicBezTo>
                  <a:close/>
                </a:path>
              </a:pathLst>
            </a:custGeom>
            <a:grpFill/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39" name="Freeform: Shape 38">
              <a:extLst>
                <a:ext uri="{FF2B5EF4-FFF2-40B4-BE49-F238E27FC236}">
                  <a16:creationId xmlns:a16="http://schemas.microsoft.com/office/drawing/2014/main" id="{E8B0DA6C-71D7-4FCB-AE4C-035E0ADB50E8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5970828" y="3185434"/>
              <a:ext cx="14096" cy="14096"/>
            </a:xfrm>
            <a:custGeom>
              <a:avLst/>
              <a:gdLst>
                <a:gd name="connsiteX0" fmla="*/ 14097 w 14096"/>
                <a:gd name="connsiteY0" fmla="*/ 7048 h 14096"/>
                <a:gd name="connsiteX1" fmla="*/ 7048 w 14096"/>
                <a:gd name="connsiteY1" fmla="*/ 14097 h 14096"/>
                <a:gd name="connsiteX2" fmla="*/ 0 w 14096"/>
                <a:gd name="connsiteY2" fmla="*/ 7048 h 14096"/>
                <a:gd name="connsiteX3" fmla="*/ 7048 w 14096"/>
                <a:gd name="connsiteY3" fmla="*/ 0 h 14096"/>
                <a:gd name="connsiteX4" fmla="*/ 14097 w 14096"/>
                <a:gd name="connsiteY4" fmla="*/ 7048 h 1409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14096" h="14096">
                  <a:moveTo>
                    <a:pt x="14097" y="7048"/>
                  </a:moveTo>
                  <a:cubicBezTo>
                    <a:pt x="14097" y="10954"/>
                    <a:pt x="10954" y="14097"/>
                    <a:pt x="7048" y="14097"/>
                  </a:cubicBezTo>
                  <a:cubicBezTo>
                    <a:pt x="3143" y="14097"/>
                    <a:pt x="0" y="10954"/>
                    <a:pt x="0" y="7048"/>
                  </a:cubicBezTo>
                  <a:cubicBezTo>
                    <a:pt x="0" y="3143"/>
                    <a:pt x="3143" y="0"/>
                    <a:pt x="7048" y="0"/>
                  </a:cubicBezTo>
                  <a:cubicBezTo>
                    <a:pt x="10954" y="0"/>
                    <a:pt x="14097" y="3143"/>
                    <a:pt x="14097" y="7048"/>
                  </a:cubicBezTo>
                  <a:close/>
                </a:path>
              </a:pathLst>
            </a:custGeom>
            <a:grpFill/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40" name="Freeform: Shape 39">
              <a:extLst>
                <a:ext uri="{FF2B5EF4-FFF2-40B4-BE49-F238E27FC236}">
                  <a16:creationId xmlns:a16="http://schemas.microsoft.com/office/drawing/2014/main" id="{EB078173-ADFB-480D-91A4-4D71C010988F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6030074" y="3185434"/>
              <a:ext cx="14097" cy="14097"/>
            </a:xfrm>
            <a:custGeom>
              <a:avLst/>
              <a:gdLst>
                <a:gd name="connsiteX0" fmla="*/ 14097 w 14097"/>
                <a:gd name="connsiteY0" fmla="*/ 7049 h 14097"/>
                <a:gd name="connsiteX1" fmla="*/ 7049 w 14097"/>
                <a:gd name="connsiteY1" fmla="*/ 14097 h 14097"/>
                <a:gd name="connsiteX2" fmla="*/ 0 w 14097"/>
                <a:gd name="connsiteY2" fmla="*/ 7049 h 14097"/>
                <a:gd name="connsiteX3" fmla="*/ 7049 w 14097"/>
                <a:gd name="connsiteY3" fmla="*/ 0 h 14097"/>
                <a:gd name="connsiteX4" fmla="*/ 14097 w 14097"/>
                <a:gd name="connsiteY4" fmla="*/ 7049 h 14097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14097" h="14097">
                  <a:moveTo>
                    <a:pt x="14097" y="7049"/>
                  </a:moveTo>
                  <a:cubicBezTo>
                    <a:pt x="14097" y="10941"/>
                    <a:pt x="10941" y="14097"/>
                    <a:pt x="7049" y="14097"/>
                  </a:cubicBezTo>
                  <a:cubicBezTo>
                    <a:pt x="3156" y="14097"/>
                    <a:pt x="0" y="10941"/>
                    <a:pt x="0" y="7049"/>
                  </a:cubicBezTo>
                  <a:cubicBezTo>
                    <a:pt x="0" y="3156"/>
                    <a:pt x="3156" y="0"/>
                    <a:pt x="7049" y="0"/>
                  </a:cubicBezTo>
                  <a:cubicBezTo>
                    <a:pt x="10941" y="0"/>
                    <a:pt x="14097" y="3156"/>
                    <a:pt x="14097" y="7049"/>
                  </a:cubicBezTo>
                  <a:close/>
                </a:path>
              </a:pathLst>
            </a:custGeom>
            <a:grpFill/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41" name="Freeform: Shape 40">
              <a:extLst>
                <a:ext uri="{FF2B5EF4-FFF2-40B4-BE49-F238E27FC236}">
                  <a16:creationId xmlns:a16="http://schemas.microsoft.com/office/drawing/2014/main" id="{AAA4027A-C97B-4C9A-B04C-EBE2112200AB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6089224" y="3185434"/>
              <a:ext cx="14096" cy="14096"/>
            </a:xfrm>
            <a:custGeom>
              <a:avLst/>
              <a:gdLst>
                <a:gd name="connsiteX0" fmla="*/ 14097 w 14096"/>
                <a:gd name="connsiteY0" fmla="*/ 7048 h 14096"/>
                <a:gd name="connsiteX1" fmla="*/ 7048 w 14096"/>
                <a:gd name="connsiteY1" fmla="*/ 14097 h 14096"/>
                <a:gd name="connsiteX2" fmla="*/ 0 w 14096"/>
                <a:gd name="connsiteY2" fmla="*/ 7048 h 14096"/>
                <a:gd name="connsiteX3" fmla="*/ 7048 w 14096"/>
                <a:gd name="connsiteY3" fmla="*/ 0 h 14096"/>
                <a:gd name="connsiteX4" fmla="*/ 14097 w 14096"/>
                <a:gd name="connsiteY4" fmla="*/ 7048 h 1409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14096" h="14096">
                  <a:moveTo>
                    <a:pt x="14097" y="7048"/>
                  </a:moveTo>
                  <a:cubicBezTo>
                    <a:pt x="14097" y="10954"/>
                    <a:pt x="10954" y="14097"/>
                    <a:pt x="7048" y="14097"/>
                  </a:cubicBezTo>
                  <a:cubicBezTo>
                    <a:pt x="3143" y="14097"/>
                    <a:pt x="0" y="10954"/>
                    <a:pt x="0" y="7048"/>
                  </a:cubicBezTo>
                  <a:cubicBezTo>
                    <a:pt x="0" y="3143"/>
                    <a:pt x="3143" y="0"/>
                    <a:pt x="7048" y="0"/>
                  </a:cubicBezTo>
                  <a:cubicBezTo>
                    <a:pt x="10954" y="0"/>
                    <a:pt x="14097" y="3143"/>
                    <a:pt x="14097" y="7048"/>
                  </a:cubicBezTo>
                  <a:close/>
                </a:path>
              </a:pathLst>
            </a:custGeom>
            <a:grpFill/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42" name="Freeform: Shape 41">
              <a:extLst>
                <a:ext uri="{FF2B5EF4-FFF2-40B4-BE49-F238E27FC236}">
                  <a16:creationId xmlns:a16="http://schemas.microsoft.com/office/drawing/2014/main" id="{C06DA92D-C6D0-4C7D-98CF-D9576912EBD6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5734038" y="3244679"/>
              <a:ext cx="14192" cy="14096"/>
            </a:xfrm>
            <a:custGeom>
              <a:avLst/>
              <a:gdLst>
                <a:gd name="connsiteX0" fmla="*/ 14192 w 14192"/>
                <a:gd name="connsiteY0" fmla="*/ 7048 h 14096"/>
                <a:gd name="connsiteX1" fmla="*/ 7144 w 14192"/>
                <a:gd name="connsiteY1" fmla="*/ 14097 h 14096"/>
                <a:gd name="connsiteX2" fmla="*/ 0 w 14192"/>
                <a:gd name="connsiteY2" fmla="*/ 7048 h 14096"/>
                <a:gd name="connsiteX3" fmla="*/ 7049 w 14192"/>
                <a:gd name="connsiteY3" fmla="*/ 0 h 14096"/>
                <a:gd name="connsiteX4" fmla="*/ 14192 w 14192"/>
                <a:gd name="connsiteY4" fmla="*/ 7048 h 1409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14192" h="14096">
                  <a:moveTo>
                    <a:pt x="14192" y="7048"/>
                  </a:moveTo>
                  <a:cubicBezTo>
                    <a:pt x="14192" y="10954"/>
                    <a:pt x="11049" y="14097"/>
                    <a:pt x="7144" y="14097"/>
                  </a:cubicBezTo>
                  <a:cubicBezTo>
                    <a:pt x="3239" y="14097"/>
                    <a:pt x="0" y="10954"/>
                    <a:pt x="0" y="7048"/>
                  </a:cubicBezTo>
                  <a:cubicBezTo>
                    <a:pt x="0" y="3143"/>
                    <a:pt x="3143" y="0"/>
                    <a:pt x="7049" y="0"/>
                  </a:cubicBezTo>
                  <a:cubicBezTo>
                    <a:pt x="10954" y="0"/>
                    <a:pt x="14192" y="3143"/>
                    <a:pt x="14192" y="7048"/>
                  </a:cubicBezTo>
                  <a:close/>
                </a:path>
              </a:pathLst>
            </a:custGeom>
            <a:grpFill/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43" name="Freeform: Shape 42">
              <a:extLst>
                <a:ext uri="{FF2B5EF4-FFF2-40B4-BE49-F238E27FC236}">
                  <a16:creationId xmlns:a16="http://schemas.microsoft.com/office/drawing/2014/main" id="{D6601653-3941-4C9B-BD39-62EECE23AE6A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5793283" y="3244677"/>
              <a:ext cx="14097" cy="14099"/>
            </a:xfrm>
            <a:custGeom>
              <a:avLst/>
              <a:gdLst>
                <a:gd name="connsiteX0" fmla="*/ 14097 w 14097"/>
                <a:gd name="connsiteY0" fmla="*/ 7051 h 14099"/>
                <a:gd name="connsiteX1" fmla="*/ 7049 w 14097"/>
                <a:gd name="connsiteY1" fmla="*/ 14099 h 14099"/>
                <a:gd name="connsiteX2" fmla="*/ 0 w 14097"/>
                <a:gd name="connsiteY2" fmla="*/ 7051 h 14099"/>
                <a:gd name="connsiteX3" fmla="*/ 7049 w 14097"/>
                <a:gd name="connsiteY3" fmla="*/ 2 h 14099"/>
                <a:gd name="connsiteX4" fmla="*/ 14097 w 14097"/>
                <a:gd name="connsiteY4" fmla="*/ 7051 h 14099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14097" h="14099">
                  <a:moveTo>
                    <a:pt x="14097" y="7051"/>
                  </a:moveTo>
                  <a:cubicBezTo>
                    <a:pt x="14097" y="10956"/>
                    <a:pt x="10954" y="14099"/>
                    <a:pt x="7049" y="14099"/>
                  </a:cubicBezTo>
                  <a:cubicBezTo>
                    <a:pt x="3143" y="14099"/>
                    <a:pt x="0" y="10956"/>
                    <a:pt x="0" y="7051"/>
                  </a:cubicBezTo>
                  <a:cubicBezTo>
                    <a:pt x="0" y="3145"/>
                    <a:pt x="3143" y="2"/>
                    <a:pt x="7049" y="2"/>
                  </a:cubicBezTo>
                  <a:cubicBezTo>
                    <a:pt x="10954" y="-93"/>
                    <a:pt x="14097" y="3145"/>
                    <a:pt x="14097" y="7051"/>
                  </a:cubicBezTo>
                  <a:close/>
                </a:path>
              </a:pathLst>
            </a:custGeom>
            <a:grpFill/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44" name="Freeform: Shape 43">
              <a:extLst>
                <a:ext uri="{FF2B5EF4-FFF2-40B4-BE49-F238E27FC236}">
                  <a16:creationId xmlns:a16="http://schemas.microsoft.com/office/drawing/2014/main" id="{2BC4A394-4FFE-4BFE-9A59-2B624E07111A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5852433" y="3244677"/>
              <a:ext cx="14096" cy="14099"/>
            </a:xfrm>
            <a:custGeom>
              <a:avLst/>
              <a:gdLst>
                <a:gd name="connsiteX0" fmla="*/ 14097 w 14096"/>
                <a:gd name="connsiteY0" fmla="*/ 7051 h 14099"/>
                <a:gd name="connsiteX1" fmla="*/ 7048 w 14096"/>
                <a:gd name="connsiteY1" fmla="*/ 14099 h 14099"/>
                <a:gd name="connsiteX2" fmla="*/ 0 w 14096"/>
                <a:gd name="connsiteY2" fmla="*/ 7051 h 14099"/>
                <a:gd name="connsiteX3" fmla="*/ 7048 w 14096"/>
                <a:gd name="connsiteY3" fmla="*/ 2 h 14099"/>
                <a:gd name="connsiteX4" fmla="*/ 14097 w 14096"/>
                <a:gd name="connsiteY4" fmla="*/ 7051 h 14099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14096" h="14099">
                  <a:moveTo>
                    <a:pt x="14097" y="7051"/>
                  </a:moveTo>
                  <a:cubicBezTo>
                    <a:pt x="14097" y="10956"/>
                    <a:pt x="10954" y="14099"/>
                    <a:pt x="7048" y="14099"/>
                  </a:cubicBezTo>
                  <a:cubicBezTo>
                    <a:pt x="3143" y="14099"/>
                    <a:pt x="0" y="10956"/>
                    <a:pt x="0" y="7051"/>
                  </a:cubicBezTo>
                  <a:cubicBezTo>
                    <a:pt x="0" y="3145"/>
                    <a:pt x="3143" y="2"/>
                    <a:pt x="7048" y="2"/>
                  </a:cubicBezTo>
                  <a:cubicBezTo>
                    <a:pt x="10954" y="-93"/>
                    <a:pt x="14097" y="3145"/>
                    <a:pt x="14097" y="7051"/>
                  </a:cubicBezTo>
                  <a:close/>
                </a:path>
              </a:pathLst>
            </a:custGeom>
            <a:grpFill/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45" name="Freeform: Shape 44">
              <a:extLst>
                <a:ext uri="{FF2B5EF4-FFF2-40B4-BE49-F238E27FC236}">
                  <a16:creationId xmlns:a16="http://schemas.microsoft.com/office/drawing/2014/main" id="{EB4EABA5-FDCF-4F6F-8FF1-6FDFF505809A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5911678" y="3244677"/>
              <a:ext cx="14096" cy="14099"/>
            </a:xfrm>
            <a:custGeom>
              <a:avLst/>
              <a:gdLst>
                <a:gd name="connsiteX0" fmla="*/ 14097 w 14096"/>
                <a:gd name="connsiteY0" fmla="*/ 7051 h 14099"/>
                <a:gd name="connsiteX1" fmla="*/ 7048 w 14096"/>
                <a:gd name="connsiteY1" fmla="*/ 14099 h 14099"/>
                <a:gd name="connsiteX2" fmla="*/ 0 w 14096"/>
                <a:gd name="connsiteY2" fmla="*/ 7051 h 14099"/>
                <a:gd name="connsiteX3" fmla="*/ 7048 w 14096"/>
                <a:gd name="connsiteY3" fmla="*/ 2 h 14099"/>
                <a:gd name="connsiteX4" fmla="*/ 14097 w 14096"/>
                <a:gd name="connsiteY4" fmla="*/ 7051 h 14099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14096" h="14099">
                  <a:moveTo>
                    <a:pt x="14097" y="7051"/>
                  </a:moveTo>
                  <a:cubicBezTo>
                    <a:pt x="14097" y="10956"/>
                    <a:pt x="10954" y="14099"/>
                    <a:pt x="7048" y="14099"/>
                  </a:cubicBezTo>
                  <a:cubicBezTo>
                    <a:pt x="3143" y="14099"/>
                    <a:pt x="0" y="10956"/>
                    <a:pt x="0" y="7051"/>
                  </a:cubicBezTo>
                  <a:cubicBezTo>
                    <a:pt x="0" y="3145"/>
                    <a:pt x="3143" y="2"/>
                    <a:pt x="7048" y="2"/>
                  </a:cubicBezTo>
                  <a:cubicBezTo>
                    <a:pt x="10954" y="-93"/>
                    <a:pt x="14097" y="3145"/>
                    <a:pt x="14097" y="7051"/>
                  </a:cubicBezTo>
                  <a:close/>
                </a:path>
              </a:pathLst>
            </a:custGeom>
            <a:grpFill/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46" name="Freeform: Shape 45">
              <a:extLst>
                <a:ext uri="{FF2B5EF4-FFF2-40B4-BE49-F238E27FC236}">
                  <a16:creationId xmlns:a16="http://schemas.microsoft.com/office/drawing/2014/main" id="{10F3C940-2320-488A-B24C-AB0A4FB539B1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5970828" y="3244677"/>
              <a:ext cx="14096" cy="14099"/>
            </a:xfrm>
            <a:custGeom>
              <a:avLst/>
              <a:gdLst>
                <a:gd name="connsiteX0" fmla="*/ 14097 w 14096"/>
                <a:gd name="connsiteY0" fmla="*/ 7051 h 14099"/>
                <a:gd name="connsiteX1" fmla="*/ 7048 w 14096"/>
                <a:gd name="connsiteY1" fmla="*/ 14099 h 14099"/>
                <a:gd name="connsiteX2" fmla="*/ 0 w 14096"/>
                <a:gd name="connsiteY2" fmla="*/ 7051 h 14099"/>
                <a:gd name="connsiteX3" fmla="*/ 7048 w 14096"/>
                <a:gd name="connsiteY3" fmla="*/ 2 h 14099"/>
                <a:gd name="connsiteX4" fmla="*/ 14097 w 14096"/>
                <a:gd name="connsiteY4" fmla="*/ 7051 h 14099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14096" h="14099">
                  <a:moveTo>
                    <a:pt x="14097" y="7051"/>
                  </a:moveTo>
                  <a:cubicBezTo>
                    <a:pt x="14097" y="10956"/>
                    <a:pt x="10954" y="14099"/>
                    <a:pt x="7048" y="14099"/>
                  </a:cubicBezTo>
                  <a:cubicBezTo>
                    <a:pt x="3143" y="14099"/>
                    <a:pt x="0" y="10956"/>
                    <a:pt x="0" y="7051"/>
                  </a:cubicBezTo>
                  <a:cubicBezTo>
                    <a:pt x="0" y="3145"/>
                    <a:pt x="3143" y="2"/>
                    <a:pt x="7048" y="2"/>
                  </a:cubicBezTo>
                  <a:cubicBezTo>
                    <a:pt x="10954" y="-93"/>
                    <a:pt x="14097" y="3145"/>
                    <a:pt x="14097" y="7051"/>
                  </a:cubicBezTo>
                  <a:close/>
                </a:path>
              </a:pathLst>
            </a:custGeom>
            <a:grpFill/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47" name="Freeform: Shape 46">
              <a:extLst>
                <a:ext uri="{FF2B5EF4-FFF2-40B4-BE49-F238E27FC236}">
                  <a16:creationId xmlns:a16="http://schemas.microsoft.com/office/drawing/2014/main" id="{F525BA82-37D8-47ED-AFF6-AE57124A4E7F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6030073" y="3244679"/>
              <a:ext cx="14097" cy="14096"/>
            </a:xfrm>
            <a:custGeom>
              <a:avLst/>
              <a:gdLst>
                <a:gd name="connsiteX0" fmla="*/ 14097 w 14097"/>
                <a:gd name="connsiteY0" fmla="*/ 7048 h 14096"/>
                <a:gd name="connsiteX1" fmla="*/ 7048 w 14097"/>
                <a:gd name="connsiteY1" fmla="*/ 14097 h 14096"/>
                <a:gd name="connsiteX2" fmla="*/ 0 w 14097"/>
                <a:gd name="connsiteY2" fmla="*/ 7048 h 14096"/>
                <a:gd name="connsiteX3" fmla="*/ 7048 w 14097"/>
                <a:gd name="connsiteY3" fmla="*/ 0 h 14096"/>
                <a:gd name="connsiteX4" fmla="*/ 14097 w 14097"/>
                <a:gd name="connsiteY4" fmla="*/ 7048 h 1409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14097" h="14096">
                  <a:moveTo>
                    <a:pt x="14097" y="7048"/>
                  </a:moveTo>
                  <a:cubicBezTo>
                    <a:pt x="14097" y="10954"/>
                    <a:pt x="10954" y="14097"/>
                    <a:pt x="7048" y="14097"/>
                  </a:cubicBezTo>
                  <a:cubicBezTo>
                    <a:pt x="3143" y="14097"/>
                    <a:pt x="0" y="10954"/>
                    <a:pt x="0" y="7048"/>
                  </a:cubicBezTo>
                  <a:cubicBezTo>
                    <a:pt x="0" y="3143"/>
                    <a:pt x="3143" y="0"/>
                    <a:pt x="7048" y="0"/>
                  </a:cubicBezTo>
                  <a:cubicBezTo>
                    <a:pt x="10954" y="0"/>
                    <a:pt x="14097" y="3143"/>
                    <a:pt x="14097" y="7048"/>
                  </a:cubicBezTo>
                  <a:close/>
                </a:path>
              </a:pathLst>
            </a:custGeom>
            <a:grpFill/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48" name="Freeform: Shape 47">
              <a:extLst>
                <a:ext uri="{FF2B5EF4-FFF2-40B4-BE49-F238E27FC236}">
                  <a16:creationId xmlns:a16="http://schemas.microsoft.com/office/drawing/2014/main" id="{C2D78955-C80F-4DA3-83AA-D28A5A6FADA4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6089224" y="3244677"/>
              <a:ext cx="14096" cy="14099"/>
            </a:xfrm>
            <a:custGeom>
              <a:avLst/>
              <a:gdLst>
                <a:gd name="connsiteX0" fmla="*/ 14097 w 14096"/>
                <a:gd name="connsiteY0" fmla="*/ 7051 h 14099"/>
                <a:gd name="connsiteX1" fmla="*/ 7048 w 14096"/>
                <a:gd name="connsiteY1" fmla="*/ 14099 h 14099"/>
                <a:gd name="connsiteX2" fmla="*/ 0 w 14096"/>
                <a:gd name="connsiteY2" fmla="*/ 7051 h 14099"/>
                <a:gd name="connsiteX3" fmla="*/ 7048 w 14096"/>
                <a:gd name="connsiteY3" fmla="*/ 2 h 14099"/>
                <a:gd name="connsiteX4" fmla="*/ 14097 w 14096"/>
                <a:gd name="connsiteY4" fmla="*/ 7051 h 14099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14096" h="14099">
                  <a:moveTo>
                    <a:pt x="14097" y="7051"/>
                  </a:moveTo>
                  <a:cubicBezTo>
                    <a:pt x="14097" y="10956"/>
                    <a:pt x="10954" y="14099"/>
                    <a:pt x="7048" y="14099"/>
                  </a:cubicBezTo>
                  <a:cubicBezTo>
                    <a:pt x="3143" y="14099"/>
                    <a:pt x="0" y="10956"/>
                    <a:pt x="0" y="7051"/>
                  </a:cubicBezTo>
                  <a:cubicBezTo>
                    <a:pt x="0" y="3145"/>
                    <a:pt x="3143" y="2"/>
                    <a:pt x="7048" y="2"/>
                  </a:cubicBezTo>
                  <a:cubicBezTo>
                    <a:pt x="10954" y="-93"/>
                    <a:pt x="14097" y="3145"/>
                    <a:pt x="14097" y="7051"/>
                  </a:cubicBezTo>
                  <a:close/>
                </a:path>
              </a:pathLst>
            </a:custGeom>
            <a:grpFill/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49" name="Freeform: Shape 48">
              <a:extLst>
                <a:ext uri="{FF2B5EF4-FFF2-40B4-BE49-F238E27FC236}">
                  <a16:creationId xmlns:a16="http://schemas.microsoft.com/office/drawing/2014/main" id="{BC23DAAC-7C06-4012-8CBB-8E3126B68B58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5734038" y="3303829"/>
              <a:ext cx="14192" cy="14096"/>
            </a:xfrm>
            <a:custGeom>
              <a:avLst/>
              <a:gdLst>
                <a:gd name="connsiteX0" fmla="*/ 14192 w 14192"/>
                <a:gd name="connsiteY0" fmla="*/ 7048 h 14096"/>
                <a:gd name="connsiteX1" fmla="*/ 7144 w 14192"/>
                <a:gd name="connsiteY1" fmla="*/ 14097 h 14096"/>
                <a:gd name="connsiteX2" fmla="*/ 0 w 14192"/>
                <a:gd name="connsiteY2" fmla="*/ 7048 h 14096"/>
                <a:gd name="connsiteX3" fmla="*/ 7049 w 14192"/>
                <a:gd name="connsiteY3" fmla="*/ 0 h 14096"/>
                <a:gd name="connsiteX4" fmla="*/ 14192 w 14192"/>
                <a:gd name="connsiteY4" fmla="*/ 7048 h 1409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14192" h="14096">
                  <a:moveTo>
                    <a:pt x="14192" y="7048"/>
                  </a:moveTo>
                  <a:cubicBezTo>
                    <a:pt x="14192" y="10954"/>
                    <a:pt x="11049" y="14097"/>
                    <a:pt x="7144" y="14097"/>
                  </a:cubicBezTo>
                  <a:cubicBezTo>
                    <a:pt x="3239" y="14097"/>
                    <a:pt x="0" y="10954"/>
                    <a:pt x="0" y="7048"/>
                  </a:cubicBezTo>
                  <a:cubicBezTo>
                    <a:pt x="0" y="3143"/>
                    <a:pt x="3143" y="0"/>
                    <a:pt x="7049" y="0"/>
                  </a:cubicBezTo>
                  <a:cubicBezTo>
                    <a:pt x="10954" y="0"/>
                    <a:pt x="14192" y="3143"/>
                    <a:pt x="14192" y="7048"/>
                  </a:cubicBezTo>
                  <a:close/>
                </a:path>
              </a:pathLst>
            </a:custGeom>
            <a:grpFill/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50" name="Freeform: Shape 49">
              <a:extLst>
                <a:ext uri="{FF2B5EF4-FFF2-40B4-BE49-F238E27FC236}">
                  <a16:creationId xmlns:a16="http://schemas.microsoft.com/office/drawing/2014/main" id="{60D19F80-DC80-49EC-8EDD-7889092C181C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5793283" y="3303829"/>
              <a:ext cx="14097" cy="14096"/>
            </a:xfrm>
            <a:custGeom>
              <a:avLst/>
              <a:gdLst>
                <a:gd name="connsiteX0" fmla="*/ 14097 w 14097"/>
                <a:gd name="connsiteY0" fmla="*/ 7048 h 14096"/>
                <a:gd name="connsiteX1" fmla="*/ 7049 w 14097"/>
                <a:gd name="connsiteY1" fmla="*/ 14097 h 14096"/>
                <a:gd name="connsiteX2" fmla="*/ 0 w 14097"/>
                <a:gd name="connsiteY2" fmla="*/ 7048 h 14096"/>
                <a:gd name="connsiteX3" fmla="*/ 7049 w 14097"/>
                <a:gd name="connsiteY3" fmla="*/ 0 h 14096"/>
                <a:gd name="connsiteX4" fmla="*/ 14097 w 14097"/>
                <a:gd name="connsiteY4" fmla="*/ 7048 h 1409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14097" h="14096">
                  <a:moveTo>
                    <a:pt x="14097" y="7048"/>
                  </a:moveTo>
                  <a:cubicBezTo>
                    <a:pt x="14097" y="10954"/>
                    <a:pt x="10954" y="14097"/>
                    <a:pt x="7049" y="14097"/>
                  </a:cubicBezTo>
                  <a:cubicBezTo>
                    <a:pt x="3143" y="14097"/>
                    <a:pt x="0" y="10954"/>
                    <a:pt x="0" y="7048"/>
                  </a:cubicBezTo>
                  <a:cubicBezTo>
                    <a:pt x="0" y="3143"/>
                    <a:pt x="3143" y="0"/>
                    <a:pt x="7049" y="0"/>
                  </a:cubicBezTo>
                  <a:cubicBezTo>
                    <a:pt x="10954" y="0"/>
                    <a:pt x="14097" y="3143"/>
                    <a:pt x="14097" y="7048"/>
                  </a:cubicBezTo>
                  <a:close/>
                </a:path>
              </a:pathLst>
            </a:custGeom>
            <a:grpFill/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51" name="Freeform: Shape 50">
              <a:extLst>
                <a:ext uri="{FF2B5EF4-FFF2-40B4-BE49-F238E27FC236}">
                  <a16:creationId xmlns:a16="http://schemas.microsoft.com/office/drawing/2014/main" id="{11F50BB3-EA39-4693-BAE1-1101EF0A410E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5852433" y="3303829"/>
              <a:ext cx="14096" cy="14096"/>
            </a:xfrm>
            <a:custGeom>
              <a:avLst/>
              <a:gdLst>
                <a:gd name="connsiteX0" fmla="*/ 14097 w 14096"/>
                <a:gd name="connsiteY0" fmla="*/ 7048 h 14096"/>
                <a:gd name="connsiteX1" fmla="*/ 7048 w 14096"/>
                <a:gd name="connsiteY1" fmla="*/ 14097 h 14096"/>
                <a:gd name="connsiteX2" fmla="*/ 0 w 14096"/>
                <a:gd name="connsiteY2" fmla="*/ 7048 h 14096"/>
                <a:gd name="connsiteX3" fmla="*/ 7048 w 14096"/>
                <a:gd name="connsiteY3" fmla="*/ 0 h 14096"/>
                <a:gd name="connsiteX4" fmla="*/ 14097 w 14096"/>
                <a:gd name="connsiteY4" fmla="*/ 7048 h 1409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14096" h="14096">
                  <a:moveTo>
                    <a:pt x="14097" y="7048"/>
                  </a:moveTo>
                  <a:cubicBezTo>
                    <a:pt x="14097" y="10954"/>
                    <a:pt x="10954" y="14097"/>
                    <a:pt x="7048" y="14097"/>
                  </a:cubicBezTo>
                  <a:cubicBezTo>
                    <a:pt x="3143" y="14097"/>
                    <a:pt x="0" y="10954"/>
                    <a:pt x="0" y="7048"/>
                  </a:cubicBezTo>
                  <a:cubicBezTo>
                    <a:pt x="0" y="3143"/>
                    <a:pt x="3143" y="0"/>
                    <a:pt x="7048" y="0"/>
                  </a:cubicBezTo>
                  <a:cubicBezTo>
                    <a:pt x="10954" y="0"/>
                    <a:pt x="14097" y="3143"/>
                    <a:pt x="14097" y="7048"/>
                  </a:cubicBezTo>
                  <a:close/>
                </a:path>
              </a:pathLst>
            </a:custGeom>
            <a:grpFill/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52" name="Freeform: Shape 51">
              <a:extLst>
                <a:ext uri="{FF2B5EF4-FFF2-40B4-BE49-F238E27FC236}">
                  <a16:creationId xmlns:a16="http://schemas.microsoft.com/office/drawing/2014/main" id="{00EFD45B-69A8-47F6-A5BF-779F7EB49F7A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5911678" y="3303829"/>
              <a:ext cx="14096" cy="14096"/>
            </a:xfrm>
            <a:custGeom>
              <a:avLst/>
              <a:gdLst>
                <a:gd name="connsiteX0" fmla="*/ 14097 w 14096"/>
                <a:gd name="connsiteY0" fmla="*/ 7048 h 14096"/>
                <a:gd name="connsiteX1" fmla="*/ 7048 w 14096"/>
                <a:gd name="connsiteY1" fmla="*/ 14097 h 14096"/>
                <a:gd name="connsiteX2" fmla="*/ 0 w 14096"/>
                <a:gd name="connsiteY2" fmla="*/ 7048 h 14096"/>
                <a:gd name="connsiteX3" fmla="*/ 7048 w 14096"/>
                <a:gd name="connsiteY3" fmla="*/ 0 h 14096"/>
                <a:gd name="connsiteX4" fmla="*/ 14097 w 14096"/>
                <a:gd name="connsiteY4" fmla="*/ 7048 h 1409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14096" h="14096">
                  <a:moveTo>
                    <a:pt x="14097" y="7048"/>
                  </a:moveTo>
                  <a:cubicBezTo>
                    <a:pt x="14097" y="10954"/>
                    <a:pt x="10954" y="14097"/>
                    <a:pt x="7048" y="14097"/>
                  </a:cubicBezTo>
                  <a:cubicBezTo>
                    <a:pt x="3143" y="14097"/>
                    <a:pt x="0" y="10954"/>
                    <a:pt x="0" y="7048"/>
                  </a:cubicBezTo>
                  <a:cubicBezTo>
                    <a:pt x="0" y="3143"/>
                    <a:pt x="3143" y="0"/>
                    <a:pt x="7048" y="0"/>
                  </a:cubicBezTo>
                  <a:cubicBezTo>
                    <a:pt x="10954" y="0"/>
                    <a:pt x="14097" y="3143"/>
                    <a:pt x="14097" y="7048"/>
                  </a:cubicBezTo>
                  <a:close/>
                </a:path>
              </a:pathLst>
            </a:custGeom>
            <a:grpFill/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53" name="Freeform: Shape 52">
              <a:extLst>
                <a:ext uri="{FF2B5EF4-FFF2-40B4-BE49-F238E27FC236}">
                  <a16:creationId xmlns:a16="http://schemas.microsoft.com/office/drawing/2014/main" id="{9E53C464-7272-4EBC-830B-CB29A969886D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5970828" y="3303829"/>
              <a:ext cx="14096" cy="14096"/>
            </a:xfrm>
            <a:custGeom>
              <a:avLst/>
              <a:gdLst>
                <a:gd name="connsiteX0" fmla="*/ 14097 w 14096"/>
                <a:gd name="connsiteY0" fmla="*/ 7048 h 14096"/>
                <a:gd name="connsiteX1" fmla="*/ 7048 w 14096"/>
                <a:gd name="connsiteY1" fmla="*/ 14097 h 14096"/>
                <a:gd name="connsiteX2" fmla="*/ 0 w 14096"/>
                <a:gd name="connsiteY2" fmla="*/ 7048 h 14096"/>
                <a:gd name="connsiteX3" fmla="*/ 7048 w 14096"/>
                <a:gd name="connsiteY3" fmla="*/ 0 h 14096"/>
                <a:gd name="connsiteX4" fmla="*/ 14097 w 14096"/>
                <a:gd name="connsiteY4" fmla="*/ 7048 h 1409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14096" h="14096">
                  <a:moveTo>
                    <a:pt x="14097" y="7048"/>
                  </a:moveTo>
                  <a:cubicBezTo>
                    <a:pt x="14097" y="10954"/>
                    <a:pt x="10954" y="14097"/>
                    <a:pt x="7048" y="14097"/>
                  </a:cubicBezTo>
                  <a:cubicBezTo>
                    <a:pt x="3143" y="14097"/>
                    <a:pt x="0" y="10954"/>
                    <a:pt x="0" y="7048"/>
                  </a:cubicBezTo>
                  <a:cubicBezTo>
                    <a:pt x="0" y="3143"/>
                    <a:pt x="3143" y="0"/>
                    <a:pt x="7048" y="0"/>
                  </a:cubicBezTo>
                  <a:cubicBezTo>
                    <a:pt x="10954" y="0"/>
                    <a:pt x="14097" y="3143"/>
                    <a:pt x="14097" y="7048"/>
                  </a:cubicBezTo>
                  <a:close/>
                </a:path>
              </a:pathLst>
            </a:custGeom>
            <a:grpFill/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54" name="Freeform: Shape 53">
              <a:extLst>
                <a:ext uri="{FF2B5EF4-FFF2-40B4-BE49-F238E27FC236}">
                  <a16:creationId xmlns:a16="http://schemas.microsoft.com/office/drawing/2014/main" id="{B6BF10CE-C2AD-487A-9402-8D5C746ECF06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6030073" y="3303829"/>
              <a:ext cx="14097" cy="14096"/>
            </a:xfrm>
            <a:custGeom>
              <a:avLst/>
              <a:gdLst>
                <a:gd name="connsiteX0" fmla="*/ 14097 w 14097"/>
                <a:gd name="connsiteY0" fmla="*/ 7048 h 14096"/>
                <a:gd name="connsiteX1" fmla="*/ 7048 w 14097"/>
                <a:gd name="connsiteY1" fmla="*/ 14097 h 14096"/>
                <a:gd name="connsiteX2" fmla="*/ 0 w 14097"/>
                <a:gd name="connsiteY2" fmla="*/ 7048 h 14096"/>
                <a:gd name="connsiteX3" fmla="*/ 7048 w 14097"/>
                <a:gd name="connsiteY3" fmla="*/ 0 h 14096"/>
                <a:gd name="connsiteX4" fmla="*/ 14097 w 14097"/>
                <a:gd name="connsiteY4" fmla="*/ 7048 h 1409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14097" h="14096">
                  <a:moveTo>
                    <a:pt x="14097" y="7048"/>
                  </a:moveTo>
                  <a:cubicBezTo>
                    <a:pt x="14097" y="10954"/>
                    <a:pt x="10954" y="14097"/>
                    <a:pt x="7048" y="14097"/>
                  </a:cubicBezTo>
                  <a:cubicBezTo>
                    <a:pt x="3143" y="14097"/>
                    <a:pt x="0" y="10954"/>
                    <a:pt x="0" y="7048"/>
                  </a:cubicBezTo>
                  <a:cubicBezTo>
                    <a:pt x="0" y="3143"/>
                    <a:pt x="3143" y="0"/>
                    <a:pt x="7048" y="0"/>
                  </a:cubicBezTo>
                  <a:cubicBezTo>
                    <a:pt x="10954" y="0"/>
                    <a:pt x="14097" y="3143"/>
                    <a:pt x="14097" y="7048"/>
                  </a:cubicBezTo>
                  <a:close/>
                </a:path>
              </a:pathLst>
            </a:custGeom>
            <a:grpFill/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55" name="Freeform: Shape 54">
              <a:extLst>
                <a:ext uri="{FF2B5EF4-FFF2-40B4-BE49-F238E27FC236}">
                  <a16:creationId xmlns:a16="http://schemas.microsoft.com/office/drawing/2014/main" id="{1064C7FE-F8EB-47EF-97FA-348A52059956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6089224" y="3303829"/>
              <a:ext cx="14096" cy="14096"/>
            </a:xfrm>
            <a:custGeom>
              <a:avLst/>
              <a:gdLst>
                <a:gd name="connsiteX0" fmla="*/ 14097 w 14096"/>
                <a:gd name="connsiteY0" fmla="*/ 7048 h 14096"/>
                <a:gd name="connsiteX1" fmla="*/ 7048 w 14096"/>
                <a:gd name="connsiteY1" fmla="*/ 14097 h 14096"/>
                <a:gd name="connsiteX2" fmla="*/ 0 w 14096"/>
                <a:gd name="connsiteY2" fmla="*/ 7048 h 14096"/>
                <a:gd name="connsiteX3" fmla="*/ 7048 w 14096"/>
                <a:gd name="connsiteY3" fmla="*/ 0 h 14096"/>
                <a:gd name="connsiteX4" fmla="*/ 14097 w 14096"/>
                <a:gd name="connsiteY4" fmla="*/ 7048 h 1409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14096" h="14096">
                  <a:moveTo>
                    <a:pt x="14097" y="7048"/>
                  </a:moveTo>
                  <a:cubicBezTo>
                    <a:pt x="14097" y="10954"/>
                    <a:pt x="10954" y="14097"/>
                    <a:pt x="7048" y="14097"/>
                  </a:cubicBezTo>
                  <a:cubicBezTo>
                    <a:pt x="3143" y="14097"/>
                    <a:pt x="0" y="10954"/>
                    <a:pt x="0" y="7048"/>
                  </a:cubicBezTo>
                  <a:cubicBezTo>
                    <a:pt x="0" y="3143"/>
                    <a:pt x="3143" y="0"/>
                    <a:pt x="7048" y="0"/>
                  </a:cubicBezTo>
                  <a:cubicBezTo>
                    <a:pt x="10954" y="0"/>
                    <a:pt x="14097" y="3143"/>
                    <a:pt x="14097" y="7048"/>
                  </a:cubicBezTo>
                  <a:close/>
                </a:path>
              </a:pathLst>
            </a:custGeom>
            <a:grpFill/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56" name="Freeform: Shape 55">
              <a:extLst>
                <a:ext uri="{FF2B5EF4-FFF2-40B4-BE49-F238E27FC236}">
                  <a16:creationId xmlns:a16="http://schemas.microsoft.com/office/drawing/2014/main" id="{A991C553-06A1-4F26-BBBC-80F7E11E7A36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5734038" y="3363074"/>
              <a:ext cx="14192" cy="14097"/>
            </a:xfrm>
            <a:custGeom>
              <a:avLst/>
              <a:gdLst>
                <a:gd name="connsiteX0" fmla="*/ 14192 w 14192"/>
                <a:gd name="connsiteY0" fmla="*/ 7048 h 14097"/>
                <a:gd name="connsiteX1" fmla="*/ 7144 w 14192"/>
                <a:gd name="connsiteY1" fmla="*/ 14097 h 14097"/>
                <a:gd name="connsiteX2" fmla="*/ 0 w 14192"/>
                <a:gd name="connsiteY2" fmla="*/ 7048 h 14097"/>
                <a:gd name="connsiteX3" fmla="*/ 7049 w 14192"/>
                <a:gd name="connsiteY3" fmla="*/ 0 h 14097"/>
                <a:gd name="connsiteX4" fmla="*/ 14192 w 14192"/>
                <a:gd name="connsiteY4" fmla="*/ 7048 h 14097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14192" h="14097">
                  <a:moveTo>
                    <a:pt x="14192" y="7048"/>
                  </a:moveTo>
                  <a:cubicBezTo>
                    <a:pt x="14192" y="10954"/>
                    <a:pt x="11049" y="14097"/>
                    <a:pt x="7144" y="14097"/>
                  </a:cubicBezTo>
                  <a:cubicBezTo>
                    <a:pt x="3239" y="14097"/>
                    <a:pt x="0" y="10954"/>
                    <a:pt x="0" y="7048"/>
                  </a:cubicBezTo>
                  <a:cubicBezTo>
                    <a:pt x="0" y="3143"/>
                    <a:pt x="3143" y="0"/>
                    <a:pt x="7049" y="0"/>
                  </a:cubicBezTo>
                  <a:cubicBezTo>
                    <a:pt x="10954" y="0"/>
                    <a:pt x="14192" y="3143"/>
                    <a:pt x="14192" y="7048"/>
                  </a:cubicBezTo>
                  <a:close/>
                </a:path>
              </a:pathLst>
            </a:custGeom>
            <a:grpFill/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57" name="Freeform: Shape 56">
              <a:extLst>
                <a:ext uri="{FF2B5EF4-FFF2-40B4-BE49-F238E27FC236}">
                  <a16:creationId xmlns:a16="http://schemas.microsoft.com/office/drawing/2014/main" id="{BCE9C081-2191-4C84-956E-F106BB015C9D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5793283" y="3363072"/>
              <a:ext cx="14097" cy="14099"/>
            </a:xfrm>
            <a:custGeom>
              <a:avLst/>
              <a:gdLst>
                <a:gd name="connsiteX0" fmla="*/ 14097 w 14097"/>
                <a:gd name="connsiteY0" fmla="*/ 7051 h 14099"/>
                <a:gd name="connsiteX1" fmla="*/ 7049 w 14097"/>
                <a:gd name="connsiteY1" fmla="*/ 14099 h 14099"/>
                <a:gd name="connsiteX2" fmla="*/ 0 w 14097"/>
                <a:gd name="connsiteY2" fmla="*/ 7051 h 14099"/>
                <a:gd name="connsiteX3" fmla="*/ 7049 w 14097"/>
                <a:gd name="connsiteY3" fmla="*/ 2 h 14099"/>
                <a:gd name="connsiteX4" fmla="*/ 14097 w 14097"/>
                <a:gd name="connsiteY4" fmla="*/ 7051 h 14099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14097" h="14099">
                  <a:moveTo>
                    <a:pt x="14097" y="7051"/>
                  </a:moveTo>
                  <a:cubicBezTo>
                    <a:pt x="14097" y="10956"/>
                    <a:pt x="10954" y="14099"/>
                    <a:pt x="7049" y="14099"/>
                  </a:cubicBezTo>
                  <a:cubicBezTo>
                    <a:pt x="3143" y="14099"/>
                    <a:pt x="0" y="10956"/>
                    <a:pt x="0" y="7051"/>
                  </a:cubicBezTo>
                  <a:cubicBezTo>
                    <a:pt x="0" y="3145"/>
                    <a:pt x="3143" y="2"/>
                    <a:pt x="7049" y="2"/>
                  </a:cubicBezTo>
                  <a:cubicBezTo>
                    <a:pt x="10954" y="-93"/>
                    <a:pt x="14097" y="3145"/>
                    <a:pt x="14097" y="7051"/>
                  </a:cubicBezTo>
                  <a:close/>
                </a:path>
              </a:pathLst>
            </a:custGeom>
            <a:grpFill/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58" name="Freeform: Shape 57">
              <a:extLst>
                <a:ext uri="{FF2B5EF4-FFF2-40B4-BE49-F238E27FC236}">
                  <a16:creationId xmlns:a16="http://schemas.microsoft.com/office/drawing/2014/main" id="{292F6F03-BC34-40C6-8F17-7A169CD72FE6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5852433" y="3363072"/>
              <a:ext cx="14096" cy="14099"/>
            </a:xfrm>
            <a:custGeom>
              <a:avLst/>
              <a:gdLst>
                <a:gd name="connsiteX0" fmla="*/ 14097 w 14096"/>
                <a:gd name="connsiteY0" fmla="*/ 7051 h 14099"/>
                <a:gd name="connsiteX1" fmla="*/ 7048 w 14096"/>
                <a:gd name="connsiteY1" fmla="*/ 14099 h 14099"/>
                <a:gd name="connsiteX2" fmla="*/ 0 w 14096"/>
                <a:gd name="connsiteY2" fmla="*/ 7051 h 14099"/>
                <a:gd name="connsiteX3" fmla="*/ 7048 w 14096"/>
                <a:gd name="connsiteY3" fmla="*/ 2 h 14099"/>
                <a:gd name="connsiteX4" fmla="*/ 14097 w 14096"/>
                <a:gd name="connsiteY4" fmla="*/ 7051 h 14099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14096" h="14099">
                  <a:moveTo>
                    <a:pt x="14097" y="7051"/>
                  </a:moveTo>
                  <a:cubicBezTo>
                    <a:pt x="14097" y="10956"/>
                    <a:pt x="10954" y="14099"/>
                    <a:pt x="7048" y="14099"/>
                  </a:cubicBezTo>
                  <a:cubicBezTo>
                    <a:pt x="3143" y="14099"/>
                    <a:pt x="0" y="10956"/>
                    <a:pt x="0" y="7051"/>
                  </a:cubicBezTo>
                  <a:cubicBezTo>
                    <a:pt x="0" y="3145"/>
                    <a:pt x="3143" y="2"/>
                    <a:pt x="7048" y="2"/>
                  </a:cubicBezTo>
                  <a:cubicBezTo>
                    <a:pt x="10954" y="-93"/>
                    <a:pt x="14097" y="3145"/>
                    <a:pt x="14097" y="7051"/>
                  </a:cubicBezTo>
                  <a:close/>
                </a:path>
              </a:pathLst>
            </a:custGeom>
            <a:grpFill/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59" name="Freeform: Shape 58">
              <a:extLst>
                <a:ext uri="{FF2B5EF4-FFF2-40B4-BE49-F238E27FC236}">
                  <a16:creationId xmlns:a16="http://schemas.microsoft.com/office/drawing/2014/main" id="{A5101B80-7351-4F0F-AB7D-3E40B4D26643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5911678" y="3363072"/>
              <a:ext cx="14096" cy="14099"/>
            </a:xfrm>
            <a:custGeom>
              <a:avLst/>
              <a:gdLst>
                <a:gd name="connsiteX0" fmla="*/ 14097 w 14096"/>
                <a:gd name="connsiteY0" fmla="*/ 7051 h 14099"/>
                <a:gd name="connsiteX1" fmla="*/ 7048 w 14096"/>
                <a:gd name="connsiteY1" fmla="*/ 14099 h 14099"/>
                <a:gd name="connsiteX2" fmla="*/ 0 w 14096"/>
                <a:gd name="connsiteY2" fmla="*/ 7051 h 14099"/>
                <a:gd name="connsiteX3" fmla="*/ 7048 w 14096"/>
                <a:gd name="connsiteY3" fmla="*/ 2 h 14099"/>
                <a:gd name="connsiteX4" fmla="*/ 14097 w 14096"/>
                <a:gd name="connsiteY4" fmla="*/ 7051 h 14099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14096" h="14099">
                  <a:moveTo>
                    <a:pt x="14097" y="7051"/>
                  </a:moveTo>
                  <a:cubicBezTo>
                    <a:pt x="14097" y="10956"/>
                    <a:pt x="10954" y="14099"/>
                    <a:pt x="7048" y="14099"/>
                  </a:cubicBezTo>
                  <a:cubicBezTo>
                    <a:pt x="3143" y="14099"/>
                    <a:pt x="0" y="10956"/>
                    <a:pt x="0" y="7051"/>
                  </a:cubicBezTo>
                  <a:cubicBezTo>
                    <a:pt x="0" y="3145"/>
                    <a:pt x="3143" y="2"/>
                    <a:pt x="7048" y="2"/>
                  </a:cubicBezTo>
                  <a:cubicBezTo>
                    <a:pt x="10954" y="-93"/>
                    <a:pt x="14097" y="3145"/>
                    <a:pt x="14097" y="7051"/>
                  </a:cubicBezTo>
                  <a:close/>
                </a:path>
              </a:pathLst>
            </a:custGeom>
            <a:grpFill/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60" name="Freeform: Shape 59">
              <a:extLst>
                <a:ext uri="{FF2B5EF4-FFF2-40B4-BE49-F238E27FC236}">
                  <a16:creationId xmlns:a16="http://schemas.microsoft.com/office/drawing/2014/main" id="{0570EE1D-95AC-4660-8E96-7C8A36FEB630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5970828" y="3363072"/>
              <a:ext cx="14096" cy="14099"/>
            </a:xfrm>
            <a:custGeom>
              <a:avLst/>
              <a:gdLst>
                <a:gd name="connsiteX0" fmla="*/ 14097 w 14096"/>
                <a:gd name="connsiteY0" fmla="*/ 7051 h 14099"/>
                <a:gd name="connsiteX1" fmla="*/ 7048 w 14096"/>
                <a:gd name="connsiteY1" fmla="*/ 14099 h 14099"/>
                <a:gd name="connsiteX2" fmla="*/ 0 w 14096"/>
                <a:gd name="connsiteY2" fmla="*/ 7051 h 14099"/>
                <a:gd name="connsiteX3" fmla="*/ 7048 w 14096"/>
                <a:gd name="connsiteY3" fmla="*/ 2 h 14099"/>
                <a:gd name="connsiteX4" fmla="*/ 14097 w 14096"/>
                <a:gd name="connsiteY4" fmla="*/ 7051 h 14099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14096" h="14099">
                  <a:moveTo>
                    <a:pt x="14097" y="7051"/>
                  </a:moveTo>
                  <a:cubicBezTo>
                    <a:pt x="14097" y="10956"/>
                    <a:pt x="10954" y="14099"/>
                    <a:pt x="7048" y="14099"/>
                  </a:cubicBezTo>
                  <a:cubicBezTo>
                    <a:pt x="3143" y="14099"/>
                    <a:pt x="0" y="10956"/>
                    <a:pt x="0" y="7051"/>
                  </a:cubicBezTo>
                  <a:cubicBezTo>
                    <a:pt x="0" y="3145"/>
                    <a:pt x="3143" y="2"/>
                    <a:pt x="7048" y="2"/>
                  </a:cubicBezTo>
                  <a:cubicBezTo>
                    <a:pt x="10954" y="-93"/>
                    <a:pt x="14097" y="3145"/>
                    <a:pt x="14097" y="7051"/>
                  </a:cubicBezTo>
                  <a:close/>
                </a:path>
              </a:pathLst>
            </a:custGeom>
            <a:grpFill/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61" name="Freeform: Shape 60">
              <a:extLst>
                <a:ext uri="{FF2B5EF4-FFF2-40B4-BE49-F238E27FC236}">
                  <a16:creationId xmlns:a16="http://schemas.microsoft.com/office/drawing/2014/main" id="{385D9A56-2D15-4E0A-B981-E168F090644B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6030073" y="3363074"/>
              <a:ext cx="14097" cy="14097"/>
            </a:xfrm>
            <a:custGeom>
              <a:avLst/>
              <a:gdLst>
                <a:gd name="connsiteX0" fmla="*/ 14097 w 14097"/>
                <a:gd name="connsiteY0" fmla="*/ 7048 h 14097"/>
                <a:gd name="connsiteX1" fmla="*/ 7048 w 14097"/>
                <a:gd name="connsiteY1" fmla="*/ 14097 h 14097"/>
                <a:gd name="connsiteX2" fmla="*/ 0 w 14097"/>
                <a:gd name="connsiteY2" fmla="*/ 7048 h 14097"/>
                <a:gd name="connsiteX3" fmla="*/ 7048 w 14097"/>
                <a:gd name="connsiteY3" fmla="*/ 0 h 14097"/>
                <a:gd name="connsiteX4" fmla="*/ 14097 w 14097"/>
                <a:gd name="connsiteY4" fmla="*/ 7048 h 14097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14097" h="14097">
                  <a:moveTo>
                    <a:pt x="14097" y="7048"/>
                  </a:moveTo>
                  <a:cubicBezTo>
                    <a:pt x="14097" y="10954"/>
                    <a:pt x="10954" y="14097"/>
                    <a:pt x="7048" y="14097"/>
                  </a:cubicBezTo>
                  <a:cubicBezTo>
                    <a:pt x="3143" y="14097"/>
                    <a:pt x="0" y="10954"/>
                    <a:pt x="0" y="7048"/>
                  </a:cubicBezTo>
                  <a:cubicBezTo>
                    <a:pt x="0" y="3143"/>
                    <a:pt x="3143" y="0"/>
                    <a:pt x="7048" y="0"/>
                  </a:cubicBezTo>
                  <a:cubicBezTo>
                    <a:pt x="10954" y="0"/>
                    <a:pt x="14097" y="3143"/>
                    <a:pt x="14097" y="7048"/>
                  </a:cubicBezTo>
                  <a:close/>
                </a:path>
              </a:pathLst>
            </a:custGeom>
            <a:grpFill/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62" name="Freeform: Shape 61">
              <a:extLst>
                <a:ext uri="{FF2B5EF4-FFF2-40B4-BE49-F238E27FC236}">
                  <a16:creationId xmlns:a16="http://schemas.microsoft.com/office/drawing/2014/main" id="{28D0BA2F-9273-4EAA-AD17-C4EFE1140384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6089224" y="3363072"/>
              <a:ext cx="14096" cy="14099"/>
            </a:xfrm>
            <a:custGeom>
              <a:avLst/>
              <a:gdLst>
                <a:gd name="connsiteX0" fmla="*/ 14097 w 14096"/>
                <a:gd name="connsiteY0" fmla="*/ 7051 h 14099"/>
                <a:gd name="connsiteX1" fmla="*/ 7048 w 14096"/>
                <a:gd name="connsiteY1" fmla="*/ 14099 h 14099"/>
                <a:gd name="connsiteX2" fmla="*/ 0 w 14096"/>
                <a:gd name="connsiteY2" fmla="*/ 7051 h 14099"/>
                <a:gd name="connsiteX3" fmla="*/ 7048 w 14096"/>
                <a:gd name="connsiteY3" fmla="*/ 2 h 14099"/>
                <a:gd name="connsiteX4" fmla="*/ 14097 w 14096"/>
                <a:gd name="connsiteY4" fmla="*/ 7051 h 14099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14096" h="14099">
                  <a:moveTo>
                    <a:pt x="14097" y="7051"/>
                  </a:moveTo>
                  <a:cubicBezTo>
                    <a:pt x="14097" y="10956"/>
                    <a:pt x="10954" y="14099"/>
                    <a:pt x="7048" y="14099"/>
                  </a:cubicBezTo>
                  <a:cubicBezTo>
                    <a:pt x="3143" y="14099"/>
                    <a:pt x="0" y="10956"/>
                    <a:pt x="0" y="7051"/>
                  </a:cubicBezTo>
                  <a:cubicBezTo>
                    <a:pt x="0" y="3145"/>
                    <a:pt x="3143" y="2"/>
                    <a:pt x="7048" y="2"/>
                  </a:cubicBezTo>
                  <a:cubicBezTo>
                    <a:pt x="10954" y="-93"/>
                    <a:pt x="14097" y="3145"/>
                    <a:pt x="14097" y="7051"/>
                  </a:cubicBezTo>
                  <a:close/>
                </a:path>
              </a:pathLst>
            </a:custGeom>
            <a:grpFill/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63" name="Freeform: Shape 62">
              <a:extLst>
                <a:ext uri="{FF2B5EF4-FFF2-40B4-BE49-F238E27FC236}">
                  <a16:creationId xmlns:a16="http://schemas.microsoft.com/office/drawing/2014/main" id="{512CC54E-7976-4DC9-984C-45C2A23A721D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5734038" y="3422225"/>
              <a:ext cx="14192" cy="14096"/>
            </a:xfrm>
            <a:custGeom>
              <a:avLst/>
              <a:gdLst>
                <a:gd name="connsiteX0" fmla="*/ 14192 w 14192"/>
                <a:gd name="connsiteY0" fmla="*/ 7048 h 14096"/>
                <a:gd name="connsiteX1" fmla="*/ 7144 w 14192"/>
                <a:gd name="connsiteY1" fmla="*/ 14097 h 14096"/>
                <a:gd name="connsiteX2" fmla="*/ 0 w 14192"/>
                <a:gd name="connsiteY2" fmla="*/ 7048 h 14096"/>
                <a:gd name="connsiteX3" fmla="*/ 7049 w 14192"/>
                <a:gd name="connsiteY3" fmla="*/ 0 h 14096"/>
                <a:gd name="connsiteX4" fmla="*/ 14192 w 14192"/>
                <a:gd name="connsiteY4" fmla="*/ 7048 h 1409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14192" h="14096">
                  <a:moveTo>
                    <a:pt x="14192" y="7048"/>
                  </a:moveTo>
                  <a:cubicBezTo>
                    <a:pt x="14192" y="10954"/>
                    <a:pt x="11049" y="14097"/>
                    <a:pt x="7144" y="14097"/>
                  </a:cubicBezTo>
                  <a:cubicBezTo>
                    <a:pt x="3239" y="14097"/>
                    <a:pt x="0" y="10954"/>
                    <a:pt x="0" y="7048"/>
                  </a:cubicBezTo>
                  <a:cubicBezTo>
                    <a:pt x="0" y="3143"/>
                    <a:pt x="3143" y="0"/>
                    <a:pt x="7049" y="0"/>
                  </a:cubicBezTo>
                  <a:cubicBezTo>
                    <a:pt x="10954" y="0"/>
                    <a:pt x="14192" y="3143"/>
                    <a:pt x="14192" y="7048"/>
                  </a:cubicBezTo>
                  <a:close/>
                </a:path>
              </a:pathLst>
            </a:custGeom>
            <a:grpFill/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64" name="Freeform: Shape 63">
              <a:extLst>
                <a:ext uri="{FF2B5EF4-FFF2-40B4-BE49-F238E27FC236}">
                  <a16:creationId xmlns:a16="http://schemas.microsoft.com/office/drawing/2014/main" id="{C8A3FC72-9FF9-41F6-97E0-45A0FEE94631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5793283" y="3422225"/>
              <a:ext cx="14097" cy="14096"/>
            </a:xfrm>
            <a:custGeom>
              <a:avLst/>
              <a:gdLst>
                <a:gd name="connsiteX0" fmla="*/ 14097 w 14097"/>
                <a:gd name="connsiteY0" fmla="*/ 7048 h 14096"/>
                <a:gd name="connsiteX1" fmla="*/ 7049 w 14097"/>
                <a:gd name="connsiteY1" fmla="*/ 14097 h 14096"/>
                <a:gd name="connsiteX2" fmla="*/ 0 w 14097"/>
                <a:gd name="connsiteY2" fmla="*/ 7048 h 14096"/>
                <a:gd name="connsiteX3" fmla="*/ 7049 w 14097"/>
                <a:gd name="connsiteY3" fmla="*/ 0 h 14096"/>
                <a:gd name="connsiteX4" fmla="*/ 14097 w 14097"/>
                <a:gd name="connsiteY4" fmla="*/ 7048 h 1409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14097" h="14096">
                  <a:moveTo>
                    <a:pt x="14097" y="7048"/>
                  </a:moveTo>
                  <a:cubicBezTo>
                    <a:pt x="14097" y="10954"/>
                    <a:pt x="10954" y="14097"/>
                    <a:pt x="7049" y="14097"/>
                  </a:cubicBezTo>
                  <a:cubicBezTo>
                    <a:pt x="3143" y="14097"/>
                    <a:pt x="0" y="10954"/>
                    <a:pt x="0" y="7048"/>
                  </a:cubicBezTo>
                  <a:cubicBezTo>
                    <a:pt x="0" y="3143"/>
                    <a:pt x="3143" y="0"/>
                    <a:pt x="7049" y="0"/>
                  </a:cubicBezTo>
                  <a:cubicBezTo>
                    <a:pt x="10954" y="0"/>
                    <a:pt x="14097" y="3143"/>
                    <a:pt x="14097" y="7048"/>
                  </a:cubicBezTo>
                  <a:close/>
                </a:path>
              </a:pathLst>
            </a:custGeom>
            <a:grpFill/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65" name="Freeform: Shape 64">
              <a:extLst>
                <a:ext uri="{FF2B5EF4-FFF2-40B4-BE49-F238E27FC236}">
                  <a16:creationId xmlns:a16="http://schemas.microsoft.com/office/drawing/2014/main" id="{48918C16-C9B6-40D5-93A0-DB547B644A30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5852433" y="3422225"/>
              <a:ext cx="14096" cy="14096"/>
            </a:xfrm>
            <a:custGeom>
              <a:avLst/>
              <a:gdLst>
                <a:gd name="connsiteX0" fmla="*/ 14097 w 14096"/>
                <a:gd name="connsiteY0" fmla="*/ 7048 h 14096"/>
                <a:gd name="connsiteX1" fmla="*/ 7048 w 14096"/>
                <a:gd name="connsiteY1" fmla="*/ 14097 h 14096"/>
                <a:gd name="connsiteX2" fmla="*/ 0 w 14096"/>
                <a:gd name="connsiteY2" fmla="*/ 7048 h 14096"/>
                <a:gd name="connsiteX3" fmla="*/ 7048 w 14096"/>
                <a:gd name="connsiteY3" fmla="*/ 0 h 14096"/>
                <a:gd name="connsiteX4" fmla="*/ 14097 w 14096"/>
                <a:gd name="connsiteY4" fmla="*/ 7048 h 1409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14096" h="14096">
                  <a:moveTo>
                    <a:pt x="14097" y="7048"/>
                  </a:moveTo>
                  <a:cubicBezTo>
                    <a:pt x="14097" y="10954"/>
                    <a:pt x="10954" y="14097"/>
                    <a:pt x="7048" y="14097"/>
                  </a:cubicBezTo>
                  <a:cubicBezTo>
                    <a:pt x="3143" y="14097"/>
                    <a:pt x="0" y="10954"/>
                    <a:pt x="0" y="7048"/>
                  </a:cubicBezTo>
                  <a:cubicBezTo>
                    <a:pt x="0" y="3143"/>
                    <a:pt x="3143" y="0"/>
                    <a:pt x="7048" y="0"/>
                  </a:cubicBezTo>
                  <a:cubicBezTo>
                    <a:pt x="10954" y="0"/>
                    <a:pt x="14097" y="3143"/>
                    <a:pt x="14097" y="7048"/>
                  </a:cubicBezTo>
                  <a:close/>
                </a:path>
              </a:pathLst>
            </a:custGeom>
            <a:grpFill/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66" name="Freeform: Shape 65">
              <a:extLst>
                <a:ext uri="{FF2B5EF4-FFF2-40B4-BE49-F238E27FC236}">
                  <a16:creationId xmlns:a16="http://schemas.microsoft.com/office/drawing/2014/main" id="{A05612C6-4858-4854-A3D3-90CF1E1C7557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5911678" y="3422225"/>
              <a:ext cx="14096" cy="14096"/>
            </a:xfrm>
            <a:custGeom>
              <a:avLst/>
              <a:gdLst>
                <a:gd name="connsiteX0" fmla="*/ 14097 w 14096"/>
                <a:gd name="connsiteY0" fmla="*/ 7048 h 14096"/>
                <a:gd name="connsiteX1" fmla="*/ 7048 w 14096"/>
                <a:gd name="connsiteY1" fmla="*/ 14097 h 14096"/>
                <a:gd name="connsiteX2" fmla="*/ 0 w 14096"/>
                <a:gd name="connsiteY2" fmla="*/ 7048 h 14096"/>
                <a:gd name="connsiteX3" fmla="*/ 7048 w 14096"/>
                <a:gd name="connsiteY3" fmla="*/ 0 h 14096"/>
                <a:gd name="connsiteX4" fmla="*/ 14097 w 14096"/>
                <a:gd name="connsiteY4" fmla="*/ 7048 h 1409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14096" h="14096">
                  <a:moveTo>
                    <a:pt x="14097" y="7048"/>
                  </a:moveTo>
                  <a:cubicBezTo>
                    <a:pt x="14097" y="10954"/>
                    <a:pt x="10954" y="14097"/>
                    <a:pt x="7048" y="14097"/>
                  </a:cubicBezTo>
                  <a:cubicBezTo>
                    <a:pt x="3143" y="14097"/>
                    <a:pt x="0" y="10954"/>
                    <a:pt x="0" y="7048"/>
                  </a:cubicBezTo>
                  <a:cubicBezTo>
                    <a:pt x="0" y="3143"/>
                    <a:pt x="3143" y="0"/>
                    <a:pt x="7048" y="0"/>
                  </a:cubicBezTo>
                  <a:cubicBezTo>
                    <a:pt x="10954" y="0"/>
                    <a:pt x="14097" y="3143"/>
                    <a:pt x="14097" y="7048"/>
                  </a:cubicBezTo>
                  <a:close/>
                </a:path>
              </a:pathLst>
            </a:custGeom>
            <a:grpFill/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67" name="Freeform: Shape 66">
              <a:extLst>
                <a:ext uri="{FF2B5EF4-FFF2-40B4-BE49-F238E27FC236}">
                  <a16:creationId xmlns:a16="http://schemas.microsoft.com/office/drawing/2014/main" id="{A8E88D77-C726-4008-849C-DA7361F885D3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5970828" y="3422225"/>
              <a:ext cx="14096" cy="14096"/>
            </a:xfrm>
            <a:custGeom>
              <a:avLst/>
              <a:gdLst>
                <a:gd name="connsiteX0" fmla="*/ 14097 w 14096"/>
                <a:gd name="connsiteY0" fmla="*/ 7048 h 14096"/>
                <a:gd name="connsiteX1" fmla="*/ 7048 w 14096"/>
                <a:gd name="connsiteY1" fmla="*/ 14097 h 14096"/>
                <a:gd name="connsiteX2" fmla="*/ 0 w 14096"/>
                <a:gd name="connsiteY2" fmla="*/ 7048 h 14096"/>
                <a:gd name="connsiteX3" fmla="*/ 7048 w 14096"/>
                <a:gd name="connsiteY3" fmla="*/ 0 h 14096"/>
                <a:gd name="connsiteX4" fmla="*/ 14097 w 14096"/>
                <a:gd name="connsiteY4" fmla="*/ 7048 h 1409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14096" h="14096">
                  <a:moveTo>
                    <a:pt x="14097" y="7048"/>
                  </a:moveTo>
                  <a:cubicBezTo>
                    <a:pt x="14097" y="10954"/>
                    <a:pt x="10954" y="14097"/>
                    <a:pt x="7048" y="14097"/>
                  </a:cubicBezTo>
                  <a:cubicBezTo>
                    <a:pt x="3143" y="14097"/>
                    <a:pt x="0" y="10954"/>
                    <a:pt x="0" y="7048"/>
                  </a:cubicBezTo>
                  <a:cubicBezTo>
                    <a:pt x="0" y="3143"/>
                    <a:pt x="3143" y="0"/>
                    <a:pt x="7048" y="0"/>
                  </a:cubicBezTo>
                  <a:cubicBezTo>
                    <a:pt x="10954" y="0"/>
                    <a:pt x="14097" y="3143"/>
                    <a:pt x="14097" y="7048"/>
                  </a:cubicBezTo>
                  <a:close/>
                </a:path>
              </a:pathLst>
            </a:custGeom>
            <a:grpFill/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68" name="Freeform: Shape 67">
              <a:extLst>
                <a:ext uri="{FF2B5EF4-FFF2-40B4-BE49-F238E27FC236}">
                  <a16:creationId xmlns:a16="http://schemas.microsoft.com/office/drawing/2014/main" id="{24CFE7CA-C955-4365-90C3-6272CB9A3C57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6030073" y="3422225"/>
              <a:ext cx="14097" cy="14096"/>
            </a:xfrm>
            <a:custGeom>
              <a:avLst/>
              <a:gdLst>
                <a:gd name="connsiteX0" fmla="*/ 14097 w 14097"/>
                <a:gd name="connsiteY0" fmla="*/ 7048 h 14096"/>
                <a:gd name="connsiteX1" fmla="*/ 7048 w 14097"/>
                <a:gd name="connsiteY1" fmla="*/ 14097 h 14096"/>
                <a:gd name="connsiteX2" fmla="*/ 0 w 14097"/>
                <a:gd name="connsiteY2" fmla="*/ 7048 h 14096"/>
                <a:gd name="connsiteX3" fmla="*/ 7048 w 14097"/>
                <a:gd name="connsiteY3" fmla="*/ 0 h 14096"/>
                <a:gd name="connsiteX4" fmla="*/ 14097 w 14097"/>
                <a:gd name="connsiteY4" fmla="*/ 7048 h 1409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14097" h="14096">
                  <a:moveTo>
                    <a:pt x="14097" y="7048"/>
                  </a:moveTo>
                  <a:cubicBezTo>
                    <a:pt x="14097" y="10954"/>
                    <a:pt x="10954" y="14097"/>
                    <a:pt x="7048" y="14097"/>
                  </a:cubicBezTo>
                  <a:cubicBezTo>
                    <a:pt x="3143" y="14097"/>
                    <a:pt x="0" y="10954"/>
                    <a:pt x="0" y="7048"/>
                  </a:cubicBezTo>
                  <a:cubicBezTo>
                    <a:pt x="0" y="3143"/>
                    <a:pt x="3143" y="0"/>
                    <a:pt x="7048" y="0"/>
                  </a:cubicBezTo>
                  <a:cubicBezTo>
                    <a:pt x="10954" y="0"/>
                    <a:pt x="14097" y="3143"/>
                    <a:pt x="14097" y="7048"/>
                  </a:cubicBezTo>
                  <a:close/>
                </a:path>
              </a:pathLst>
            </a:custGeom>
            <a:grpFill/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69" name="Freeform: Shape 68">
              <a:extLst>
                <a:ext uri="{FF2B5EF4-FFF2-40B4-BE49-F238E27FC236}">
                  <a16:creationId xmlns:a16="http://schemas.microsoft.com/office/drawing/2014/main" id="{38B43FC8-B81C-490A-A346-4C6235DA8A54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6089224" y="3422225"/>
              <a:ext cx="14096" cy="14096"/>
            </a:xfrm>
            <a:custGeom>
              <a:avLst/>
              <a:gdLst>
                <a:gd name="connsiteX0" fmla="*/ 14097 w 14096"/>
                <a:gd name="connsiteY0" fmla="*/ 7048 h 14096"/>
                <a:gd name="connsiteX1" fmla="*/ 7048 w 14096"/>
                <a:gd name="connsiteY1" fmla="*/ 14097 h 14096"/>
                <a:gd name="connsiteX2" fmla="*/ 0 w 14096"/>
                <a:gd name="connsiteY2" fmla="*/ 7048 h 14096"/>
                <a:gd name="connsiteX3" fmla="*/ 7048 w 14096"/>
                <a:gd name="connsiteY3" fmla="*/ 0 h 14096"/>
                <a:gd name="connsiteX4" fmla="*/ 14097 w 14096"/>
                <a:gd name="connsiteY4" fmla="*/ 7048 h 1409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14096" h="14096">
                  <a:moveTo>
                    <a:pt x="14097" y="7048"/>
                  </a:moveTo>
                  <a:cubicBezTo>
                    <a:pt x="14097" y="10954"/>
                    <a:pt x="10954" y="14097"/>
                    <a:pt x="7048" y="14097"/>
                  </a:cubicBezTo>
                  <a:cubicBezTo>
                    <a:pt x="3143" y="14097"/>
                    <a:pt x="0" y="10954"/>
                    <a:pt x="0" y="7048"/>
                  </a:cubicBezTo>
                  <a:cubicBezTo>
                    <a:pt x="0" y="3143"/>
                    <a:pt x="3143" y="0"/>
                    <a:pt x="7048" y="0"/>
                  </a:cubicBezTo>
                  <a:cubicBezTo>
                    <a:pt x="10954" y="0"/>
                    <a:pt x="14097" y="3143"/>
                    <a:pt x="14097" y="7048"/>
                  </a:cubicBezTo>
                  <a:close/>
                </a:path>
              </a:pathLst>
            </a:custGeom>
            <a:grpFill/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70" name="Freeform: Shape 69">
              <a:extLst>
                <a:ext uri="{FF2B5EF4-FFF2-40B4-BE49-F238E27FC236}">
                  <a16:creationId xmlns:a16="http://schemas.microsoft.com/office/drawing/2014/main" id="{214D0221-0C97-4C71-B535-7506956EF8B0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6148469" y="3067039"/>
              <a:ext cx="14097" cy="14097"/>
            </a:xfrm>
            <a:custGeom>
              <a:avLst/>
              <a:gdLst>
                <a:gd name="connsiteX0" fmla="*/ 14097 w 14097"/>
                <a:gd name="connsiteY0" fmla="*/ 7049 h 14097"/>
                <a:gd name="connsiteX1" fmla="*/ 7049 w 14097"/>
                <a:gd name="connsiteY1" fmla="*/ 14097 h 14097"/>
                <a:gd name="connsiteX2" fmla="*/ 0 w 14097"/>
                <a:gd name="connsiteY2" fmla="*/ 7049 h 14097"/>
                <a:gd name="connsiteX3" fmla="*/ 6953 w 14097"/>
                <a:gd name="connsiteY3" fmla="*/ 0 h 14097"/>
                <a:gd name="connsiteX4" fmla="*/ 14097 w 14097"/>
                <a:gd name="connsiteY4" fmla="*/ 7049 h 14097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14097" h="14097">
                  <a:moveTo>
                    <a:pt x="14097" y="7049"/>
                  </a:moveTo>
                  <a:cubicBezTo>
                    <a:pt x="14097" y="10954"/>
                    <a:pt x="10954" y="14097"/>
                    <a:pt x="7049" y="14097"/>
                  </a:cubicBezTo>
                  <a:cubicBezTo>
                    <a:pt x="3143" y="14097"/>
                    <a:pt x="0" y="10954"/>
                    <a:pt x="0" y="7049"/>
                  </a:cubicBezTo>
                  <a:cubicBezTo>
                    <a:pt x="0" y="3143"/>
                    <a:pt x="3048" y="0"/>
                    <a:pt x="6953" y="0"/>
                  </a:cubicBezTo>
                  <a:cubicBezTo>
                    <a:pt x="10954" y="0"/>
                    <a:pt x="14097" y="3143"/>
                    <a:pt x="14097" y="7049"/>
                  </a:cubicBezTo>
                  <a:close/>
                </a:path>
              </a:pathLst>
            </a:custGeom>
            <a:grpFill/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71" name="Freeform: Shape 70">
              <a:extLst>
                <a:ext uri="{FF2B5EF4-FFF2-40B4-BE49-F238E27FC236}">
                  <a16:creationId xmlns:a16="http://schemas.microsoft.com/office/drawing/2014/main" id="{ED0C44EA-BD25-49A3-9EB8-9D8DED7C19D7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6207620" y="3067039"/>
              <a:ext cx="14096" cy="14097"/>
            </a:xfrm>
            <a:custGeom>
              <a:avLst/>
              <a:gdLst>
                <a:gd name="connsiteX0" fmla="*/ 14097 w 14096"/>
                <a:gd name="connsiteY0" fmla="*/ 7049 h 14097"/>
                <a:gd name="connsiteX1" fmla="*/ 7048 w 14096"/>
                <a:gd name="connsiteY1" fmla="*/ 14097 h 14097"/>
                <a:gd name="connsiteX2" fmla="*/ 0 w 14096"/>
                <a:gd name="connsiteY2" fmla="*/ 7049 h 14097"/>
                <a:gd name="connsiteX3" fmla="*/ 7048 w 14096"/>
                <a:gd name="connsiteY3" fmla="*/ 0 h 14097"/>
                <a:gd name="connsiteX4" fmla="*/ 14097 w 14096"/>
                <a:gd name="connsiteY4" fmla="*/ 7049 h 14097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14096" h="14097">
                  <a:moveTo>
                    <a:pt x="14097" y="7049"/>
                  </a:moveTo>
                  <a:cubicBezTo>
                    <a:pt x="14097" y="10954"/>
                    <a:pt x="10954" y="14097"/>
                    <a:pt x="7048" y="14097"/>
                  </a:cubicBezTo>
                  <a:cubicBezTo>
                    <a:pt x="3143" y="14097"/>
                    <a:pt x="0" y="10954"/>
                    <a:pt x="0" y="7049"/>
                  </a:cubicBezTo>
                  <a:cubicBezTo>
                    <a:pt x="0" y="3143"/>
                    <a:pt x="3143" y="0"/>
                    <a:pt x="7048" y="0"/>
                  </a:cubicBezTo>
                  <a:cubicBezTo>
                    <a:pt x="10954" y="0"/>
                    <a:pt x="14097" y="3143"/>
                    <a:pt x="14097" y="7049"/>
                  </a:cubicBezTo>
                  <a:close/>
                </a:path>
              </a:pathLst>
            </a:custGeom>
            <a:grpFill/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72" name="Freeform: Shape 71">
              <a:extLst>
                <a:ext uri="{FF2B5EF4-FFF2-40B4-BE49-F238E27FC236}">
                  <a16:creationId xmlns:a16="http://schemas.microsoft.com/office/drawing/2014/main" id="{A3C9CCF2-15CC-4F7D-87F5-7FFEBAC9C24B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6266865" y="3067039"/>
              <a:ext cx="14096" cy="14097"/>
            </a:xfrm>
            <a:custGeom>
              <a:avLst/>
              <a:gdLst>
                <a:gd name="connsiteX0" fmla="*/ 14097 w 14096"/>
                <a:gd name="connsiteY0" fmla="*/ 7049 h 14097"/>
                <a:gd name="connsiteX1" fmla="*/ 7049 w 14096"/>
                <a:gd name="connsiteY1" fmla="*/ 14097 h 14097"/>
                <a:gd name="connsiteX2" fmla="*/ 0 w 14096"/>
                <a:gd name="connsiteY2" fmla="*/ 7049 h 14097"/>
                <a:gd name="connsiteX3" fmla="*/ 6953 w 14096"/>
                <a:gd name="connsiteY3" fmla="*/ 0 h 14097"/>
                <a:gd name="connsiteX4" fmla="*/ 14097 w 14096"/>
                <a:gd name="connsiteY4" fmla="*/ 7049 h 14097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14096" h="14097">
                  <a:moveTo>
                    <a:pt x="14097" y="7049"/>
                  </a:moveTo>
                  <a:cubicBezTo>
                    <a:pt x="14097" y="10954"/>
                    <a:pt x="10954" y="14097"/>
                    <a:pt x="7049" y="14097"/>
                  </a:cubicBezTo>
                  <a:cubicBezTo>
                    <a:pt x="3143" y="14097"/>
                    <a:pt x="0" y="10954"/>
                    <a:pt x="0" y="7049"/>
                  </a:cubicBezTo>
                  <a:cubicBezTo>
                    <a:pt x="0" y="3143"/>
                    <a:pt x="3048" y="0"/>
                    <a:pt x="6953" y="0"/>
                  </a:cubicBezTo>
                  <a:cubicBezTo>
                    <a:pt x="10859" y="0"/>
                    <a:pt x="14097" y="3143"/>
                    <a:pt x="14097" y="7049"/>
                  </a:cubicBezTo>
                  <a:close/>
                </a:path>
              </a:pathLst>
            </a:custGeom>
            <a:grpFill/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73" name="Freeform: Shape 72">
              <a:extLst>
                <a:ext uri="{FF2B5EF4-FFF2-40B4-BE49-F238E27FC236}">
                  <a16:creationId xmlns:a16="http://schemas.microsoft.com/office/drawing/2014/main" id="{8AA321D8-1D2C-472C-A2DB-EBB74498DDFE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6326014" y="3067039"/>
              <a:ext cx="14096" cy="14097"/>
            </a:xfrm>
            <a:custGeom>
              <a:avLst/>
              <a:gdLst>
                <a:gd name="connsiteX0" fmla="*/ 14097 w 14096"/>
                <a:gd name="connsiteY0" fmla="*/ 7049 h 14097"/>
                <a:gd name="connsiteX1" fmla="*/ 7048 w 14096"/>
                <a:gd name="connsiteY1" fmla="*/ 14097 h 14097"/>
                <a:gd name="connsiteX2" fmla="*/ 0 w 14096"/>
                <a:gd name="connsiteY2" fmla="*/ 7049 h 14097"/>
                <a:gd name="connsiteX3" fmla="*/ 7048 w 14096"/>
                <a:gd name="connsiteY3" fmla="*/ 0 h 14097"/>
                <a:gd name="connsiteX4" fmla="*/ 14097 w 14096"/>
                <a:gd name="connsiteY4" fmla="*/ 7049 h 14097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14096" h="14097">
                  <a:moveTo>
                    <a:pt x="14097" y="7049"/>
                  </a:moveTo>
                  <a:cubicBezTo>
                    <a:pt x="14097" y="10954"/>
                    <a:pt x="10954" y="14097"/>
                    <a:pt x="7048" y="14097"/>
                  </a:cubicBezTo>
                  <a:cubicBezTo>
                    <a:pt x="3143" y="14097"/>
                    <a:pt x="0" y="10954"/>
                    <a:pt x="0" y="7049"/>
                  </a:cubicBezTo>
                  <a:cubicBezTo>
                    <a:pt x="0" y="3143"/>
                    <a:pt x="3143" y="0"/>
                    <a:pt x="7048" y="0"/>
                  </a:cubicBezTo>
                  <a:cubicBezTo>
                    <a:pt x="10954" y="0"/>
                    <a:pt x="14097" y="3143"/>
                    <a:pt x="14097" y="7049"/>
                  </a:cubicBezTo>
                  <a:close/>
                </a:path>
              </a:pathLst>
            </a:custGeom>
            <a:grpFill/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74" name="Freeform: Shape 73">
              <a:extLst>
                <a:ext uri="{FF2B5EF4-FFF2-40B4-BE49-F238E27FC236}">
                  <a16:creationId xmlns:a16="http://schemas.microsoft.com/office/drawing/2014/main" id="{724680C1-4BB5-45DB-A558-82514418CF2A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6385260" y="3067039"/>
              <a:ext cx="14096" cy="14097"/>
            </a:xfrm>
            <a:custGeom>
              <a:avLst/>
              <a:gdLst>
                <a:gd name="connsiteX0" fmla="*/ 14097 w 14096"/>
                <a:gd name="connsiteY0" fmla="*/ 7049 h 14097"/>
                <a:gd name="connsiteX1" fmla="*/ 7048 w 14096"/>
                <a:gd name="connsiteY1" fmla="*/ 14097 h 14097"/>
                <a:gd name="connsiteX2" fmla="*/ 0 w 14096"/>
                <a:gd name="connsiteY2" fmla="*/ 7049 h 14097"/>
                <a:gd name="connsiteX3" fmla="*/ 6953 w 14096"/>
                <a:gd name="connsiteY3" fmla="*/ 0 h 14097"/>
                <a:gd name="connsiteX4" fmla="*/ 14097 w 14096"/>
                <a:gd name="connsiteY4" fmla="*/ 7049 h 14097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14096" h="14097">
                  <a:moveTo>
                    <a:pt x="14097" y="7049"/>
                  </a:moveTo>
                  <a:cubicBezTo>
                    <a:pt x="14097" y="10954"/>
                    <a:pt x="10954" y="14097"/>
                    <a:pt x="7048" y="14097"/>
                  </a:cubicBezTo>
                  <a:cubicBezTo>
                    <a:pt x="3143" y="14097"/>
                    <a:pt x="0" y="10954"/>
                    <a:pt x="0" y="7049"/>
                  </a:cubicBezTo>
                  <a:cubicBezTo>
                    <a:pt x="0" y="3143"/>
                    <a:pt x="3048" y="0"/>
                    <a:pt x="6953" y="0"/>
                  </a:cubicBezTo>
                  <a:cubicBezTo>
                    <a:pt x="10858" y="0"/>
                    <a:pt x="14097" y="3143"/>
                    <a:pt x="14097" y="7049"/>
                  </a:cubicBezTo>
                  <a:close/>
                </a:path>
              </a:pathLst>
            </a:custGeom>
            <a:grpFill/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75" name="Freeform: Shape 74">
              <a:extLst>
                <a:ext uri="{FF2B5EF4-FFF2-40B4-BE49-F238E27FC236}">
                  <a16:creationId xmlns:a16="http://schemas.microsoft.com/office/drawing/2014/main" id="{C94F4CEF-82DD-4CFB-8EE3-4AB115F6A079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6444410" y="3067039"/>
              <a:ext cx="14096" cy="14097"/>
            </a:xfrm>
            <a:custGeom>
              <a:avLst/>
              <a:gdLst>
                <a:gd name="connsiteX0" fmla="*/ 14097 w 14096"/>
                <a:gd name="connsiteY0" fmla="*/ 7049 h 14097"/>
                <a:gd name="connsiteX1" fmla="*/ 7048 w 14096"/>
                <a:gd name="connsiteY1" fmla="*/ 14097 h 14097"/>
                <a:gd name="connsiteX2" fmla="*/ 0 w 14096"/>
                <a:gd name="connsiteY2" fmla="*/ 7049 h 14097"/>
                <a:gd name="connsiteX3" fmla="*/ 7048 w 14096"/>
                <a:gd name="connsiteY3" fmla="*/ 0 h 14097"/>
                <a:gd name="connsiteX4" fmla="*/ 14097 w 14096"/>
                <a:gd name="connsiteY4" fmla="*/ 7049 h 14097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14096" h="14097">
                  <a:moveTo>
                    <a:pt x="14097" y="7049"/>
                  </a:moveTo>
                  <a:cubicBezTo>
                    <a:pt x="14097" y="10941"/>
                    <a:pt x="10941" y="14097"/>
                    <a:pt x="7048" y="14097"/>
                  </a:cubicBezTo>
                  <a:cubicBezTo>
                    <a:pt x="3156" y="14097"/>
                    <a:pt x="0" y="10941"/>
                    <a:pt x="0" y="7049"/>
                  </a:cubicBezTo>
                  <a:cubicBezTo>
                    <a:pt x="0" y="3156"/>
                    <a:pt x="3156" y="0"/>
                    <a:pt x="7048" y="0"/>
                  </a:cubicBezTo>
                  <a:cubicBezTo>
                    <a:pt x="10941" y="0"/>
                    <a:pt x="14097" y="3156"/>
                    <a:pt x="14097" y="7049"/>
                  </a:cubicBezTo>
                  <a:close/>
                </a:path>
              </a:pathLst>
            </a:custGeom>
            <a:grpFill/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76" name="Freeform: Shape 75">
              <a:extLst>
                <a:ext uri="{FF2B5EF4-FFF2-40B4-BE49-F238E27FC236}">
                  <a16:creationId xmlns:a16="http://schemas.microsoft.com/office/drawing/2014/main" id="{4F186C9C-C620-4426-A674-E40F808F6689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6148469" y="3126281"/>
              <a:ext cx="14097" cy="14099"/>
            </a:xfrm>
            <a:custGeom>
              <a:avLst/>
              <a:gdLst>
                <a:gd name="connsiteX0" fmla="*/ 14097 w 14097"/>
                <a:gd name="connsiteY0" fmla="*/ 7051 h 14099"/>
                <a:gd name="connsiteX1" fmla="*/ 7049 w 14097"/>
                <a:gd name="connsiteY1" fmla="*/ 14099 h 14099"/>
                <a:gd name="connsiteX2" fmla="*/ 0 w 14097"/>
                <a:gd name="connsiteY2" fmla="*/ 7051 h 14099"/>
                <a:gd name="connsiteX3" fmla="*/ 7049 w 14097"/>
                <a:gd name="connsiteY3" fmla="*/ 2 h 14099"/>
                <a:gd name="connsiteX4" fmla="*/ 14097 w 14097"/>
                <a:gd name="connsiteY4" fmla="*/ 7051 h 14099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14097" h="14099">
                  <a:moveTo>
                    <a:pt x="14097" y="7051"/>
                  </a:moveTo>
                  <a:cubicBezTo>
                    <a:pt x="14097" y="10956"/>
                    <a:pt x="10954" y="14099"/>
                    <a:pt x="7049" y="14099"/>
                  </a:cubicBezTo>
                  <a:cubicBezTo>
                    <a:pt x="3143" y="14099"/>
                    <a:pt x="0" y="10956"/>
                    <a:pt x="0" y="7051"/>
                  </a:cubicBezTo>
                  <a:cubicBezTo>
                    <a:pt x="0" y="3145"/>
                    <a:pt x="3143" y="2"/>
                    <a:pt x="7049" y="2"/>
                  </a:cubicBezTo>
                  <a:cubicBezTo>
                    <a:pt x="10954" y="-93"/>
                    <a:pt x="14097" y="3145"/>
                    <a:pt x="14097" y="7051"/>
                  </a:cubicBezTo>
                  <a:close/>
                </a:path>
              </a:pathLst>
            </a:custGeom>
            <a:grpFill/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77" name="Freeform: Shape 76">
              <a:extLst>
                <a:ext uri="{FF2B5EF4-FFF2-40B4-BE49-F238E27FC236}">
                  <a16:creationId xmlns:a16="http://schemas.microsoft.com/office/drawing/2014/main" id="{8929942C-BA3F-40EF-94DD-4A5C22C5B742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6207620" y="3126281"/>
              <a:ext cx="14096" cy="14099"/>
            </a:xfrm>
            <a:custGeom>
              <a:avLst/>
              <a:gdLst>
                <a:gd name="connsiteX0" fmla="*/ 14097 w 14096"/>
                <a:gd name="connsiteY0" fmla="*/ 7051 h 14099"/>
                <a:gd name="connsiteX1" fmla="*/ 7048 w 14096"/>
                <a:gd name="connsiteY1" fmla="*/ 14099 h 14099"/>
                <a:gd name="connsiteX2" fmla="*/ 0 w 14096"/>
                <a:gd name="connsiteY2" fmla="*/ 7051 h 14099"/>
                <a:gd name="connsiteX3" fmla="*/ 7048 w 14096"/>
                <a:gd name="connsiteY3" fmla="*/ 2 h 14099"/>
                <a:gd name="connsiteX4" fmla="*/ 14097 w 14096"/>
                <a:gd name="connsiteY4" fmla="*/ 7051 h 14099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14096" h="14099">
                  <a:moveTo>
                    <a:pt x="14097" y="7051"/>
                  </a:moveTo>
                  <a:cubicBezTo>
                    <a:pt x="14097" y="10956"/>
                    <a:pt x="10954" y="14099"/>
                    <a:pt x="7048" y="14099"/>
                  </a:cubicBezTo>
                  <a:cubicBezTo>
                    <a:pt x="3143" y="14099"/>
                    <a:pt x="0" y="10956"/>
                    <a:pt x="0" y="7051"/>
                  </a:cubicBezTo>
                  <a:cubicBezTo>
                    <a:pt x="0" y="3145"/>
                    <a:pt x="3143" y="2"/>
                    <a:pt x="7048" y="2"/>
                  </a:cubicBezTo>
                  <a:cubicBezTo>
                    <a:pt x="10954" y="-93"/>
                    <a:pt x="14097" y="3145"/>
                    <a:pt x="14097" y="7051"/>
                  </a:cubicBezTo>
                  <a:close/>
                </a:path>
              </a:pathLst>
            </a:custGeom>
            <a:grpFill/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78" name="Freeform: Shape 77">
              <a:extLst>
                <a:ext uri="{FF2B5EF4-FFF2-40B4-BE49-F238E27FC236}">
                  <a16:creationId xmlns:a16="http://schemas.microsoft.com/office/drawing/2014/main" id="{D234974B-3555-465B-95A7-1C63CE738673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6266865" y="3126281"/>
              <a:ext cx="14096" cy="14099"/>
            </a:xfrm>
            <a:custGeom>
              <a:avLst/>
              <a:gdLst>
                <a:gd name="connsiteX0" fmla="*/ 14097 w 14096"/>
                <a:gd name="connsiteY0" fmla="*/ 7051 h 14099"/>
                <a:gd name="connsiteX1" fmla="*/ 7049 w 14096"/>
                <a:gd name="connsiteY1" fmla="*/ 14099 h 14099"/>
                <a:gd name="connsiteX2" fmla="*/ 0 w 14096"/>
                <a:gd name="connsiteY2" fmla="*/ 7051 h 14099"/>
                <a:gd name="connsiteX3" fmla="*/ 7049 w 14096"/>
                <a:gd name="connsiteY3" fmla="*/ 2 h 14099"/>
                <a:gd name="connsiteX4" fmla="*/ 14097 w 14096"/>
                <a:gd name="connsiteY4" fmla="*/ 7051 h 14099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14096" h="14099">
                  <a:moveTo>
                    <a:pt x="14097" y="7051"/>
                  </a:moveTo>
                  <a:cubicBezTo>
                    <a:pt x="14097" y="10956"/>
                    <a:pt x="10954" y="14099"/>
                    <a:pt x="7049" y="14099"/>
                  </a:cubicBezTo>
                  <a:cubicBezTo>
                    <a:pt x="3143" y="14099"/>
                    <a:pt x="0" y="10956"/>
                    <a:pt x="0" y="7051"/>
                  </a:cubicBezTo>
                  <a:cubicBezTo>
                    <a:pt x="0" y="3145"/>
                    <a:pt x="3143" y="2"/>
                    <a:pt x="7049" y="2"/>
                  </a:cubicBezTo>
                  <a:cubicBezTo>
                    <a:pt x="10859" y="-93"/>
                    <a:pt x="14097" y="3145"/>
                    <a:pt x="14097" y="7051"/>
                  </a:cubicBezTo>
                  <a:close/>
                </a:path>
              </a:pathLst>
            </a:custGeom>
            <a:grpFill/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79" name="Freeform: Shape 78">
              <a:extLst>
                <a:ext uri="{FF2B5EF4-FFF2-40B4-BE49-F238E27FC236}">
                  <a16:creationId xmlns:a16="http://schemas.microsoft.com/office/drawing/2014/main" id="{0E38F9FD-48AC-4C3E-9E75-D1C0B555E06C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6326014" y="3126281"/>
              <a:ext cx="14096" cy="14099"/>
            </a:xfrm>
            <a:custGeom>
              <a:avLst/>
              <a:gdLst>
                <a:gd name="connsiteX0" fmla="*/ 14097 w 14096"/>
                <a:gd name="connsiteY0" fmla="*/ 7051 h 14099"/>
                <a:gd name="connsiteX1" fmla="*/ 7048 w 14096"/>
                <a:gd name="connsiteY1" fmla="*/ 14099 h 14099"/>
                <a:gd name="connsiteX2" fmla="*/ 0 w 14096"/>
                <a:gd name="connsiteY2" fmla="*/ 7051 h 14099"/>
                <a:gd name="connsiteX3" fmla="*/ 7048 w 14096"/>
                <a:gd name="connsiteY3" fmla="*/ 2 h 14099"/>
                <a:gd name="connsiteX4" fmla="*/ 14097 w 14096"/>
                <a:gd name="connsiteY4" fmla="*/ 7051 h 14099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14096" h="14099">
                  <a:moveTo>
                    <a:pt x="14097" y="7051"/>
                  </a:moveTo>
                  <a:cubicBezTo>
                    <a:pt x="14097" y="10956"/>
                    <a:pt x="10954" y="14099"/>
                    <a:pt x="7048" y="14099"/>
                  </a:cubicBezTo>
                  <a:cubicBezTo>
                    <a:pt x="3143" y="14099"/>
                    <a:pt x="0" y="10956"/>
                    <a:pt x="0" y="7051"/>
                  </a:cubicBezTo>
                  <a:cubicBezTo>
                    <a:pt x="0" y="3145"/>
                    <a:pt x="3143" y="2"/>
                    <a:pt x="7048" y="2"/>
                  </a:cubicBezTo>
                  <a:cubicBezTo>
                    <a:pt x="10954" y="-93"/>
                    <a:pt x="14097" y="3145"/>
                    <a:pt x="14097" y="7051"/>
                  </a:cubicBezTo>
                  <a:close/>
                </a:path>
              </a:pathLst>
            </a:custGeom>
            <a:grpFill/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80" name="Freeform: Shape 79">
              <a:extLst>
                <a:ext uri="{FF2B5EF4-FFF2-40B4-BE49-F238E27FC236}">
                  <a16:creationId xmlns:a16="http://schemas.microsoft.com/office/drawing/2014/main" id="{3AA72E26-5C3D-4231-9042-E00AE43E801E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6385260" y="3126281"/>
              <a:ext cx="14096" cy="14099"/>
            </a:xfrm>
            <a:custGeom>
              <a:avLst/>
              <a:gdLst>
                <a:gd name="connsiteX0" fmla="*/ 14097 w 14096"/>
                <a:gd name="connsiteY0" fmla="*/ 7051 h 14099"/>
                <a:gd name="connsiteX1" fmla="*/ 7048 w 14096"/>
                <a:gd name="connsiteY1" fmla="*/ 14099 h 14099"/>
                <a:gd name="connsiteX2" fmla="*/ 0 w 14096"/>
                <a:gd name="connsiteY2" fmla="*/ 7051 h 14099"/>
                <a:gd name="connsiteX3" fmla="*/ 7048 w 14096"/>
                <a:gd name="connsiteY3" fmla="*/ 2 h 14099"/>
                <a:gd name="connsiteX4" fmla="*/ 14097 w 14096"/>
                <a:gd name="connsiteY4" fmla="*/ 7051 h 14099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14096" h="14099">
                  <a:moveTo>
                    <a:pt x="14097" y="7051"/>
                  </a:moveTo>
                  <a:cubicBezTo>
                    <a:pt x="14097" y="10956"/>
                    <a:pt x="10954" y="14099"/>
                    <a:pt x="7048" y="14099"/>
                  </a:cubicBezTo>
                  <a:cubicBezTo>
                    <a:pt x="3143" y="14099"/>
                    <a:pt x="0" y="10956"/>
                    <a:pt x="0" y="7051"/>
                  </a:cubicBezTo>
                  <a:cubicBezTo>
                    <a:pt x="0" y="3145"/>
                    <a:pt x="3143" y="2"/>
                    <a:pt x="7048" y="2"/>
                  </a:cubicBezTo>
                  <a:cubicBezTo>
                    <a:pt x="10858" y="-93"/>
                    <a:pt x="14097" y="3145"/>
                    <a:pt x="14097" y="7051"/>
                  </a:cubicBezTo>
                  <a:close/>
                </a:path>
              </a:pathLst>
            </a:custGeom>
            <a:grpFill/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81" name="Freeform: Shape 80">
              <a:extLst>
                <a:ext uri="{FF2B5EF4-FFF2-40B4-BE49-F238E27FC236}">
                  <a16:creationId xmlns:a16="http://schemas.microsoft.com/office/drawing/2014/main" id="{6684433D-3C9E-4C19-A801-D51CF3064F1A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6444410" y="3126283"/>
              <a:ext cx="14096" cy="14097"/>
            </a:xfrm>
            <a:custGeom>
              <a:avLst/>
              <a:gdLst>
                <a:gd name="connsiteX0" fmla="*/ 14097 w 14096"/>
                <a:gd name="connsiteY0" fmla="*/ 7049 h 14097"/>
                <a:gd name="connsiteX1" fmla="*/ 7048 w 14096"/>
                <a:gd name="connsiteY1" fmla="*/ 14097 h 14097"/>
                <a:gd name="connsiteX2" fmla="*/ 0 w 14096"/>
                <a:gd name="connsiteY2" fmla="*/ 7049 h 14097"/>
                <a:gd name="connsiteX3" fmla="*/ 7048 w 14096"/>
                <a:gd name="connsiteY3" fmla="*/ 0 h 14097"/>
                <a:gd name="connsiteX4" fmla="*/ 14097 w 14096"/>
                <a:gd name="connsiteY4" fmla="*/ 7049 h 14097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14096" h="14097">
                  <a:moveTo>
                    <a:pt x="14097" y="7049"/>
                  </a:moveTo>
                  <a:cubicBezTo>
                    <a:pt x="14097" y="10954"/>
                    <a:pt x="10954" y="14097"/>
                    <a:pt x="7048" y="14097"/>
                  </a:cubicBezTo>
                  <a:cubicBezTo>
                    <a:pt x="3143" y="14097"/>
                    <a:pt x="0" y="10954"/>
                    <a:pt x="0" y="7049"/>
                  </a:cubicBezTo>
                  <a:cubicBezTo>
                    <a:pt x="0" y="3143"/>
                    <a:pt x="3143" y="0"/>
                    <a:pt x="7048" y="0"/>
                  </a:cubicBezTo>
                  <a:cubicBezTo>
                    <a:pt x="10954" y="0"/>
                    <a:pt x="14097" y="3143"/>
                    <a:pt x="14097" y="7049"/>
                  </a:cubicBezTo>
                  <a:close/>
                </a:path>
              </a:pathLst>
            </a:custGeom>
            <a:grpFill/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82" name="Freeform: Shape 81">
              <a:extLst>
                <a:ext uri="{FF2B5EF4-FFF2-40B4-BE49-F238E27FC236}">
                  <a16:creationId xmlns:a16="http://schemas.microsoft.com/office/drawing/2014/main" id="{DADB0C3D-A021-4F40-93B3-76B61334FD91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6148469" y="3185433"/>
              <a:ext cx="14097" cy="14096"/>
            </a:xfrm>
            <a:custGeom>
              <a:avLst/>
              <a:gdLst>
                <a:gd name="connsiteX0" fmla="*/ 14097 w 14097"/>
                <a:gd name="connsiteY0" fmla="*/ 7048 h 14096"/>
                <a:gd name="connsiteX1" fmla="*/ 7049 w 14097"/>
                <a:gd name="connsiteY1" fmla="*/ 14097 h 14096"/>
                <a:gd name="connsiteX2" fmla="*/ 0 w 14097"/>
                <a:gd name="connsiteY2" fmla="*/ 7048 h 14096"/>
                <a:gd name="connsiteX3" fmla="*/ 7049 w 14097"/>
                <a:gd name="connsiteY3" fmla="*/ 0 h 14096"/>
                <a:gd name="connsiteX4" fmla="*/ 14097 w 14097"/>
                <a:gd name="connsiteY4" fmla="*/ 7048 h 1409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14097" h="14096">
                  <a:moveTo>
                    <a:pt x="14097" y="7048"/>
                  </a:moveTo>
                  <a:cubicBezTo>
                    <a:pt x="14097" y="10954"/>
                    <a:pt x="10954" y="14097"/>
                    <a:pt x="7049" y="14097"/>
                  </a:cubicBezTo>
                  <a:cubicBezTo>
                    <a:pt x="3143" y="14097"/>
                    <a:pt x="0" y="10954"/>
                    <a:pt x="0" y="7048"/>
                  </a:cubicBezTo>
                  <a:cubicBezTo>
                    <a:pt x="0" y="3143"/>
                    <a:pt x="3143" y="0"/>
                    <a:pt x="7049" y="0"/>
                  </a:cubicBezTo>
                  <a:cubicBezTo>
                    <a:pt x="10954" y="0"/>
                    <a:pt x="14097" y="3143"/>
                    <a:pt x="14097" y="7048"/>
                  </a:cubicBezTo>
                  <a:close/>
                </a:path>
              </a:pathLst>
            </a:custGeom>
            <a:grpFill/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83" name="Freeform: Shape 82">
              <a:extLst>
                <a:ext uri="{FF2B5EF4-FFF2-40B4-BE49-F238E27FC236}">
                  <a16:creationId xmlns:a16="http://schemas.microsoft.com/office/drawing/2014/main" id="{41781C18-F408-401D-8A86-99FFBB989565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6207620" y="3185433"/>
              <a:ext cx="14096" cy="14096"/>
            </a:xfrm>
            <a:custGeom>
              <a:avLst/>
              <a:gdLst>
                <a:gd name="connsiteX0" fmla="*/ 14097 w 14096"/>
                <a:gd name="connsiteY0" fmla="*/ 7048 h 14096"/>
                <a:gd name="connsiteX1" fmla="*/ 7048 w 14096"/>
                <a:gd name="connsiteY1" fmla="*/ 14097 h 14096"/>
                <a:gd name="connsiteX2" fmla="*/ 0 w 14096"/>
                <a:gd name="connsiteY2" fmla="*/ 7048 h 14096"/>
                <a:gd name="connsiteX3" fmla="*/ 7048 w 14096"/>
                <a:gd name="connsiteY3" fmla="*/ 0 h 14096"/>
                <a:gd name="connsiteX4" fmla="*/ 14097 w 14096"/>
                <a:gd name="connsiteY4" fmla="*/ 7048 h 1409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14096" h="14096">
                  <a:moveTo>
                    <a:pt x="14097" y="7048"/>
                  </a:moveTo>
                  <a:cubicBezTo>
                    <a:pt x="14097" y="10954"/>
                    <a:pt x="10954" y="14097"/>
                    <a:pt x="7048" y="14097"/>
                  </a:cubicBezTo>
                  <a:cubicBezTo>
                    <a:pt x="3143" y="14097"/>
                    <a:pt x="0" y="10954"/>
                    <a:pt x="0" y="7048"/>
                  </a:cubicBezTo>
                  <a:cubicBezTo>
                    <a:pt x="0" y="3143"/>
                    <a:pt x="3143" y="0"/>
                    <a:pt x="7048" y="0"/>
                  </a:cubicBezTo>
                  <a:cubicBezTo>
                    <a:pt x="10954" y="0"/>
                    <a:pt x="14097" y="3143"/>
                    <a:pt x="14097" y="7048"/>
                  </a:cubicBezTo>
                  <a:close/>
                </a:path>
              </a:pathLst>
            </a:custGeom>
            <a:grpFill/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84" name="Freeform: Shape 83">
              <a:extLst>
                <a:ext uri="{FF2B5EF4-FFF2-40B4-BE49-F238E27FC236}">
                  <a16:creationId xmlns:a16="http://schemas.microsoft.com/office/drawing/2014/main" id="{9D958D9F-E4B0-48B1-ADA4-3053AFB5D9CE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6266865" y="3185433"/>
              <a:ext cx="14096" cy="14096"/>
            </a:xfrm>
            <a:custGeom>
              <a:avLst/>
              <a:gdLst>
                <a:gd name="connsiteX0" fmla="*/ 14097 w 14096"/>
                <a:gd name="connsiteY0" fmla="*/ 7048 h 14096"/>
                <a:gd name="connsiteX1" fmla="*/ 7049 w 14096"/>
                <a:gd name="connsiteY1" fmla="*/ 14097 h 14096"/>
                <a:gd name="connsiteX2" fmla="*/ 0 w 14096"/>
                <a:gd name="connsiteY2" fmla="*/ 7048 h 14096"/>
                <a:gd name="connsiteX3" fmla="*/ 7049 w 14096"/>
                <a:gd name="connsiteY3" fmla="*/ 0 h 14096"/>
                <a:gd name="connsiteX4" fmla="*/ 14097 w 14096"/>
                <a:gd name="connsiteY4" fmla="*/ 7048 h 1409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14096" h="14096">
                  <a:moveTo>
                    <a:pt x="14097" y="7048"/>
                  </a:moveTo>
                  <a:cubicBezTo>
                    <a:pt x="14097" y="10954"/>
                    <a:pt x="10954" y="14097"/>
                    <a:pt x="7049" y="14097"/>
                  </a:cubicBezTo>
                  <a:cubicBezTo>
                    <a:pt x="3143" y="14097"/>
                    <a:pt x="0" y="10954"/>
                    <a:pt x="0" y="7048"/>
                  </a:cubicBezTo>
                  <a:cubicBezTo>
                    <a:pt x="0" y="3143"/>
                    <a:pt x="3143" y="0"/>
                    <a:pt x="7049" y="0"/>
                  </a:cubicBezTo>
                  <a:cubicBezTo>
                    <a:pt x="10859" y="0"/>
                    <a:pt x="14097" y="3143"/>
                    <a:pt x="14097" y="7048"/>
                  </a:cubicBezTo>
                  <a:close/>
                </a:path>
              </a:pathLst>
            </a:custGeom>
            <a:grpFill/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85" name="Freeform: Shape 84">
              <a:extLst>
                <a:ext uri="{FF2B5EF4-FFF2-40B4-BE49-F238E27FC236}">
                  <a16:creationId xmlns:a16="http://schemas.microsoft.com/office/drawing/2014/main" id="{43EFCD46-F0FB-499C-81B9-3508FE5C8C5E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6326014" y="3185433"/>
              <a:ext cx="14096" cy="14096"/>
            </a:xfrm>
            <a:custGeom>
              <a:avLst/>
              <a:gdLst>
                <a:gd name="connsiteX0" fmla="*/ 14097 w 14096"/>
                <a:gd name="connsiteY0" fmla="*/ 7048 h 14096"/>
                <a:gd name="connsiteX1" fmla="*/ 7048 w 14096"/>
                <a:gd name="connsiteY1" fmla="*/ 14097 h 14096"/>
                <a:gd name="connsiteX2" fmla="*/ 0 w 14096"/>
                <a:gd name="connsiteY2" fmla="*/ 7048 h 14096"/>
                <a:gd name="connsiteX3" fmla="*/ 7048 w 14096"/>
                <a:gd name="connsiteY3" fmla="*/ 0 h 14096"/>
                <a:gd name="connsiteX4" fmla="*/ 14097 w 14096"/>
                <a:gd name="connsiteY4" fmla="*/ 7048 h 1409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14096" h="14096">
                  <a:moveTo>
                    <a:pt x="14097" y="7048"/>
                  </a:moveTo>
                  <a:cubicBezTo>
                    <a:pt x="14097" y="10954"/>
                    <a:pt x="10954" y="14097"/>
                    <a:pt x="7048" y="14097"/>
                  </a:cubicBezTo>
                  <a:cubicBezTo>
                    <a:pt x="3143" y="14097"/>
                    <a:pt x="0" y="10954"/>
                    <a:pt x="0" y="7048"/>
                  </a:cubicBezTo>
                  <a:cubicBezTo>
                    <a:pt x="0" y="3143"/>
                    <a:pt x="3143" y="0"/>
                    <a:pt x="7048" y="0"/>
                  </a:cubicBezTo>
                  <a:cubicBezTo>
                    <a:pt x="10954" y="0"/>
                    <a:pt x="14097" y="3143"/>
                    <a:pt x="14097" y="7048"/>
                  </a:cubicBezTo>
                  <a:close/>
                </a:path>
              </a:pathLst>
            </a:custGeom>
            <a:grpFill/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86" name="Freeform: Shape 85">
              <a:extLst>
                <a:ext uri="{FF2B5EF4-FFF2-40B4-BE49-F238E27FC236}">
                  <a16:creationId xmlns:a16="http://schemas.microsoft.com/office/drawing/2014/main" id="{2B6A130F-CB85-4BDA-8DDF-8DAAB2F7D049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6385260" y="3185433"/>
              <a:ext cx="14096" cy="14096"/>
            </a:xfrm>
            <a:custGeom>
              <a:avLst/>
              <a:gdLst>
                <a:gd name="connsiteX0" fmla="*/ 14097 w 14096"/>
                <a:gd name="connsiteY0" fmla="*/ 7048 h 14096"/>
                <a:gd name="connsiteX1" fmla="*/ 7048 w 14096"/>
                <a:gd name="connsiteY1" fmla="*/ 14097 h 14096"/>
                <a:gd name="connsiteX2" fmla="*/ 0 w 14096"/>
                <a:gd name="connsiteY2" fmla="*/ 7048 h 14096"/>
                <a:gd name="connsiteX3" fmla="*/ 7048 w 14096"/>
                <a:gd name="connsiteY3" fmla="*/ 0 h 14096"/>
                <a:gd name="connsiteX4" fmla="*/ 14097 w 14096"/>
                <a:gd name="connsiteY4" fmla="*/ 7048 h 1409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14096" h="14096">
                  <a:moveTo>
                    <a:pt x="14097" y="7048"/>
                  </a:moveTo>
                  <a:cubicBezTo>
                    <a:pt x="14097" y="10954"/>
                    <a:pt x="10954" y="14097"/>
                    <a:pt x="7048" y="14097"/>
                  </a:cubicBezTo>
                  <a:cubicBezTo>
                    <a:pt x="3143" y="14097"/>
                    <a:pt x="0" y="10954"/>
                    <a:pt x="0" y="7048"/>
                  </a:cubicBezTo>
                  <a:cubicBezTo>
                    <a:pt x="0" y="3143"/>
                    <a:pt x="3143" y="0"/>
                    <a:pt x="7048" y="0"/>
                  </a:cubicBezTo>
                  <a:cubicBezTo>
                    <a:pt x="10858" y="0"/>
                    <a:pt x="14097" y="3143"/>
                    <a:pt x="14097" y="7048"/>
                  </a:cubicBezTo>
                  <a:close/>
                </a:path>
              </a:pathLst>
            </a:custGeom>
            <a:grpFill/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87" name="Freeform: Shape 86">
              <a:extLst>
                <a:ext uri="{FF2B5EF4-FFF2-40B4-BE49-F238E27FC236}">
                  <a16:creationId xmlns:a16="http://schemas.microsoft.com/office/drawing/2014/main" id="{9359DA40-CA94-4B1F-9BE6-C800BEEC776F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6444410" y="3185432"/>
              <a:ext cx="14096" cy="14097"/>
            </a:xfrm>
            <a:custGeom>
              <a:avLst/>
              <a:gdLst>
                <a:gd name="connsiteX0" fmla="*/ 14097 w 14096"/>
                <a:gd name="connsiteY0" fmla="*/ 7049 h 14097"/>
                <a:gd name="connsiteX1" fmla="*/ 7048 w 14096"/>
                <a:gd name="connsiteY1" fmla="*/ 14097 h 14097"/>
                <a:gd name="connsiteX2" fmla="*/ 0 w 14096"/>
                <a:gd name="connsiteY2" fmla="*/ 7049 h 14097"/>
                <a:gd name="connsiteX3" fmla="*/ 7048 w 14096"/>
                <a:gd name="connsiteY3" fmla="*/ 0 h 14097"/>
                <a:gd name="connsiteX4" fmla="*/ 14097 w 14096"/>
                <a:gd name="connsiteY4" fmla="*/ 7049 h 14097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14096" h="14097">
                  <a:moveTo>
                    <a:pt x="14097" y="7049"/>
                  </a:moveTo>
                  <a:cubicBezTo>
                    <a:pt x="14097" y="10941"/>
                    <a:pt x="10941" y="14097"/>
                    <a:pt x="7048" y="14097"/>
                  </a:cubicBezTo>
                  <a:cubicBezTo>
                    <a:pt x="3156" y="14097"/>
                    <a:pt x="0" y="10941"/>
                    <a:pt x="0" y="7049"/>
                  </a:cubicBezTo>
                  <a:cubicBezTo>
                    <a:pt x="0" y="3156"/>
                    <a:pt x="3156" y="0"/>
                    <a:pt x="7048" y="0"/>
                  </a:cubicBezTo>
                  <a:cubicBezTo>
                    <a:pt x="10941" y="0"/>
                    <a:pt x="14097" y="3156"/>
                    <a:pt x="14097" y="7049"/>
                  </a:cubicBezTo>
                  <a:close/>
                </a:path>
              </a:pathLst>
            </a:custGeom>
            <a:grpFill/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88" name="Freeform: Shape 87">
              <a:extLst>
                <a:ext uri="{FF2B5EF4-FFF2-40B4-BE49-F238E27FC236}">
                  <a16:creationId xmlns:a16="http://schemas.microsoft.com/office/drawing/2014/main" id="{73304FCD-8DAD-4BC8-A16E-84DDCA07FF44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6148469" y="3244676"/>
              <a:ext cx="14097" cy="14099"/>
            </a:xfrm>
            <a:custGeom>
              <a:avLst/>
              <a:gdLst>
                <a:gd name="connsiteX0" fmla="*/ 14097 w 14097"/>
                <a:gd name="connsiteY0" fmla="*/ 7051 h 14099"/>
                <a:gd name="connsiteX1" fmla="*/ 7049 w 14097"/>
                <a:gd name="connsiteY1" fmla="*/ 14099 h 14099"/>
                <a:gd name="connsiteX2" fmla="*/ 0 w 14097"/>
                <a:gd name="connsiteY2" fmla="*/ 7051 h 14099"/>
                <a:gd name="connsiteX3" fmla="*/ 7049 w 14097"/>
                <a:gd name="connsiteY3" fmla="*/ 2 h 14099"/>
                <a:gd name="connsiteX4" fmla="*/ 14097 w 14097"/>
                <a:gd name="connsiteY4" fmla="*/ 7051 h 14099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14097" h="14099">
                  <a:moveTo>
                    <a:pt x="14097" y="7051"/>
                  </a:moveTo>
                  <a:cubicBezTo>
                    <a:pt x="14097" y="10956"/>
                    <a:pt x="10954" y="14099"/>
                    <a:pt x="7049" y="14099"/>
                  </a:cubicBezTo>
                  <a:cubicBezTo>
                    <a:pt x="3143" y="14099"/>
                    <a:pt x="0" y="10956"/>
                    <a:pt x="0" y="7051"/>
                  </a:cubicBezTo>
                  <a:cubicBezTo>
                    <a:pt x="0" y="3145"/>
                    <a:pt x="3143" y="2"/>
                    <a:pt x="7049" y="2"/>
                  </a:cubicBezTo>
                  <a:cubicBezTo>
                    <a:pt x="10954" y="-93"/>
                    <a:pt x="14097" y="3145"/>
                    <a:pt x="14097" y="7051"/>
                  </a:cubicBezTo>
                  <a:close/>
                </a:path>
              </a:pathLst>
            </a:custGeom>
            <a:grpFill/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89" name="Freeform: Shape 88">
              <a:extLst>
                <a:ext uri="{FF2B5EF4-FFF2-40B4-BE49-F238E27FC236}">
                  <a16:creationId xmlns:a16="http://schemas.microsoft.com/office/drawing/2014/main" id="{BCB4864C-8F67-4BE7-89CC-664EA25EC5F2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6207620" y="3244676"/>
              <a:ext cx="14096" cy="14099"/>
            </a:xfrm>
            <a:custGeom>
              <a:avLst/>
              <a:gdLst>
                <a:gd name="connsiteX0" fmla="*/ 14097 w 14096"/>
                <a:gd name="connsiteY0" fmla="*/ 7051 h 14099"/>
                <a:gd name="connsiteX1" fmla="*/ 7048 w 14096"/>
                <a:gd name="connsiteY1" fmla="*/ 14099 h 14099"/>
                <a:gd name="connsiteX2" fmla="*/ 0 w 14096"/>
                <a:gd name="connsiteY2" fmla="*/ 7051 h 14099"/>
                <a:gd name="connsiteX3" fmla="*/ 7048 w 14096"/>
                <a:gd name="connsiteY3" fmla="*/ 2 h 14099"/>
                <a:gd name="connsiteX4" fmla="*/ 14097 w 14096"/>
                <a:gd name="connsiteY4" fmla="*/ 7051 h 14099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14096" h="14099">
                  <a:moveTo>
                    <a:pt x="14097" y="7051"/>
                  </a:moveTo>
                  <a:cubicBezTo>
                    <a:pt x="14097" y="10956"/>
                    <a:pt x="10954" y="14099"/>
                    <a:pt x="7048" y="14099"/>
                  </a:cubicBezTo>
                  <a:cubicBezTo>
                    <a:pt x="3143" y="14099"/>
                    <a:pt x="0" y="10956"/>
                    <a:pt x="0" y="7051"/>
                  </a:cubicBezTo>
                  <a:cubicBezTo>
                    <a:pt x="0" y="3145"/>
                    <a:pt x="3143" y="2"/>
                    <a:pt x="7048" y="2"/>
                  </a:cubicBezTo>
                  <a:cubicBezTo>
                    <a:pt x="10954" y="-93"/>
                    <a:pt x="14097" y="3145"/>
                    <a:pt x="14097" y="7051"/>
                  </a:cubicBezTo>
                  <a:close/>
                </a:path>
              </a:pathLst>
            </a:custGeom>
            <a:grpFill/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90" name="Freeform: Shape 89">
              <a:extLst>
                <a:ext uri="{FF2B5EF4-FFF2-40B4-BE49-F238E27FC236}">
                  <a16:creationId xmlns:a16="http://schemas.microsoft.com/office/drawing/2014/main" id="{845F543D-67FC-4640-A2A1-69DA6D05286E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6266865" y="3244676"/>
              <a:ext cx="14096" cy="14099"/>
            </a:xfrm>
            <a:custGeom>
              <a:avLst/>
              <a:gdLst>
                <a:gd name="connsiteX0" fmla="*/ 14097 w 14096"/>
                <a:gd name="connsiteY0" fmla="*/ 7051 h 14099"/>
                <a:gd name="connsiteX1" fmla="*/ 7049 w 14096"/>
                <a:gd name="connsiteY1" fmla="*/ 14099 h 14099"/>
                <a:gd name="connsiteX2" fmla="*/ 0 w 14096"/>
                <a:gd name="connsiteY2" fmla="*/ 7051 h 14099"/>
                <a:gd name="connsiteX3" fmla="*/ 7049 w 14096"/>
                <a:gd name="connsiteY3" fmla="*/ 2 h 14099"/>
                <a:gd name="connsiteX4" fmla="*/ 14097 w 14096"/>
                <a:gd name="connsiteY4" fmla="*/ 7051 h 14099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14096" h="14099">
                  <a:moveTo>
                    <a:pt x="14097" y="7051"/>
                  </a:moveTo>
                  <a:cubicBezTo>
                    <a:pt x="14097" y="10956"/>
                    <a:pt x="10954" y="14099"/>
                    <a:pt x="7049" y="14099"/>
                  </a:cubicBezTo>
                  <a:cubicBezTo>
                    <a:pt x="3143" y="14099"/>
                    <a:pt x="0" y="10956"/>
                    <a:pt x="0" y="7051"/>
                  </a:cubicBezTo>
                  <a:cubicBezTo>
                    <a:pt x="0" y="3145"/>
                    <a:pt x="3143" y="2"/>
                    <a:pt x="7049" y="2"/>
                  </a:cubicBezTo>
                  <a:cubicBezTo>
                    <a:pt x="10859" y="-93"/>
                    <a:pt x="14097" y="3145"/>
                    <a:pt x="14097" y="7051"/>
                  </a:cubicBezTo>
                  <a:close/>
                </a:path>
              </a:pathLst>
            </a:custGeom>
            <a:grpFill/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91" name="Freeform: Shape 90">
              <a:extLst>
                <a:ext uri="{FF2B5EF4-FFF2-40B4-BE49-F238E27FC236}">
                  <a16:creationId xmlns:a16="http://schemas.microsoft.com/office/drawing/2014/main" id="{DBDB2A9C-60E5-4F7E-BA2B-4DD1595FB972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6326014" y="3244676"/>
              <a:ext cx="14096" cy="14099"/>
            </a:xfrm>
            <a:custGeom>
              <a:avLst/>
              <a:gdLst>
                <a:gd name="connsiteX0" fmla="*/ 14097 w 14096"/>
                <a:gd name="connsiteY0" fmla="*/ 7051 h 14099"/>
                <a:gd name="connsiteX1" fmla="*/ 7048 w 14096"/>
                <a:gd name="connsiteY1" fmla="*/ 14099 h 14099"/>
                <a:gd name="connsiteX2" fmla="*/ 0 w 14096"/>
                <a:gd name="connsiteY2" fmla="*/ 7051 h 14099"/>
                <a:gd name="connsiteX3" fmla="*/ 7048 w 14096"/>
                <a:gd name="connsiteY3" fmla="*/ 2 h 14099"/>
                <a:gd name="connsiteX4" fmla="*/ 14097 w 14096"/>
                <a:gd name="connsiteY4" fmla="*/ 7051 h 14099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14096" h="14099">
                  <a:moveTo>
                    <a:pt x="14097" y="7051"/>
                  </a:moveTo>
                  <a:cubicBezTo>
                    <a:pt x="14097" y="10956"/>
                    <a:pt x="10954" y="14099"/>
                    <a:pt x="7048" y="14099"/>
                  </a:cubicBezTo>
                  <a:cubicBezTo>
                    <a:pt x="3143" y="14099"/>
                    <a:pt x="0" y="10956"/>
                    <a:pt x="0" y="7051"/>
                  </a:cubicBezTo>
                  <a:cubicBezTo>
                    <a:pt x="0" y="3145"/>
                    <a:pt x="3143" y="2"/>
                    <a:pt x="7048" y="2"/>
                  </a:cubicBezTo>
                  <a:cubicBezTo>
                    <a:pt x="10954" y="-93"/>
                    <a:pt x="14097" y="3145"/>
                    <a:pt x="14097" y="7051"/>
                  </a:cubicBezTo>
                  <a:close/>
                </a:path>
              </a:pathLst>
            </a:custGeom>
            <a:grpFill/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92" name="Freeform: Shape 91">
              <a:extLst>
                <a:ext uri="{FF2B5EF4-FFF2-40B4-BE49-F238E27FC236}">
                  <a16:creationId xmlns:a16="http://schemas.microsoft.com/office/drawing/2014/main" id="{72B10DA2-D88E-4952-BDB5-102E61B4B2FE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6385260" y="3244676"/>
              <a:ext cx="14096" cy="14099"/>
            </a:xfrm>
            <a:custGeom>
              <a:avLst/>
              <a:gdLst>
                <a:gd name="connsiteX0" fmla="*/ 14097 w 14096"/>
                <a:gd name="connsiteY0" fmla="*/ 7051 h 14099"/>
                <a:gd name="connsiteX1" fmla="*/ 7048 w 14096"/>
                <a:gd name="connsiteY1" fmla="*/ 14099 h 14099"/>
                <a:gd name="connsiteX2" fmla="*/ 0 w 14096"/>
                <a:gd name="connsiteY2" fmla="*/ 7051 h 14099"/>
                <a:gd name="connsiteX3" fmla="*/ 7048 w 14096"/>
                <a:gd name="connsiteY3" fmla="*/ 2 h 14099"/>
                <a:gd name="connsiteX4" fmla="*/ 14097 w 14096"/>
                <a:gd name="connsiteY4" fmla="*/ 7051 h 14099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14096" h="14099">
                  <a:moveTo>
                    <a:pt x="14097" y="7051"/>
                  </a:moveTo>
                  <a:cubicBezTo>
                    <a:pt x="14097" y="10956"/>
                    <a:pt x="10954" y="14099"/>
                    <a:pt x="7048" y="14099"/>
                  </a:cubicBezTo>
                  <a:cubicBezTo>
                    <a:pt x="3143" y="14099"/>
                    <a:pt x="0" y="10956"/>
                    <a:pt x="0" y="7051"/>
                  </a:cubicBezTo>
                  <a:cubicBezTo>
                    <a:pt x="0" y="3145"/>
                    <a:pt x="3143" y="2"/>
                    <a:pt x="7048" y="2"/>
                  </a:cubicBezTo>
                  <a:cubicBezTo>
                    <a:pt x="10858" y="-93"/>
                    <a:pt x="14097" y="3145"/>
                    <a:pt x="14097" y="7051"/>
                  </a:cubicBezTo>
                  <a:close/>
                </a:path>
              </a:pathLst>
            </a:custGeom>
            <a:grpFill/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93" name="Freeform: Shape 92">
              <a:extLst>
                <a:ext uri="{FF2B5EF4-FFF2-40B4-BE49-F238E27FC236}">
                  <a16:creationId xmlns:a16="http://schemas.microsoft.com/office/drawing/2014/main" id="{AC5F5BED-3698-4F52-9977-D8CA2DC031BB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6444410" y="3244679"/>
              <a:ext cx="14096" cy="14096"/>
            </a:xfrm>
            <a:custGeom>
              <a:avLst/>
              <a:gdLst>
                <a:gd name="connsiteX0" fmla="*/ 14097 w 14096"/>
                <a:gd name="connsiteY0" fmla="*/ 7048 h 14096"/>
                <a:gd name="connsiteX1" fmla="*/ 7048 w 14096"/>
                <a:gd name="connsiteY1" fmla="*/ 14097 h 14096"/>
                <a:gd name="connsiteX2" fmla="*/ 0 w 14096"/>
                <a:gd name="connsiteY2" fmla="*/ 7048 h 14096"/>
                <a:gd name="connsiteX3" fmla="*/ 7048 w 14096"/>
                <a:gd name="connsiteY3" fmla="*/ 0 h 14096"/>
                <a:gd name="connsiteX4" fmla="*/ 14097 w 14096"/>
                <a:gd name="connsiteY4" fmla="*/ 7048 h 1409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14096" h="14096">
                  <a:moveTo>
                    <a:pt x="14097" y="7048"/>
                  </a:moveTo>
                  <a:cubicBezTo>
                    <a:pt x="14097" y="10954"/>
                    <a:pt x="10954" y="14097"/>
                    <a:pt x="7048" y="14097"/>
                  </a:cubicBezTo>
                  <a:cubicBezTo>
                    <a:pt x="3143" y="14097"/>
                    <a:pt x="0" y="10954"/>
                    <a:pt x="0" y="7048"/>
                  </a:cubicBezTo>
                  <a:cubicBezTo>
                    <a:pt x="0" y="3143"/>
                    <a:pt x="3143" y="0"/>
                    <a:pt x="7048" y="0"/>
                  </a:cubicBezTo>
                  <a:cubicBezTo>
                    <a:pt x="10954" y="0"/>
                    <a:pt x="14097" y="3143"/>
                    <a:pt x="14097" y="7048"/>
                  </a:cubicBezTo>
                  <a:close/>
                </a:path>
              </a:pathLst>
            </a:custGeom>
            <a:grpFill/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94" name="Freeform: Shape 93">
              <a:extLst>
                <a:ext uri="{FF2B5EF4-FFF2-40B4-BE49-F238E27FC236}">
                  <a16:creationId xmlns:a16="http://schemas.microsoft.com/office/drawing/2014/main" id="{E19CCEBC-AD20-45B2-A751-42B40BB31CC5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6148469" y="3303829"/>
              <a:ext cx="14097" cy="14096"/>
            </a:xfrm>
            <a:custGeom>
              <a:avLst/>
              <a:gdLst>
                <a:gd name="connsiteX0" fmla="*/ 14097 w 14097"/>
                <a:gd name="connsiteY0" fmla="*/ 7048 h 14096"/>
                <a:gd name="connsiteX1" fmla="*/ 7049 w 14097"/>
                <a:gd name="connsiteY1" fmla="*/ 14097 h 14096"/>
                <a:gd name="connsiteX2" fmla="*/ 0 w 14097"/>
                <a:gd name="connsiteY2" fmla="*/ 7048 h 14096"/>
                <a:gd name="connsiteX3" fmla="*/ 7049 w 14097"/>
                <a:gd name="connsiteY3" fmla="*/ 0 h 14096"/>
                <a:gd name="connsiteX4" fmla="*/ 14097 w 14097"/>
                <a:gd name="connsiteY4" fmla="*/ 7048 h 1409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14097" h="14096">
                  <a:moveTo>
                    <a:pt x="14097" y="7048"/>
                  </a:moveTo>
                  <a:cubicBezTo>
                    <a:pt x="14097" y="10954"/>
                    <a:pt x="10954" y="14097"/>
                    <a:pt x="7049" y="14097"/>
                  </a:cubicBezTo>
                  <a:cubicBezTo>
                    <a:pt x="3143" y="14097"/>
                    <a:pt x="0" y="10954"/>
                    <a:pt x="0" y="7048"/>
                  </a:cubicBezTo>
                  <a:cubicBezTo>
                    <a:pt x="0" y="3143"/>
                    <a:pt x="3143" y="0"/>
                    <a:pt x="7049" y="0"/>
                  </a:cubicBezTo>
                  <a:cubicBezTo>
                    <a:pt x="10954" y="0"/>
                    <a:pt x="14097" y="3143"/>
                    <a:pt x="14097" y="7048"/>
                  </a:cubicBezTo>
                  <a:close/>
                </a:path>
              </a:pathLst>
            </a:custGeom>
            <a:grpFill/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95" name="Freeform: Shape 94">
              <a:extLst>
                <a:ext uri="{FF2B5EF4-FFF2-40B4-BE49-F238E27FC236}">
                  <a16:creationId xmlns:a16="http://schemas.microsoft.com/office/drawing/2014/main" id="{3A978AD9-9A35-4B89-B3BC-61E54AD9EBFA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6207620" y="3303829"/>
              <a:ext cx="14096" cy="14096"/>
            </a:xfrm>
            <a:custGeom>
              <a:avLst/>
              <a:gdLst>
                <a:gd name="connsiteX0" fmla="*/ 14097 w 14096"/>
                <a:gd name="connsiteY0" fmla="*/ 7048 h 14096"/>
                <a:gd name="connsiteX1" fmla="*/ 7048 w 14096"/>
                <a:gd name="connsiteY1" fmla="*/ 14097 h 14096"/>
                <a:gd name="connsiteX2" fmla="*/ 0 w 14096"/>
                <a:gd name="connsiteY2" fmla="*/ 7048 h 14096"/>
                <a:gd name="connsiteX3" fmla="*/ 7048 w 14096"/>
                <a:gd name="connsiteY3" fmla="*/ 0 h 14096"/>
                <a:gd name="connsiteX4" fmla="*/ 14097 w 14096"/>
                <a:gd name="connsiteY4" fmla="*/ 7048 h 1409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14096" h="14096">
                  <a:moveTo>
                    <a:pt x="14097" y="7048"/>
                  </a:moveTo>
                  <a:cubicBezTo>
                    <a:pt x="14097" y="10954"/>
                    <a:pt x="10954" y="14097"/>
                    <a:pt x="7048" y="14097"/>
                  </a:cubicBezTo>
                  <a:cubicBezTo>
                    <a:pt x="3143" y="14097"/>
                    <a:pt x="0" y="10954"/>
                    <a:pt x="0" y="7048"/>
                  </a:cubicBezTo>
                  <a:cubicBezTo>
                    <a:pt x="0" y="3143"/>
                    <a:pt x="3143" y="0"/>
                    <a:pt x="7048" y="0"/>
                  </a:cubicBezTo>
                  <a:cubicBezTo>
                    <a:pt x="10954" y="0"/>
                    <a:pt x="14097" y="3143"/>
                    <a:pt x="14097" y="7048"/>
                  </a:cubicBezTo>
                  <a:close/>
                </a:path>
              </a:pathLst>
            </a:custGeom>
            <a:grpFill/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96" name="Freeform: Shape 95">
              <a:extLst>
                <a:ext uri="{FF2B5EF4-FFF2-40B4-BE49-F238E27FC236}">
                  <a16:creationId xmlns:a16="http://schemas.microsoft.com/office/drawing/2014/main" id="{77D8C808-AFC9-42DD-B253-0048903791C7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6266865" y="3303829"/>
              <a:ext cx="14096" cy="14096"/>
            </a:xfrm>
            <a:custGeom>
              <a:avLst/>
              <a:gdLst>
                <a:gd name="connsiteX0" fmla="*/ 14097 w 14096"/>
                <a:gd name="connsiteY0" fmla="*/ 7048 h 14096"/>
                <a:gd name="connsiteX1" fmla="*/ 7049 w 14096"/>
                <a:gd name="connsiteY1" fmla="*/ 14097 h 14096"/>
                <a:gd name="connsiteX2" fmla="*/ 0 w 14096"/>
                <a:gd name="connsiteY2" fmla="*/ 7048 h 14096"/>
                <a:gd name="connsiteX3" fmla="*/ 7049 w 14096"/>
                <a:gd name="connsiteY3" fmla="*/ 0 h 14096"/>
                <a:gd name="connsiteX4" fmla="*/ 14097 w 14096"/>
                <a:gd name="connsiteY4" fmla="*/ 7048 h 1409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14096" h="14096">
                  <a:moveTo>
                    <a:pt x="14097" y="7048"/>
                  </a:moveTo>
                  <a:cubicBezTo>
                    <a:pt x="14097" y="10954"/>
                    <a:pt x="10954" y="14097"/>
                    <a:pt x="7049" y="14097"/>
                  </a:cubicBezTo>
                  <a:cubicBezTo>
                    <a:pt x="3143" y="14097"/>
                    <a:pt x="0" y="10954"/>
                    <a:pt x="0" y="7048"/>
                  </a:cubicBezTo>
                  <a:cubicBezTo>
                    <a:pt x="0" y="3143"/>
                    <a:pt x="3143" y="0"/>
                    <a:pt x="7049" y="0"/>
                  </a:cubicBezTo>
                  <a:cubicBezTo>
                    <a:pt x="10859" y="0"/>
                    <a:pt x="14097" y="3143"/>
                    <a:pt x="14097" y="7048"/>
                  </a:cubicBezTo>
                  <a:close/>
                </a:path>
              </a:pathLst>
            </a:custGeom>
            <a:grpFill/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97" name="Freeform: Shape 96">
              <a:extLst>
                <a:ext uri="{FF2B5EF4-FFF2-40B4-BE49-F238E27FC236}">
                  <a16:creationId xmlns:a16="http://schemas.microsoft.com/office/drawing/2014/main" id="{EECD0BF1-7C64-407E-8306-4C447B1D3287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6326014" y="3303829"/>
              <a:ext cx="14096" cy="14096"/>
            </a:xfrm>
            <a:custGeom>
              <a:avLst/>
              <a:gdLst>
                <a:gd name="connsiteX0" fmla="*/ 14097 w 14096"/>
                <a:gd name="connsiteY0" fmla="*/ 7048 h 14096"/>
                <a:gd name="connsiteX1" fmla="*/ 7048 w 14096"/>
                <a:gd name="connsiteY1" fmla="*/ 14097 h 14096"/>
                <a:gd name="connsiteX2" fmla="*/ 0 w 14096"/>
                <a:gd name="connsiteY2" fmla="*/ 7048 h 14096"/>
                <a:gd name="connsiteX3" fmla="*/ 7048 w 14096"/>
                <a:gd name="connsiteY3" fmla="*/ 0 h 14096"/>
                <a:gd name="connsiteX4" fmla="*/ 14097 w 14096"/>
                <a:gd name="connsiteY4" fmla="*/ 7048 h 1409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14096" h="14096">
                  <a:moveTo>
                    <a:pt x="14097" y="7048"/>
                  </a:moveTo>
                  <a:cubicBezTo>
                    <a:pt x="14097" y="10954"/>
                    <a:pt x="10954" y="14097"/>
                    <a:pt x="7048" y="14097"/>
                  </a:cubicBezTo>
                  <a:cubicBezTo>
                    <a:pt x="3143" y="14097"/>
                    <a:pt x="0" y="10954"/>
                    <a:pt x="0" y="7048"/>
                  </a:cubicBezTo>
                  <a:cubicBezTo>
                    <a:pt x="0" y="3143"/>
                    <a:pt x="3143" y="0"/>
                    <a:pt x="7048" y="0"/>
                  </a:cubicBezTo>
                  <a:cubicBezTo>
                    <a:pt x="10954" y="0"/>
                    <a:pt x="14097" y="3143"/>
                    <a:pt x="14097" y="7048"/>
                  </a:cubicBezTo>
                  <a:close/>
                </a:path>
              </a:pathLst>
            </a:custGeom>
            <a:grpFill/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98" name="Freeform: Shape 97">
              <a:extLst>
                <a:ext uri="{FF2B5EF4-FFF2-40B4-BE49-F238E27FC236}">
                  <a16:creationId xmlns:a16="http://schemas.microsoft.com/office/drawing/2014/main" id="{953B0F94-AC35-4CB2-878D-1DC7D68BE9AE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6385260" y="3303829"/>
              <a:ext cx="14096" cy="14096"/>
            </a:xfrm>
            <a:custGeom>
              <a:avLst/>
              <a:gdLst>
                <a:gd name="connsiteX0" fmla="*/ 14097 w 14096"/>
                <a:gd name="connsiteY0" fmla="*/ 7048 h 14096"/>
                <a:gd name="connsiteX1" fmla="*/ 7048 w 14096"/>
                <a:gd name="connsiteY1" fmla="*/ 14097 h 14096"/>
                <a:gd name="connsiteX2" fmla="*/ 0 w 14096"/>
                <a:gd name="connsiteY2" fmla="*/ 7048 h 14096"/>
                <a:gd name="connsiteX3" fmla="*/ 7048 w 14096"/>
                <a:gd name="connsiteY3" fmla="*/ 0 h 14096"/>
                <a:gd name="connsiteX4" fmla="*/ 14097 w 14096"/>
                <a:gd name="connsiteY4" fmla="*/ 7048 h 1409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14096" h="14096">
                  <a:moveTo>
                    <a:pt x="14097" y="7048"/>
                  </a:moveTo>
                  <a:cubicBezTo>
                    <a:pt x="14097" y="10954"/>
                    <a:pt x="10954" y="14097"/>
                    <a:pt x="7048" y="14097"/>
                  </a:cubicBezTo>
                  <a:cubicBezTo>
                    <a:pt x="3143" y="14097"/>
                    <a:pt x="0" y="10954"/>
                    <a:pt x="0" y="7048"/>
                  </a:cubicBezTo>
                  <a:cubicBezTo>
                    <a:pt x="0" y="3143"/>
                    <a:pt x="3143" y="0"/>
                    <a:pt x="7048" y="0"/>
                  </a:cubicBezTo>
                  <a:cubicBezTo>
                    <a:pt x="10858" y="0"/>
                    <a:pt x="14097" y="3143"/>
                    <a:pt x="14097" y="7048"/>
                  </a:cubicBezTo>
                  <a:close/>
                </a:path>
              </a:pathLst>
            </a:custGeom>
            <a:grpFill/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99" name="Freeform: Shape 98">
              <a:extLst>
                <a:ext uri="{FF2B5EF4-FFF2-40B4-BE49-F238E27FC236}">
                  <a16:creationId xmlns:a16="http://schemas.microsoft.com/office/drawing/2014/main" id="{08EA50C2-BB5F-4368-AA91-67B207C1AB32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6444410" y="3303829"/>
              <a:ext cx="14096" cy="14096"/>
            </a:xfrm>
            <a:custGeom>
              <a:avLst/>
              <a:gdLst>
                <a:gd name="connsiteX0" fmla="*/ 14097 w 14096"/>
                <a:gd name="connsiteY0" fmla="*/ 7048 h 14096"/>
                <a:gd name="connsiteX1" fmla="*/ 7048 w 14096"/>
                <a:gd name="connsiteY1" fmla="*/ 14097 h 14096"/>
                <a:gd name="connsiteX2" fmla="*/ 0 w 14096"/>
                <a:gd name="connsiteY2" fmla="*/ 7048 h 14096"/>
                <a:gd name="connsiteX3" fmla="*/ 7048 w 14096"/>
                <a:gd name="connsiteY3" fmla="*/ 0 h 14096"/>
                <a:gd name="connsiteX4" fmla="*/ 14097 w 14096"/>
                <a:gd name="connsiteY4" fmla="*/ 7048 h 1409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14096" h="14096">
                  <a:moveTo>
                    <a:pt x="14097" y="7048"/>
                  </a:moveTo>
                  <a:cubicBezTo>
                    <a:pt x="14097" y="10954"/>
                    <a:pt x="10954" y="14097"/>
                    <a:pt x="7048" y="14097"/>
                  </a:cubicBezTo>
                  <a:cubicBezTo>
                    <a:pt x="3143" y="14097"/>
                    <a:pt x="0" y="10954"/>
                    <a:pt x="0" y="7048"/>
                  </a:cubicBezTo>
                  <a:cubicBezTo>
                    <a:pt x="0" y="3143"/>
                    <a:pt x="3143" y="0"/>
                    <a:pt x="7048" y="0"/>
                  </a:cubicBezTo>
                  <a:cubicBezTo>
                    <a:pt x="10954" y="0"/>
                    <a:pt x="14097" y="3143"/>
                    <a:pt x="14097" y="7048"/>
                  </a:cubicBezTo>
                  <a:close/>
                </a:path>
              </a:pathLst>
            </a:custGeom>
            <a:grpFill/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100" name="Freeform: Shape 99">
              <a:extLst>
                <a:ext uri="{FF2B5EF4-FFF2-40B4-BE49-F238E27FC236}">
                  <a16:creationId xmlns:a16="http://schemas.microsoft.com/office/drawing/2014/main" id="{DE45A7FE-0A45-45F6-8417-EBDA5A12D834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6148469" y="3363072"/>
              <a:ext cx="14097" cy="14099"/>
            </a:xfrm>
            <a:custGeom>
              <a:avLst/>
              <a:gdLst>
                <a:gd name="connsiteX0" fmla="*/ 14097 w 14097"/>
                <a:gd name="connsiteY0" fmla="*/ 7051 h 14099"/>
                <a:gd name="connsiteX1" fmla="*/ 7049 w 14097"/>
                <a:gd name="connsiteY1" fmla="*/ 14099 h 14099"/>
                <a:gd name="connsiteX2" fmla="*/ 0 w 14097"/>
                <a:gd name="connsiteY2" fmla="*/ 7051 h 14099"/>
                <a:gd name="connsiteX3" fmla="*/ 7049 w 14097"/>
                <a:gd name="connsiteY3" fmla="*/ 2 h 14099"/>
                <a:gd name="connsiteX4" fmla="*/ 14097 w 14097"/>
                <a:gd name="connsiteY4" fmla="*/ 7051 h 14099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14097" h="14099">
                  <a:moveTo>
                    <a:pt x="14097" y="7051"/>
                  </a:moveTo>
                  <a:cubicBezTo>
                    <a:pt x="14097" y="10956"/>
                    <a:pt x="10954" y="14099"/>
                    <a:pt x="7049" y="14099"/>
                  </a:cubicBezTo>
                  <a:cubicBezTo>
                    <a:pt x="3143" y="14099"/>
                    <a:pt x="0" y="10956"/>
                    <a:pt x="0" y="7051"/>
                  </a:cubicBezTo>
                  <a:cubicBezTo>
                    <a:pt x="0" y="3145"/>
                    <a:pt x="3143" y="2"/>
                    <a:pt x="7049" y="2"/>
                  </a:cubicBezTo>
                  <a:cubicBezTo>
                    <a:pt x="10954" y="-93"/>
                    <a:pt x="14097" y="3145"/>
                    <a:pt x="14097" y="7051"/>
                  </a:cubicBezTo>
                  <a:close/>
                </a:path>
              </a:pathLst>
            </a:custGeom>
            <a:grpFill/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101" name="Freeform: Shape 100">
              <a:extLst>
                <a:ext uri="{FF2B5EF4-FFF2-40B4-BE49-F238E27FC236}">
                  <a16:creationId xmlns:a16="http://schemas.microsoft.com/office/drawing/2014/main" id="{DA8B8DC8-F88C-432E-A8C2-8D13FE874F09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6207620" y="3363072"/>
              <a:ext cx="14096" cy="14099"/>
            </a:xfrm>
            <a:custGeom>
              <a:avLst/>
              <a:gdLst>
                <a:gd name="connsiteX0" fmla="*/ 14097 w 14096"/>
                <a:gd name="connsiteY0" fmla="*/ 7051 h 14099"/>
                <a:gd name="connsiteX1" fmla="*/ 7048 w 14096"/>
                <a:gd name="connsiteY1" fmla="*/ 14099 h 14099"/>
                <a:gd name="connsiteX2" fmla="*/ 0 w 14096"/>
                <a:gd name="connsiteY2" fmla="*/ 7051 h 14099"/>
                <a:gd name="connsiteX3" fmla="*/ 7048 w 14096"/>
                <a:gd name="connsiteY3" fmla="*/ 2 h 14099"/>
                <a:gd name="connsiteX4" fmla="*/ 14097 w 14096"/>
                <a:gd name="connsiteY4" fmla="*/ 7051 h 14099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14096" h="14099">
                  <a:moveTo>
                    <a:pt x="14097" y="7051"/>
                  </a:moveTo>
                  <a:cubicBezTo>
                    <a:pt x="14097" y="10956"/>
                    <a:pt x="10954" y="14099"/>
                    <a:pt x="7048" y="14099"/>
                  </a:cubicBezTo>
                  <a:cubicBezTo>
                    <a:pt x="3143" y="14099"/>
                    <a:pt x="0" y="10956"/>
                    <a:pt x="0" y="7051"/>
                  </a:cubicBezTo>
                  <a:cubicBezTo>
                    <a:pt x="0" y="3145"/>
                    <a:pt x="3143" y="2"/>
                    <a:pt x="7048" y="2"/>
                  </a:cubicBezTo>
                  <a:cubicBezTo>
                    <a:pt x="10954" y="-93"/>
                    <a:pt x="14097" y="3145"/>
                    <a:pt x="14097" y="7051"/>
                  </a:cubicBezTo>
                  <a:close/>
                </a:path>
              </a:pathLst>
            </a:custGeom>
            <a:grpFill/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102" name="Freeform: Shape 101">
              <a:extLst>
                <a:ext uri="{FF2B5EF4-FFF2-40B4-BE49-F238E27FC236}">
                  <a16:creationId xmlns:a16="http://schemas.microsoft.com/office/drawing/2014/main" id="{D02C5430-233D-49F7-B852-181D2B2F6154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6266865" y="3363072"/>
              <a:ext cx="14096" cy="14099"/>
            </a:xfrm>
            <a:custGeom>
              <a:avLst/>
              <a:gdLst>
                <a:gd name="connsiteX0" fmla="*/ 14097 w 14096"/>
                <a:gd name="connsiteY0" fmla="*/ 7051 h 14099"/>
                <a:gd name="connsiteX1" fmla="*/ 7049 w 14096"/>
                <a:gd name="connsiteY1" fmla="*/ 14099 h 14099"/>
                <a:gd name="connsiteX2" fmla="*/ 0 w 14096"/>
                <a:gd name="connsiteY2" fmla="*/ 7051 h 14099"/>
                <a:gd name="connsiteX3" fmla="*/ 7049 w 14096"/>
                <a:gd name="connsiteY3" fmla="*/ 2 h 14099"/>
                <a:gd name="connsiteX4" fmla="*/ 14097 w 14096"/>
                <a:gd name="connsiteY4" fmla="*/ 7051 h 14099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14096" h="14099">
                  <a:moveTo>
                    <a:pt x="14097" y="7051"/>
                  </a:moveTo>
                  <a:cubicBezTo>
                    <a:pt x="14097" y="10956"/>
                    <a:pt x="10954" y="14099"/>
                    <a:pt x="7049" y="14099"/>
                  </a:cubicBezTo>
                  <a:cubicBezTo>
                    <a:pt x="3143" y="14099"/>
                    <a:pt x="0" y="10956"/>
                    <a:pt x="0" y="7051"/>
                  </a:cubicBezTo>
                  <a:cubicBezTo>
                    <a:pt x="0" y="3145"/>
                    <a:pt x="3143" y="2"/>
                    <a:pt x="7049" y="2"/>
                  </a:cubicBezTo>
                  <a:cubicBezTo>
                    <a:pt x="10859" y="-93"/>
                    <a:pt x="14097" y="3145"/>
                    <a:pt x="14097" y="7051"/>
                  </a:cubicBezTo>
                  <a:close/>
                </a:path>
              </a:pathLst>
            </a:custGeom>
            <a:grpFill/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103" name="Freeform: Shape 102">
              <a:extLst>
                <a:ext uri="{FF2B5EF4-FFF2-40B4-BE49-F238E27FC236}">
                  <a16:creationId xmlns:a16="http://schemas.microsoft.com/office/drawing/2014/main" id="{76DB286F-9E15-441C-8697-57007B76C144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6326014" y="3363072"/>
              <a:ext cx="14096" cy="14099"/>
            </a:xfrm>
            <a:custGeom>
              <a:avLst/>
              <a:gdLst>
                <a:gd name="connsiteX0" fmla="*/ 14097 w 14096"/>
                <a:gd name="connsiteY0" fmla="*/ 7051 h 14099"/>
                <a:gd name="connsiteX1" fmla="*/ 7048 w 14096"/>
                <a:gd name="connsiteY1" fmla="*/ 14099 h 14099"/>
                <a:gd name="connsiteX2" fmla="*/ 0 w 14096"/>
                <a:gd name="connsiteY2" fmla="*/ 7051 h 14099"/>
                <a:gd name="connsiteX3" fmla="*/ 7048 w 14096"/>
                <a:gd name="connsiteY3" fmla="*/ 2 h 14099"/>
                <a:gd name="connsiteX4" fmla="*/ 14097 w 14096"/>
                <a:gd name="connsiteY4" fmla="*/ 7051 h 14099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14096" h="14099">
                  <a:moveTo>
                    <a:pt x="14097" y="7051"/>
                  </a:moveTo>
                  <a:cubicBezTo>
                    <a:pt x="14097" y="10956"/>
                    <a:pt x="10954" y="14099"/>
                    <a:pt x="7048" y="14099"/>
                  </a:cubicBezTo>
                  <a:cubicBezTo>
                    <a:pt x="3143" y="14099"/>
                    <a:pt x="0" y="10956"/>
                    <a:pt x="0" y="7051"/>
                  </a:cubicBezTo>
                  <a:cubicBezTo>
                    <a:pt x="0" y="3145"/>
                    <a:pt x="3143" y="2"/>
                    <a:pt x="7048" y="2"/>
                  </a:cubicBezTo>
                  <a:cubicBezTo>
                    <a:pt x="10954" y="-93"/>
                    <a:pt x="14097" y="3145"/>
                    <a:pt x="14097" y="7051"/>
                  </a:cubicBezTo>
                  <a:close/>
                </a:path>
              </a:pathLst>
            </a:custGeom>
            <a:grpFill/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104" name="Freeform: Shape 103">
              <a:extLst>
                <a:ext uri="{FF2B5EF4-FFF2-40B4-BE49-F238E27FC236}">
                  <a16:creationId xmlns:a16="http://schemas.microsoft.com/office/drawing/2014/main" id="{534DC0EE-15B7-44AE-A7DC-8B5E22688A1B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6385260" y="3363072"/>
              <a:ext cx="14096" cy="14099"/>
            </a:xfrm>
            <a:custGeom>
              <a:avLst/>
              <a:gdLst>
                <a:gd name="connsiteX0" fmla="*/ 14097 w 14096"/>
                <a:gd name="connsiteY0" fmla="*/ 7051 h 14099"/>
                <a:gd name="connsiteX1" fmla="*/ 7048 w 14096"/>
                <a:gd name="connsiteY1" fmla="*/ 14099 h 14099"/>
                <a:gd name="connsiteX2" fmla="*/ 0 w 14096"/>
                <a:gd name="connsiteY2" fmla="*/ 7051 h 14099"/>
                <a:gd name="connsiteX3" fmla="*/ 7048 w 14096"/>
                <a:gd name="connsiteY3" fmla="*/ 2 h 14099"/>
                <a:gd name="connsiteX4" fmla="*/ 14097 w 14096"/>
                <a:gd name="connsiteY4" fmla="*/ 7051 h 14099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14096" h="14099">
                  <a:moveTo>
                    <a:pt x="14097" y="7051"/>
                  </a:moveTo>
                  <a:cubicBezTo>
                    <a:pt x="14097" y="10956"/>
                    <a:pt x="10954" y="14099"/>
                    <a:pt x="7048" y="14099"/>
                  </a:cubicBezTo>
                  <a:cubicBezTo>
                    <a:pt x="3143" y="14099"/>
                    <a:pt x="0" y="10956"/>
                    <a:pt x="0" y="7051"/>
                  </a:cubicBezTo>
                  <a:cubicBezTo>
                    <a:pt x="0" y="3145"/>
                    <a:pt x="3143" y="2"/>
                    <a:pt x="7048" y="2"/>
                  </a:cubicBezTo>
                  <a:cubicBezTo>
                    <a:pt x="10858" y="-93"/>
                    <a:pt x="14097" y="3145"/>
                    <a:pt x="14097" y="7051"/>
                  </a:cubicBezTo>
                  <a:close/>
                </a:path>
              </a:pathLst>
            </a:custGeom>
            <a:grpFill/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105" name="Freeform: Shape 104">
              <a:extLst>
                <a:ext uri="{FF2B5EF4-FFF2-40B4-BE49-F238E27FC236}">
                  <a16:creationId xmlns:a16="http://schemas.microsoft.com/office/drawing/2014/main" id="{4FBE9900-F640-4248-9C4C-EDBE5E00AF6D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6444410" y="3363074"/>
              <a:ext cx="14096" cy="14097"/>
            </a:xfrm>
            <a:custGeom>
              <a:avLst/>
              <a:gdLst>
                <a:gd name="connsiteX0" fmla="*/ 14097 w 14096"/>
                <a:gd name="connsiteY0" fmla="*/ 7048 h 14097"/>
                <a:gd name="connsiteX1" fmla="*/ 7048 w 14096"/>
                <a:gd name="connsiteY1" fmla="*/ 14097 h 14097"/>
                <a:gd name="connsiteX2" fmla="*/ 0 w 14096"/>
                <a:gd name="connsiteY2" fmla="*/ 7048 h 14097"/>
                <a:gd name="connsiteX3" fmla="*/ 7048 w 14096"/>
                <a:gd name="connsiteY3" fmla="*/ 0 h 14097"/>
                <a:gd name="connsiteX4" fmla="*/ 14097 w 14096"/>
                <a:gd name="connsiteY4" fmla="*/ 7048 h 14097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14096" h="14097">
                  <a:moveTo>
                    <a:pt x="14097" y="7048"/>
                  </a:moveTo>
                  <a:cubicBezTo>
                    <a:pt x="14097" y="10954"/>
                    <a:pt x="10954" y="14097"/>
                    <a:pt x="7048" y="14097"/>
                  </a:cubicBezTo>
                  <a:cubicBezTo>
                    <a:pt x="3143" y="14097"/>
                    <a:pt x="0" y="10954"/>
                    <a:pt x="0" y="7048"/>
                  </a:cubicBezTo>
                  <a:cubicBezTo>
                    <a:pt x="0" y="3143"/>
                    <a:pt x="3143" y="0"/>
                    <a:pt x="7048" y="0"/>
                  </a:cubicBezTo>
                  <a:cubicBezTo>
                    <a:pt x="10954" y="0"/>
                    <a:pt x="14097" y="3143"/>
                    <a:pt x="14097" y="7048"/>
                  </a:cubicBezTo>
                  <a:close/>
                </a:path>
              </a:pathLst>
            </a:custGeom>
            <a:grpFill/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106" name="Freeform: Shape 105">
              <a:extLst>
                <a:ext uri="{FF2B5EF4-FFF2-40B4-BE49-F238E27FC236}">
                  <a16:creationId xmlns:a16="http://schemas.microsoft.com/office/drawing/2014/main" id="{37FF04AF-F86B-49F8-AAB5-DA696591A1F6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6148469" y="3422225"/>
              <a:ext cx="14097" cy="14096"/>
            </a:xfrm>
            <a:custGeom>
              <a:avLst/>
              <a:gdLst>
                <a:gd name="connsiteX0" fmla="*/ 14097 w 14097"/>
                <a:gd name="connsiteY0" fmla="*/ 7048 h 14096"/>
                <a:gd name="connsiteX1" fmla="*/ 7049 w 14097"/>
                <a:gd name="connsiteY1" fmla="*/ 14097 h 14096"/>
                <a:gd name="connsiteX2" fmla="*/ 0 w 14097"/>
                <a:gd name="connsiteY2" fmla="*/ 7048 h 14096"/>
                <a:gd name="connsiteX3" fmla="*/ 7049 w 14097"/>
                <a:gd name="connsiteY3" fmla="*/ 0 h 14096"/>
                <a:gd name="connsiteX4" fmla="*/ 14097 w 14097"/>
                <a:gd name="connsiteY4" fmla="*/ 7048 h 1409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14097" h="14096">
                  <a:moveTo>
                    <a:pt x="14097" y="7048"/>
                  </a:moveTo>
                  <a:cubicBezTo>
                    <a:pt x="14097" y="10954"/>
                    <a:pt x="10954" y="14097"/>
                    <a:pt x="7049" y="14097"/>
                  </a:cubicBezTo>
                  <a:cubicBezTo>
                    <a:pt x="3143" y="14097"/>
                    <a:pt x="0" y="10954"/>
                    <a:pt x="0" y="7048"/>
                  </a:cubicBezTo>
                  <a:cubicBezTo>
                    <a:pt x="0" y="3143"/>
                    <a:pt x="3143" y="0"/>
                    <a:pt x="7049" y="0"/>
                  </a:cubicBezTo>
                  <a:cubicBezTo>
                    <a:pt x="10954" y="0"/>
                    <a:pt x="14097" y="3143"/>
                    <a:pt x="14097" y="7048"/>
                  </a:cubicBezTo>
                  <a:close/>
                </a:path>
              </a:pathLst>
            </a:custGeom>
            <a:grpFill/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107" name="Freeform: Shape 106">
              <a:extLst>
                <a:ext uri="{FF2B5EF4-FFF2-40B4-BE49-F238E27FC236}">
                  <a16:creationId xmlns:a16="http://schemas.microsoft.com/office/drawing/2014/main" id="{710DCFEA-4572-47A3-A6BE-7B21F5758CE9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6207620" y="3422225"/>
              <a:ext cx="14096" cy="14096"/>
            </a:xfrm>
            <a:custGeom>
              <a:avLst/>
              <a:gdLst>
                <a:gd name="connsiteX0" fmla="*/ 14097 w 14096"/>
                <a:gd name="connsiteY0" fmla="*/ 7048 h 14096"/>
                <a:gd name="connsiteX1" fmla="*/ 7048 w 14096"/>
                <a:gd name="connsiteY1" fmla="*/ 14097 h 14096"/>
                <a:gd name="connsiteX2" fmla="*/ 0 w 14096"/>
                <a:gd name="connsiteY2" fmla="*/ 7048 h 14096"/>
                <a:gd name="connsiteX3" fmla="*/ 7048 w 14096"/>
                <a:gd name="connsiteY3" fmla="*/ 0 h 14096"/>
                <a:gd name="connsiteX4" fmla="*/ 14097 w 14096"/>
                <a:gd name="connsiteY4" fmla="*/ 7048 h 1409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14096" h="14096">
                  <a:moveTo>
                    <a:pt x="14097" y="7048"/>
                  </a:moveTo>
                  <a:cubicBezTo>
                    <a:pt x="14097" y="10954"/>
                    <a:pt x="10954" y="14097"/>
                    <a:pt x="7048" y="14097"/>
                  </a:cubicBezTo>
                  <a:cubicBezTo>
                    <a:pt x="3143" y="14097"/>
                    <a:pt x="0" y="10954"/>
                    <a:pt x="0" y="7048"/>
                  </a:cubicBezTo>
                  <a:cubicBezTo>
                    <a:pt x="0" y="3143"/>
                    <a:pt x="3143" y="0"/>
                    <a:pt x="7048" y="0"/>
                  </a:cubicBezTo>
                  <a:cubicBezTo>
                    <a:pt x="10954" y="0"/>
                    <a:pt x="14097" y="3143"/>
                    <a:pt x="14097" y="7048"/>
                  </a:cubicBezTo>
                  <a:close/>
                </a:path>
              </a:pathLst>
            </a:custGeom>
            <a:grpFill/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108" name="Freeform: Shape 107">
              <a:extLst>
                <a:ext uri="{FF2B5EF4-FFF2-40B4-BE49-F238E27FC236}">
                  <a16:creationId xmlns:a16="http://schemas.microsoft.com/office/drawing/2014/main" id="{BA42ED8E-CCC8-478F-9EF4-625B633071E3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6266865" y="3422225"/>
              <a:ext cx="14096" cy="14096"/>
            </a:xfrm>
            <a:custGeom>
              <a:avLst/>
              <a:gdLst>
                <a:gd name="connsiteX0" fmla="*/ 14097 w 14096"/>
                <a:gd name="connsiteY0" fmla="*/ 7048 h 14096"/>
                <a:gd name="connsiteX1" fmla="*/ 7049 w 14096"/>
                <a:gd name="connsiteY1" fmla="*/ 14097 h 14096"/>
                <a:gd name="connsiteX2" fmla="*/ 0 w 14096"/>
                <a:gd name="connsiteY2" fmla="*/ 7048 h 14096"/>
                <a:gd name="connsiteX3" fmla="*/ 7049 w 14096"/>
                <a:gd name="connsiteY3" fmla="*/ 0 h 14096"/>
                <a:gd name="connsiteX4" fmla="*/ 14097 w 14096"/>
                <a:gd name="connsiteY4" fmla="*/ 7048 h 1409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14096" h="14096">
                  <a:moveTo>
                    <a:pt x="14097" y="7048"/>
                  </a:moveTo>
                  <a:cubicBezTo>
                    <a:pt x="14097" y="10954"/>
                    <a:pt x="10954" y="14097"/>
                    <a:pt x="7049" y="14097"/>
                  </a:cubicBezTo>
                  <a:cubicBezTo>
                    <a:pt x="3143" y="14097"/>
                    <a:pt x="0" y="10954"/>
                    <a:pt x="0" y="7048"/>
                  </a:cubicBezTo>
                  <a:cubicBezTo>
                    <a:pt x="0" y="3143"/>
                    <a:pt x="3143" y="0"/>
                    <a:pt x="7049" y="0"/>
                  </a:cubicBezTo>
                  <a:cubicBezTo>
                    <a:pt x="10859" y="0"/>
                    <a:pt x="14097" y="3143"/>
                    <a:pt x="14097" y="7048"/>
                  </a:cubicBezTo>
                  <a:close/>
                </a:path>
              </a:pathLst>
            </a:custGeom>
            <a:grpFill/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109" name="Freeform: Shape 108">
              <a:extLst>
                <a:ext uri="{FF2B5EF4-FFF2-40B4-BE49-F238E27FC236}">
                  <a16:creationId xmlns:a16="http://schemas.microsoft.com/office/drawing/2014/main" id="{146DF8F4-DF09-4E6C-887F-C9269E56A5FF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6326014" y="3422225"/>
              <a:ext cx="14096" cy="14096"/>
            </a:xfrm>
            <a:custGeom>
              <a:avLst/>
              <a:gdLst>
                <a:gd name="connsiteX0" fmla="*/ 14097 w 14096"/>
                <a:gd name="connsiteY0" fmla="*/ 7048 h 14096"/>
                <a:gd name="connsiteX1" fmla="*/ 7048 w 14096"/>
                <a:gd name="connsiteY1" fmla="*/ 14097 h 14096"/>
                <a:gd name="connsiteX2" fmla="*/ 0 w 14096"/>
                <a:gd name="connsiteY2" fmla="*/ 7048 h 14096"/>
                <a:gd name="connsiteX3" fmla="*/ 7048 w 14096"/>
                <a:gd name="connsiteY3" fmla="*/ 0 h 14096"/>
                <a:gd name="connsiteX4" fmla="*/ 14097 w 14096"/>
                <a:gd name="connsiteY4" fmla="*/ 7048 h 1409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14096" h="14096">
                  <a:moveTo>
                    <a:pt x="14097" y="7048"/>
                  </a:moveTo>
                  <a:cubicBezTo>
                    <a:pt x="14097" y="10954"/>
                    <a:pt x="10954" y="14097"/>
                    <a:pt x="7048" y="14097"/>
                  </a:cubicBezTo>
                  <a:cubicBezTo>
                    <a:pt x="3143" y="14097"/>
                    <a:pt x="0" y="10954"/>
                    <a:pt x="0" y="7048"/>
                  </a:cubicBezTo>
                  <a:cubicBezTo>
                    <a:pt x="0" y="3143"/>
                    <a:pt x="3143" y="0"/>
                    <a:pt x="7048" y="0"/>
                  </a:cubicBezTo>
                  <a:cubicBezTo>
                    <a:pt x="10954" y="0"/>
                    <a:pt x="14097" y="3143"/>
                    <a:pt x="14097" y="7048"/>
                  </a:cubicBezTo>
                  <a:close/>
                </a:path>
              </a:pathLst>
            </a:custGeom>
            <a:grpFill/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110" name="Freeform: Shape 109">
              <a:extLst>
                <a:ext uri="{FF2B5EF4-FFF2-40B4-BE49-F238E27FC236}">
                  <a16:creationId xmlns:a16="http://schemas.microsoft.com/office/drawing/2014/main" id="{7FF3916E-5C82-4956-A88B-81BFAC91B85D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6385260" y="3422225"/>
              <a:ext cx="14096" cy="14096"/>
            </a:xfrm>
            <a:custGeom>
              <a:avLst/>
              <a:gdLst>
                <a:gd name="connsiteX0" fmla="*/ 14097 w 14096"/>
                <a:gd name="connsiteY0" fmla="*/ 7048 h 14096"/>
                <a:gd name="connsiteX1" fmla="*/ 7048 w 14096"/>
                <a:gd name="connsiteY1" fmla="*/ 14097 h 14096"/>
                <a:gd name="connsiteX2" fmla="*/ 0 w 14096"/>
                <a:gd name="connsiteY2" fmla="*/ 7048 h 14096"/>
                <a:gd name="connsiteX3" fmla="*/ 7048 w 14096"/>
                <a:gd name="connsiteY3" fmla="*/ 0 h 14096"/>
                <a:gd name="connsiteX4" fmla="*/ 14097 w 14096"/>
                <a:gd name="connsiteY4" fmla="*/ 7048 h 1409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14096" h="14096">
                  <a:moveTo>
                    <a:pt x="14097" y="7048"/>
                  </a:moveTo>
                  <a:cubicBezTo>
                    <a:pt x="14097" y="10954"/>
                    <a:pt x="10954" y="14097"/>
                    <a:pt x="7048" y="14097"/>
                  </a:cubicBezTo>
                  <a:cubicBezTo>
                    <a:pt x="3143" y="14097"/>
                    <a:pt x="0" y="10954"/>
                    <a:pt x="0" y="7048"/>
                  </a:cubicBezTo>
                  <a:cubicBezTo>
                    <a:pt x="0" y="3143"/>
                    <a:pt x="3143" y="0"/>
                    <a:pt x="7048" y="0"/>
                  </a:cubicBezTo>
                  <a:cubicBezTo>
                    <a:pt x="10858" y="0"/>
                    <a:pt x="14097" y="3143"/>
                    <a:pt x="14097" y="7048"/>
                  </a:cubicBezTo>
                  <a:close/>
                </a:path>
              </a:pathLst>
            </a:custGeom>
            <a:grpFill/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111" name="Freeform: Shape 110">
              <a:extLst>
                <a:ext uri="{FF2B5EF4-FFF2-40B4-BE49-F238E27FC236}">
                  <a16:creationId xmlns:a16="http://schemas.microsoft.com/office/drawing/2014/main" id="{7E5CF7AE-ED45-4AB5-9AEB-56FC964BFAA4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6444410" y="3422224"/>
              <a:ext cx="14096" cy="14096"/>
            </a:xfrm>
            <a:custGeom>
              <a:avLst/>
              <a:gdLst>
                <a:gd name="connsiteX0" fmla="*/ 14097 w 14096"/>
                <a:gd name="connsiteY0" fmla="*/ 7048 h 14096"/>
                <a:gd name="connsiteX1" fmla="*/ 7048 w 14096"/>
                <a:gd name="connsiteY1" fmla="*/ 14097 h 14096"/>
                <a:gd name="connsiteX2" fmla="*/ 0 w 14096"/>
                <a:gd name="connsiteY2" fmla="*/ 7048 h 14096"/>
                <a:gd name="connsiteX3" fmla="*/ 7048 w 14096"/>
                <a:gd name="connsiteY3" fmla="*/ 0 h 14096"/>
                <a:gd name="connsiteX4" fmla="*/ 14097 w 14096"/>
                <a:gd name="connsiteY4" fmla="*/ 7048 h 1409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14096" h="14096">
                  <a:moveTo>
                    <a:pt x="14097" y="7048"/>
                  </a:moveTo>
                  <a:cubicBezTo>
                    <a:pt x="14097" y="10954"/>
                    <a:pt x="10954" y="14097"/>
                    <a:pt x="7048" y="14097"/>
                  </a:cubicBezTo>
                  <a:cubicBezTo>
                    <a:pt x="3143" y="14097"/>
                    <a:pt x="0" y="10954"/>
                    <a:pt x="0" y="7048"/>
                  </a:cubicBezTo>
                  <a:cubicBezTo>
                    <a:pt x="0" y="3143"/>
                    <a:pt x="3143" y="0"/>
                    <a:pt x="7048" y="0"/>
                  </a:cubicBezTo>
                  <a:cubicBezTo>
                    <a:pt x="10954" y="0"/>
                    <a:pt x="14097" y="3143"/>
                    <a:pt x="14097" y="7048"/>
                  </a:cubicBezTo>
                  <a:close/>
                </a:path>
              </a:pathLst>
            </a:custGeom>
            <a:grpFill/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112" name="Freeform: Shape 111">
              <a:extLst>
                <a:ext uri="{FF2B5EF4-FFF2-40B4-BE49-F238E27FC236}">
                  <a16:creationId xmlns:a16="http://schemas.microsoft.com/office/drawing/2014/main" id="{7CFB132C-BEB1-4897-B1A4-97422811F6BF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5734038" y="3481374"/>
              <a:ext cx="14192" cy="14096"/>
            </a:xfrm>
            <a:custGeom>
              <a:avLst/>
              <a:gdLst>
                <a:gd name="connsiteX0" fmla="*/ 14192 w 14192"/>
                <a:gd name="connsiteY0" fmla="*/ 7049 h 14096"/>
                <a:gd name="connsiteX1" fmla="*/ 7144 w 14192"/>
                <a:gd name="connsiteY1" fmla="*/ 14097 h 14096"/>
                <a:gd name="connsiteX2" fmla="*/ 0 w 14192"/>
                <a:gd name="connsiteY2" fmla="*/ 7049 h 14096"/>
                <a:gd name="connsiteX3" fmla="*/ 7049 w 14192"/>
                <a:gd name="connsiteY3" fmla="*/ 0 h 14096"/>
                <a:gd name="connsiteX4" fmla="*/ 14192 w 14192"/>
                <a:gd name="connsiteY4" fmla="*/ 7049 h 1409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14192" h="14096">
                  <a:moveTo>
                    <a:pt x="14192" y="7049"/>
                  </a:moveTo>
                  <a:cubicBezTo>
                    <a:pt x="14192" y="10954"/>
                    <a:pt x="11049" y="14097"/>
                    <a:pt x="7144" y="14097"/>
                  </a:cubicBezTo>
                  <a:cubicBezTo>
                    <a:pt x="3239" y="14097"/>
                    <a:pt x="0" y="11049"/>
                    <a:pt x="0" y="7049"/>
                  </a:cubicBezTo>
                  <a:cubicBezTo>
                    <a:pt x="0" y="3048"/>
                    <a:pt x="3143" y="0"/>
                    <a:pt x="7049" y="0"/>
                  </a:cubicBezTo>
                  <a:cubicBezTo>
                    <a:pt x="10954" y="0"/>
                    <a:pt x="14192" y="3143"/>
                    <a:pt x="14192" y="7049"/>
                  </a:cubicBezTo>
                  <a:close/>
                </a:path>
              </a:pathLst>
            </a:custGeom>
            <a:grpFill/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113" name="Freeform: Shape 112">
              <a:extLst>
                <a:ext uri="{FF2B5EF4-FFF2-40B4-BE49-F238E27FC236}">
                  <a16:creationId xmlns:a16="http://schemas.microsoft.com/office/drawing/2014/main" id="{4EE49F21-E336-41BC-8256-85A9AB597F35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5793283" y="3481374"/>
              <a:ext cx="14097" cy="14097"/>
            </a:xfrm>
            <a:custGeom>
              <a:avLst/>
              <a:gdLst>
                <a:gd name="connsiteX0" fmla="*/ 14097 w 14097"/>
                <a:gd name="connsiteY0" fmla="*/ 7049 h 14097"/>
                <a:gd name="connsiteX1" fmla="*/ 7049 w 14097"/>
                <a:gd name="connsiteY1" fmla="*/ 14097 h 14097"/>
                <a:gd name="connsiteX2" fmla="*/ 0 w 14097"/>
                <a:gd name="connsiteY2" fmla="*/ 7049 h 14097"/>
                <a:gd name="connsiteX3" fmla="*/ 7049 w 14097"/>
                <a:gd name="connsiteY3" fmla="*/ 0 h 14097"/>
                <a:gd name="connsiteX4" fmla="*/ 14097 w 14097"/>
                <a:gd name="connsiteY4" fmla="*/ 7049 h 14097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14097" h="14097">
                  <a:moveTo>
                    <a:pt x="14097" y="7049"/>
                  </a:moveTo>
                  <a:cubicBezTo>
                    <a:pt x="14097" y="10941"/>
                    <a:pt x="10941" y="14097"/>
                    <a:pt x="7049" y="14097"/>
                  </a:cubicBezTo>
                  <a:cubicBezTo>
                    <a:pt x="3156" y="14097"/>
                    <a:pt x="0" y="10941"/>
                    <a:pt x="0" y="7049"/>
                  </a:cubicBezTo>
                  <a:cubicBezTo>
                    <a:pt x="0" y="3156"/>
                    <a:pt x="3156" y="0"/>
                    <a:pt x="7049" y="0"/>
                  </a:cubicBezTo>
                  <a:cubicBezTo>
                    <a:pt x="10941" y="0"/>
                    <a:pt x="14097" y="3156"/>
                    <a:pt x="14097" y="7049"/>
                  </a:cubicBezTo>
                  <a:close/>
                </a:path>
              </a:pathLst>
            </a:custGeom>
            <a:grpFill/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114" name="Freeform: Shape 113">
              <a:extLst>
                <a:ext uri="{FF2B5EF4-FFF2-40B4-BE49-F238E27FC236}">
                  <a16:creationId xmlns:a16="http://schemas.microsoft.com/office/drawing/2014/main" id="{C62510EE-BDCD-4393-9AD7-2D0C9A722D2D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5852433" y="3481374"/>
              <a:ext cx="14096" cy="14096"/>
            </a:xfrm>
            <a:custGeom>
              <a:avLst/>
              <a:gdLst>
                <a:gd name="connsiteX0" fmla="*/ 14097 w 14096"/>
                <a:gd name="connsiteY0" fmla="*/ 7049 h 14096"/>
                <a:gd name="connsiteX1" fmla="*/ 7048 w 14096"/>
                <a:gd name="connsiteY1" fmla="*/ 14097 h 14096"/>
                <a:gd name="connsiteX2" fmla="*/ 0 w 14096"/>
                <a:gd name="connsiteY2" fmla="*/ 7049 h 14096"/>
                <a:gd name="connsiteX3" fmla="*/ 7048 w 14096"/>
                <a:gd name="connsiteY3" fmla="*/ 0 h 14096"/>
                <a:gd name="connsiteX4" fmla="*/ 14097 w 14096"/>
                <a:gd name="connsiteY4" fmla="*/ 7049 h 1409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14096" h="14096">
                  <a:moveTo>
                    <a:pt x="14097" y="7049"/>
                  </a:moveTo>
                  <a:cubicBezTo>
                    <a:pt x="14097" y="10954"/>
                    <a:pt x="10954" y="14097"/>
                    <a:pt x="7048" y="14097"/>
                  </a:cubicBezTo>
                  <a:cubicBezTo>
                    <a:pt x="3143" y="14097"/>
                    <a:pt x="0" y="10954"/>
                    <a:pt x="0" y="7049"/>
                  </a:cubicBezTo>
                  <a:cubicBezTo>
                    <a:pt x="0" y="3143"/>
                    <a:pt x="3143" y="0"/>
                    <a:pt x="7048" y="0"/>
                  </a:cubicBezTo>
                  <a:cubicBezTo>
                    <a:pt x="10954" y="0"/>
                    <a:pt x="14097" y="3143"/>
                    <a:pt x="14097" y="7049"/>
                  </a:cubicBezTo>
                  <a:close/>
                </a:path>
              </a:pathLst>
            </a:custGeom>
            <a:grpFill/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115" name="Freeform: Shape 114">
              <a:extLst>
                <a:ext uri="{FF2B5EF4-FFF2-40B4-BE49-F238E27FC236}">
                  <a16:creationId xmlns:a16="http://schemas.microsoft.com/office/drawing/2014/main" id="{2420F94B-4F00-4C6C-97E3-BA5B5E6871B9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5911678" y="3481374"/>
              <a:ext cx="14096" cy="14096"/>
            </a:xfrm>
            <a:custGeom>
              <a:avLst/>
              <a:gdLst>
                <a:gd name="connsiteX0" fmla="*/ 14097 w 14096"/>
                <a:gd name="connsiteY0" fmla="*/ 7049 h 14096"/>
                <a:gd name="connsiteX1" fmla="*/ 7048 w 14096"/>
                <a:gd name="connsiteY1" fmla="*/ 14097 h 14096"/>
                <a:gd name="connsiteX2" fmla="*/ 0 w 14096"/>
                <a:gd name="connsiteY2" fmla="*/ 7049 h 14096"/>
                <a:gd name="connsiteX3" fmla="*/ 7048 w 14096"/>
                <a:gd name="connsiteY3" fmla="*/ 0 h 14096"/>
                <a:gd name="connsiteX4" fmla="*/ 14097 w 14096"/>
                <a:gd name="connsiteY4" fmla="*/ 7049 h 1409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14096" h="14096">
                  <a:moveTo>
                    <a:pt x="14097" y="7049"/>
                  </a:moveTo>
                  <a:cubicBezTo>
                    <a:pt x="14097" y="10954"/>
                    <a:pt x="10954" y="14097"/>
                    <a:pt x="7048" y="14097"/>
                  </a:cubicBezTo>
                  <a:cubicBezTo>
                    <a:pt x="3143" y="14097"/>
                    <a:pt x="0" y="10954"/>
                    <a:pt x="0" y="7049"/>
                  </a:cubicBezTo>
                  <a:cubicBezTo>
                    <a:pt x="0" y="3143"/>
                    <a:pt x="3143" y="0"/>
                    <a:pt x="7048" y="0"/>
                  </a:cubicBezTo>
                  <a:cubicBezTo>
                    <a:pt x="10954" y="0"/>
                    <a:pt x="14097" y="3143"/>
                    <a:pt x="14097" y="7049"/>
                  </a:cubicBezTo>
                  <a:close/>
                </a:path>
              </a:pathLst>
            </a:custGeom>
            <a:grpFill/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116" name="Freeform: Shape 115">
              <a:extLst>
                <a:ext uri="{FF2B5EF4-FFF2-40B4-BE49-F238E27FC236}">
                  <a16:creationId xmlns:a16="http://schemas.microsoft.com/office/drawing/2014/main" id="{E712560A-A110-4132-85D5-21BBBFA8C89F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5970828" y="3481374"/>
              <a:ext cx="14096" cy="14096"/>
            </a:xfrm>
            <a:custGeom>
              <a:avLst/>
              <a:gdLst>
                <a:gd name="connsiteX0" fmla="*/ 14097 w 14096"/>
                <a:gd name="connsiteY0" fmla="*/ 7049 h 14096"/>
                <a:gd name="connsiteX1" fmla="*/ 7048 w 14096"/>
                <a:gd name="connsiteY1" fmla="*/ 14097 h 14096"/>
                <a:gd name="connsiteX2" fmla="*/ 0 w 14096"/>
                <a:gd name="connsiteY2" fmla="*/ 7049 h 14096"/>
                <a:gd name="connsiteX3" fmla="*/ 7048 w 14096"/>
                <a:gd name="connsiteY3" fmla="*/ 0 h 14096"/>
                <a:gd name="connsiteX4" fmla="*/ 14097 w 14096"/>
                <a:gd name="connsiteY4" fmla="*/ 7049 h 1409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14096" h="14096">
                  <a:moveTo>
                    <a:pt x="14097" y="7049"/>
                  </a:moveTo>
                  <a:cubicBezTo>
                    <a:pt x="14097" y="10954"/>
                    <a:pt x="10954" y="14097"/>
                    <a:pt x="7048" y="14097"/>
                  </a:cubicBezTo>
                  <a:cubicBezTo>
                    <a:pt x="3143" y="14097"/>
                    <a:pt x="0" y="10954"/>
                    <a:pt x="0" y="7049"/>
                  </a:cubicBezTo>
                  <a:cubicBezTo>
                    <a:pt x="0" y="3143"/>
                    <a:pt x="3143" y="0"/>
                    <a:pt x="7048" y="0"/>
                  </a:cubicBezTo>
                  <a:cubicBezTo>
                    <a:pt x="10954" y="0"/>
                    <a:pt x="14097" y="3143"/>
                    <a:pt x="14097" y="7049"/>
                  </a:cubicBezTo>
                  <a:close/>
                </a:path>
              </a:pathLst>
            </a:custGeom>
            <a:grpFill/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117" name="Freeform: Shape 116">
              <a:extLst>
                <a:ext uri="{FF2B5EF4-FFF2-40B4-BE49-F238E27FC236}">
                  <a16:creationId xmlns:a16="http://schemas.microsoft.com/office/drawing/2014/main" id="{D1E3102B-23D5-43AE-A67D-583AAA52BA23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6030074" y="3481374"/>
              <a:ext cx="14097" cy="14097"/>
            </a:xfrm>
            <a:custGeom>
              <a:avLst/>
              <a:gdLst>
                <a:gd name="connsiteX0" fmla="*/ 14097 w 14097"/>
                <a:gd name="connsiteY0" fmla="*/ 7049 h 14097"/>
                <a:gd name="connsiteX1" fmla="*/ 7049 w 14097"/>
                <a:gd name="connsiteY1" fmla="*/ 14097 h 14097"/>
                <a:gd name="connsiteX2" fmla="*/ 0 w 14097"/>
                <a:gd name="connsiteY2" fmla="*/ 7049 h 14097"/>
                <a:gd name="connsiteX3" fmla="*/ 7049 w 14097"/>
                <a:gd name="connsiteY3" fmla="*/ 0 h 14097"/>
                <a:gd name="connsiteX4" fmla="*/ 14097 w 14097"/>
                <a:gd name="connsiteY4" fmla="*/ 7049 h 14097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14097" h="14097">
                  <a:moveTo>
                    <a:pt x="14097" y="7049"/>
                  </a:moveTo>
                  <a:cubicBezTo>
                    <a:pt x="14097" y="10941"/>
                    <a:pt x="10941" y="14097"/>
                    <a:pt x="7049" y="14097"/>
                  </a:cubicBezTo>
                  <a:cubicBezTo>
                    <a:pt x="3156" y="14097"/>
                    <a:pt x="0" y="10941"/>
                    <a:pt x="0" y="7049"/>
                  </a:cubicBezTo>
                  <a:cubicBezTo>
                    <a:pt x="0" y="3156"/>
                    <a:pt x="3156" y="0"/>
                    <a:pt x="7049" y="0"/>
                  </a:cubicBezTo>
                  <a:cubicBezTo>
                    <a:pt x="10941" y="0"/>
                    <a:pt x="14097" y="3156"/>
                    <a:pt x="14097" y="7049"/>
                  </a:cubicBezTo>
                  <a:close/>
                </a:path>
              </a:pathLst>
            </a:custGeom>
            <a:grpFill/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118" name="Freeform: Shape 117">
              <a:extLst>
                <a:ext uri="{FF2B5EF4-FFF2-40B4-BE49-F238E27FC236}">
                  <a16:creationId xmlns:a16="http://schemas.microsoft.com/office/drawing/2014/main" id="{9D5ABE4E-EB80-423C-BBCE-9C1B77D9B0CA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6089224" y="3481374"/>
              <a:ext cx="14096" cy="14096"/>
            </a:xfrm>
            <a:custGeom>
              <a:avLst/>
              <a:gdLst>
                <a:gd name="connsiteX0" fmla="*/ 14097 w 14096"/>
                <a:gd name="connsiteY0" fmla="*/ 7049 h 14096"/>
                <a:gd name="connsiteX1" fmla="*/ 7048 w 14096"/>
                <a:gd name="connsiteY1" fmla="*/ 14097 h 14096"/>
                <a:gd name="connsiteX2" fmla="*/ 0 w 14096"/>
                <a:gd name="connsiteY2" fmla="*/ 7049 h 14096"/>
                <a:gd name="connsiteX3" fmla="*/ 7048 w 14096"/>
                <a:gd name="connsiteY3" fmla="*/ 0 h 14096"/>
                <a:gd name="connsiteX4" fmla="*/ 14097 w 14096"/>
                <a:gd name="connsiteY4" fmla="*/ 7049 h 1409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14096" h="14096">
                  <a:moveTo>
                    <a:pt x="14097" y="7049"/>
                  </a:moveTo>
                  <a:cubicBezTo>
                    <a:pt x="14097" y="10954"/>
                    <a:pt x="10954" y="14097"/>
                    <a:pt x="7048" y="14097"/>
                  </a:cubicBezTo>
                  <a:cubicBezTo>
                    <a:pt x="3143" y="14097"/>
                    <a:pt x="0" y="10954"/>
                    <a:pt x="0" y="7049"/>
                  </a:cubicBezTo>
                  <a:cubicBezTo>
                    <a:pt x="0" y="3143"/>
                    <a:pt x="3143" y="0"/>
                    <a:pt x="7048" y="0"/>
                  </a:cubicBezTo>
                  <a:cubicBezTo>
                    <a:pt x="10954" y="0"/>
                    <a:pt x="14097" y="3143"/>
                    <a:pt x="14097" y="7049"/>
                  </a:cubicBezTo>
                  <a:close/>
                </a:path>
              </a:pathLst>
            </a:custGeom>
            <a:grpFill/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119" name="Freeform: Shape 118">
              <a:extLst>
                <a:ext uri="{FF2B5EF4-FFF2-40B4-BE49-F238E27FC236}">
                  <a16:creationId xmlns:a16="http://schemas.microsoft.com/office/drawing/2014/main" id="{BEB8CCC5-38F5-4892-A00B-14B645BBDF5D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5734038" y="3540620"/>
              <a:ext cx="14192" cy="14096"/>
            </a:xfrm>
            <a:custGeom>
              <a:avLst/>
              <a:gdLst>
                <a:gd name="connsiteX0" fmla="*/ 14192 w 14192"/>
                <a:gd name="connsiteY0" fmla="*/ 7048 h 14096"/>
                <a:gd name="connsiteX1" fmla="*/ 7144 w 14192"/>
                <a:gd name="connsiteY1" fmla="*/ 14097 h 14096"/>
                <a:gd name="connsiteX2" fmla="*/ 0 w 14192"/>
                <a:gd name="connsiteY2" fmla="*/ 7048 h 14096"/>
                <a:gd name="connsiteX3" fmla="*/ 7049 w 14192"/>
                <a:gd name="connsiteY3" fmla="*/ 0 h 14096"/>
                <a:gd name="connsiteX4" fmla="*/ 14192 w 14192"/>
                <a:gd name="connsiteY4" fmla="*/ 7048 h 1409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14192" h="14096">
                  <a:moveTo>
                    <a:pt x="14192" y="7048"/>
                  </a:moveTo>
                  <a:cubicBezTo>
                    <a:pt x="14192" y="10954"/>
                    <a:pt x="11049" y="14097"/>
                    <a:pt x="7144" y="14097"/>
                  </a:cubicBezTo>
                  <a:cubicBezTo>
                    <a:pt x="3239" y="14097"/>
                    <a:pt x="0" y="10954"/>
                    <a:pt x="0" y="7048"/>
                  </a:cubicBezTo>
                  <a:cubicBezTo>
                    <a:pt x="0" y="3143"/>
                    <a:pt x="3143" y="0"/>
                    <a:pt x="7049" y="0"/>
                  </a:cubicBezTo>
                  <a:cubicBezTo>
                    <a:pt x="10954" y="0"/>
                    <a:pt x="14192" y="3143"/>
                    <a:pt x="14192" y="7048"/>
                  </a:cubicBezTo>
                  <a:close/>
                </a:path>
              </a:pathLst>
            </a:custGeom>
            <a:grpFill/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120" name="Freeform: Shape 119">
              <a:extLst>
                <a:ext uri="{FF2B5EF4-FFF2-40B4-BE49-F238E27FC236}">
                  <a16:creationId xmlns:a16="http://schemas.microsoft.com/office/drawing/2014/main" id="{8860175F-F7D5-4464-AD61-5B435528FE54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5793283" y="3540620"/>
              <a:ext cx="14097" cy="14097"/>
            </a:xfrm>
            <a:custGeom>
              <a:avLst/>
              <a:gdLst>
                <a:gd name="connsiteX0" fmla="*/ 14097 w 14097"/>
                <a:gd name="connsiteY0" fmla="*/ 7048 h 14097"/>
                <a:gd name="connsiteX1" fmla="*/ 7049 w 14097"/>
                <a:gd name="connsiteY1" fmla="*/ 14097 h 14097"/>
                <a:gd name="connsiteX2" fmla="*/ 0 w 14097"/>
                <a:gd name="connsiteY2" fmla="*/ 7048 h 14097"/>
                <a:gd name="connsiteX3" fmla="*/ 7049 w 14097"/>
                <a:gd name="connsiteY3" fmla="*/ 0 h 14097"/>
                <a:gd name="connsiteX4" fmla="*/ 14097 w 14097"/>
                <a:gd name="connsiteY4" fmla="*/ 7048 h 14097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14097" h="14097">
                  <a:moveTo>
                    <a:pt x="14097" y="7048"/>
                  </a:moveTo>
                  <a:cubicBezTo>
                    <a:pt x="14097" y="10941"/>
                    <a:pt x="10941" y="14097"/>
                    <a:pt x="7049" y="14097"/>
                  </a:cubicBezTo>
                  <a:cubicBezTo>
                    <a:pt x="3156" y="14097"/>
                    <a:pt x="0" y="10941"/>
                    <a:pt x="0" y="7048"/>
                  </a:cubicBezTo>
                  <a:cubicBezTo>
                    <a:pt x="0" y="3156"/>
                    <a:pt x="3156" y="0"/>
                    <a:pt x="7049" y="0"/>
                  </a:cubicBezTo>
                  <a:cubicBezTo>
                    <a:pt x="10941" y="0"/>
                    <a:pt x="14097" y="3156"/>
                    <a:pt x="14097" y="7048"/>
                  </a:cubicBezTo>
                  <a:close/>
                </a:path>
              </a:pathLst>
            </a:custGeom>
            <a:grpFill/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121" name="Freeform: Shape 120">
              <a:extLst>
                <a:ext uri="{FF2B5EF4-FFF2-40B4-BE49-F238E27FC236}">
                  <a16:creationId xmlns:a16="http://schemas.microsoft.com/office/drawing/2014/main" id="{E28C20B0-98AA-4A5B-8CE1-236A3F6CAAC8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5852433" y="3540620"/>
              <a:ext cx="14096" cy="14096"/>
            </a:xfrm>
            <a:custGeom>
              <a:avLst/>
              <a:gdLst>
                <a:gd name="connsiteX0" fmla="*/ 14097 w 14096"/>
                <a:gd name="connsiteY0" fmla="*/ 7048 h 14096"/>
                <a:gd name="connsiteX1" fmla="*/ 7048 w 14096"/>
                <a:gd name="connsiteY1" fmla="*/ 14097 h 14096"/>
                <a:gd name="connsiteX2" fmla="*/ 0 w 14096"/>
                <a:gd name="connsiteY2" fmla="*/ 7048 h 14096"/>
                <a:gd name="connsiteX3" fmla="*/ 7048 w 14096"/>
                <a:gd name="connsiteY3" fmla="*/ 0 h 14096"/>
                <a:gd name="connsiteX4" fmla="*/ 14097 w 14096"/>
                <a:gd name="connsiteY4" fmla="*/ 7048 h 1409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14096" h="14096">
                  <a:moveTo>
                    <a:pt x="14097" y="7048"/>
                  </a:moveTo>
                  <a:cubicBezTo>
                    <a:pt x="14097" y="10954"/>
                    <a:pt x="10954" y="14097"/>
                    <a:pt x="7048" y="14097"/>
                  </a:cubicBezTo>
                  <a:cubicBezTo>
                    <a:pt x="3143" y="14097"/>
                    <a:pt x="0" y="10954"/>
                    <a:pt x="0" y="7048"/>
                  </a:cubicBezTo>
                  <a:cubicBezTo>
                    <a:pt x="0" y="3143"/>
                    <a:pt x="3143" y="0"/>
                    <a:pt x="7048" y="0"/>
                  </a:cubicBezTo>
                  <a:cubicBezTo>
                    <a:pt x="10954" y="0"/>
                    <a:pt x="14097" y="3143"/>
                    <a:pt x="14097" y="7048"/>
                  </a:cubicBezTo>
                  <a:close/>
                </a:path>
              </a:pathLst>
            </a:custGeom>
            <a:grpFill/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122" name="Freeform: Shape 121">
              <a:extLst>
                <a:ext uri="{FF2B5EF4-FFF2-40B4-BE49-F238E27FC236}">
                  <a16:creationId xmlns:a16="http://schemas.microsoft.com/office/drawing/2014/main" id="{8A56719F-13F0-4B75-8C04-DAACD8FD868D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5911678" y="3540620"/>
              <a:ext cx="14096" cy="14096"/>
            </a:xfrm>
            <a:custGeom>
              <a:avLst/>
              <a:gdLst>
                <a:gd name="connsiteX0" fmla="*/ 14097 w 14096"/>
                <a:gd name="connsiteY0" fmla="*/ 7048 h 14096"/>
                <a:gd name="connsiteX1" fmla="*/ 7048 w 14096"/>
                <a:gd name="connsiteY1" fmla="*/ 14097 h 14096"/>
                <a:gd name="connsiteX2" fmla="*/ 0 w 14096"/>
                <a:gd name="connsiteY2" fmla="*/ 7048 h 14096"/>
                <a:gd name="connsiteX3" fmla="*/ 7048 w 14096"/>
                <a:gd name="connsiteY3" fmla="*/ 0 h 14096"/>
                <a:gd name="connsiteX4" fmla="*/ 14097 w 14096"/>
                <a:gd name="connsiteY4" fmla="*/ 7048 h 1409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14096" h="14096">
                  <a:moveTo>
                    <a:pt x="14097" y="7048"/>
                  </a:moveTo>
                  <a:cubicBezTo>
                    <a:pt x="14097" y="10954"/>
                    <a:pt x="10954" y="14097"/>
                    <a:pt x="7048" y="14097"/>
                  </a:cubicBezTo>
                  <a:cubicBezTo>
                    <a:pt x="3143" y="14097"/>
                    <a:pt x="0" y="10954"/>
                    <a:pt x="0" y="7048"/>
                  </a:cubicBezTo>
                  <a:cubicBezTo>
                    <a:pt x="0" y="3143"/>
                    <a:pt x="3143" y="0"/>
                    <a:pt x="7048" y="0"/>
                  </a:cubicBezTo>
                  <a:cubicBezTo>
                    <a:pt x="10954" y="0"/>
                    <a:pt x="14097" y="3143"/>
                    <a:pt x="14097" y="7048"/>
                  </a:cubicBezTo>
                  <a:close/>
                </a:path>
              </a:pathLst>
            </a:custGeom>
            <a:grpFill/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123" name="Freeform: Shape 122">
              <a:extLst>
                <a:ext uri="{FF2B5EF4-FFF2-40B4-BE49-F238E27FC236}">
                  <a16:creationId xmlns:a16="http://schemas.microsoft.com/office/drawing/2014/main" id="{B30555DA-285C-4859-83DE-B16FF6DB1382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5970828" y="3540620"/>
              <a:ext cx="14096" cy="14096"/>
            </a:xfrm>
            <a:custGeom>
              <a:avLst/>
              <a:gdLst>
                <a:gd name="connsiteX0" fmla="*/ 14097 w 14096"/>
                <a:gd name="connsiteY0" fmla="*/ 7048 h 14096"/>
                <a:gd name="connsiteX1" fmla="*/ 7048 w 14096"/>
                <a:gd name="connsiteY1" fmla="*/ 14097 h 14096"/>
                <a:gd name="connsiteX2" fmla="*/ 0 w 14096"/>
                <a:gd name="connsiteY2" fmla="*/ 7048 h 14096"/>
                <a:gd name="connsiteX3" fmla="*/ 7048 w 14096"/>
                <a:gd name="connsiteY3" fmla="*/ 0 h 14096"/>
                <a:gd name="connsiteX4" fmla="*/ 14097 w 14096"/>
                <a:gd name="connsiteY4" fmla="*/ 7048 h 1409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14096" h="14096">
                  <a:moveTo>
                    <a:pt x="14097" y="7048"/>
                  </a:moveTo>
                  <a:cubicBezTo>
                    <a:pt x="14097" y="10954"/>
                    <a:pt x="10954" y="14097"/>
                    <a:pt x="7048" y="14097"/>
                  </a:cubicBezTo>
                  <a:cubicBezTo>
                    <a:pt x="3143" y="14097"/>
                    <a:pt x="0" y="10954"/>
                    <a:pt x="0" y="7048"/>
                  </a:cubicBezTo>
                  <a:cubicBezTo>
                    <a:pt x="0" y="3143"/>
                    <a:pt x="3143" y="0"/>
                    <a:pt x="7048" y="0"/>
                  </a:cubicBezTo>
                  <a:cubicBezTo>
                    <a:pt x="10954" y="0"/>
                    <a:pt x="14097" y="3143"/>
                    <a:pt x="14097" y="7048"/>
                  </a:cubicBezTo>
                  <a:close/>
                </a:path>
              </a:pathLst>
            </a:custGeom>
            <a:grpFill/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124" name="Freeform: Shape 123">
              <a:extLst>
                <a:ext uri="{FF2B5EF4-FFF2-40B4-BE49-F238E27FC236}">
                  <a16:creationId xmlns:a16="http://schemas.microsoft.com/office/drawing/2014/main" id="{67AF00E9-C8D6-41C4-9703-5468F51639D8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6030074" y="3540620"/>
              <a:ext cx="14097" cy="14097"/>
            </a:xfrm>
            <a:custGeom>
              <a:avLst/>
              <a:gdLst>
                <a:gd name="connsiteX0" fmla="*/ 14097 w 14097"/>
                <a:gd name="connsiteY0" fmla="*/ 7048 h 14097"/>
                <a:gd name="connsiteX1" fmla="*/ 7049 w 14097"/>
                <a:gd name="connsiteY1" fmla="*/ 14097 h 14097"/>
                <a:gd name="connsiteX2" fmla="*/ 0 w 14097"/>
                <a:gd name="connsiteY2" fmla="*/ 7048 h 14097"/>
                <a:gd name="connsiteX3" fmla="*/ 7049 w 14097"/>
                <a:gd name="connsiteY3" fmla="*/ 0 h 14097"/>
                <a:gd name="connsiteX4" fmla="*/ 14097 w 14097"/>
                <a:gd name="connsiteY4" fmla="*/ 7048 h 14097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14097" h="14097">
                  <a:moveTo>
                    <a:pt x="14097" y="7048"/>
                  </a:moveTo>
                  <a:cubicBezTo>
                    <a:pt x="14097" y="10941"/>
                    <a:pt x="10941" y="14097"/>
                    <a:pt x="7049" y="14097"/>
                  </a:cubicBezTo>
                  <a:cubicBezTo>
                    <a:pt x="3156" y="14097"/>
                    <a:pt x="0" y="10941"/>
                    <a:pt x="0" y="7048"/>
                  </a:cubicBezTo>
                  <a:cubicBezTo>
                    <a:pt x="0" y="3156"/>
                    <a:pt x="3156" y="0"/>
                    <a:pt x="7049" y="0"/>
                  </a:cubicBezTo>
                  <a:cubicBezTo>
                    <a:pt x="10941" y="0"/>
                    <a:pt x="14097" y="3156"/>
                    <a:pt x="14097" y="7048"/>
                  </a:cubicBezTo>
                  <a:close/>
                </a:path>
              </a:pathLst>
            </a:custGeom>
            <a:grpFill/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125" name="Freeform: Shape 124">
              <a:extLst>
                <a:ext uri="{FF2B5EF4-FFF2-40B4-BE49-F238E27FC236}">
                  <a16:creationId xmlns:a16="http://schemas.microsoft.com/office/drawing/2014/main" id="{D07F88BD-A2E8-4F25-BB43-9372C6C9F30E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6089224" y="3540620"/>
              <a:ext cx="14096" cy="14096"/>
            </a:xfrm>
            <a:custGeom>
              <a:avLst/>
              <a:gdLst>
                <a:gd name="connsiteX0" fmla="*/ 14097 w 14096"/>
                <a:gd name="connsiteY0" fmla="*/ 7048 h 14096"/>
                <a:gd name="connsiteX1" fmla="*/ 7048 w 14096"/>
                <a:gd name="connsiteY1" fmla="*/ 14097 h 14096"/>
                <a:gd name="connsiteX2" fmla="*/ 0 w 14096"/>
                <a:gd name="connsiteY2" fmla="*/ 7048 h 14096"/>
                <a:gd name="connsiteX3" fmla="*/ 7048 w 14096"/>
                <a:gd name="connsiteY3" fmla="*/ 0 h 14096"/>
                <a:gd name="connsiteX4" fmla="*/ 14097 w 14096"/>
                <a:gd name="connsiteY4" fmla="*/ 7048 h 1409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14096" h="14096">
                  <a:moveTo>
                    <a:pt x="14097" y="7048"/>
                  </a:moveTo>
                  <a:cubicBezTo>
                    <a:pt x="14097" y="10954"/>
                    <a:pt x="10954" y="14097"/>
                    <a:pt x="7048" y="14097"/>
                  </a:cubicBezTo>
                  <a:cubicBezTo>
                    <a:pt x="3143" y="14097"/>
                    <a:pt x="0" y="10954"/>
                    <a:pt x="0" y="7048"/>
                  </a:cubicBezTo>
                  <a:cubicBezTo>
                    <a:pt x="0" y="3143"/>
                    <a:pt x="3143" y="0"/>
                    <a:pt x="7048" y="0"/>
                  </a:cubicBezTo>
                  <a:cubicBezTo>
                    <a:pt x="10954" y="0"/>
                    <a:pt x="14097" y="3143"/>
                    <a:pt x="14097" y="7048"/>
                  </a:cubicBezTo>
                  <a:close/>
                </a:path>
              </a:pathLst>
            </a:custGeom>
            <a:grpFill/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126" name="Freeform: Shape 125">
              <a:extLst>
                <a:ext uri="{FF2B5EF4-FFF2-40B4-BE49-F238E27FC236}">
                  <a16:creationId xmlns:a16="http://schemas.microsoft.com/office/drawing/2014/main" id="{DFAE35DA-8283-4F4B-8C00-FF8EFE39B3CC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5734038" y="3599770"/>
              <a:ext cx="14192" cy="14096"/>
            </a:xfrm>
            <a:custGeom>
              <a:avLst/>
              <a:gdLst>
                <a:gd name="connsiteX0" fmla="*/ 14192 w 14192"/>
                <a:gd name="connsiteY0" fmla="*/ 7048 h 14096"/>
                <a:gd name="connsiteX1" fmla="*/ 7144 w 14192"/>
                <a:gd name="connsiteY1" fmla="*/ 14097 h 14096"/>
                <a:gd name="connsiteX2" fmla="*/ 0 w 14192"/>
                <a:gd name="connsiteY2" fmla="*/ 7048 h 14096"/>
                <a:gd name="connsiteX3" fmla="*/ 7049 w 14192"/>
                <a:gd name="connsiteY3" fmla="*/ 0 h 14096"/>
                <a:gd name="connsiteX4" fmla="*/ 14192 w 14192"/>
                <a:gd name="connsiteY4" fmla="*/ 7048 h 1409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14192" h="14096">
                  <a:moveTo>
                    <a:pt x="14192" y="7048"/>
                  </a:moveTo>
                  <a:cubicBezTo>
                    <a:pt x="14192" y="10954"/>
                    <a:pt x="11049" y="14097"/>
                    <a:pt x="7144" y="14097"/>
                  </a:cubicBezTo>
                  <a:cubicBezTo>
                    <a:pt x="3239" y="14097"/>
                    <a:pt x="0" y="10954"/>
                    <a:pt x="0" y="7048"/>
                  </a:cubicBezTo>
                  <a:cubicBezTo>
                    <a:pt x="0" y="3143"/>
                    <a:pt x="3143" y="0"/>
                    <a:pt x="7049" y="0"/>
                  </a:cubicBezTo>
                  <a:cubicBezTo>
                    <a:pt x="10954" y="0"/>
                    <a:pt x="14192" y="3143"/>
                    <a:pt x="14192" y="7048"/>
                  </a:cubicBezTo>
                  <a:close/>
                </a:path>
              </a:pathLst>
            </a:custGeom>
            <a:grpFill/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127" name="Freeform: Shape 126">
              <a:extLst>
                <a:ext uri="{FF2B5EF4-FFF2-40B4-BE49-F238E27FC236}">
                  <a16:creationId xmlns:a16="http://schemas.microsoft.com/office/drawing/2014/main" id="{4340DEBE-A255-48E2-B7B2-AE881651CEC6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5793283" y="3599770"/>
              <a:ext cx="14097" cy="14096"/>
            </a:xfrm>
            <a:custGeom>
              <a:avLst/>
              <a:gdLst>
                <a:gd name="connsiteX0" fmla="*/ 14097 w 14097"/>
                <a:gd name="connsiteY0" fmla="*/ 7048 h 14096"/>
                <a:gd name="connsiteX1" fmla="*/ 7049 w 14097"/>
                <a:gd name="connsiteY1" fmla="*/ 14097 h 14096"/>
                <a:gd name="connsiteX2" fmla="*/ 0 w 14097"/>
                <a:gd name="connsiteY2" fmla="*/ 7048 h 14096"/>
                <a:gd name="connsiteX3" fmla="*/ 7049 w 14097"/>
                <a:gd name="connsiteY3" fmla="*/ 0 h 14096"/>
                <a:gd name="connsiteX4" fmla="*/ 14097 w 14097"/>
                <a:gd name="connsiteY4" fmla="*/ 7048 h 1409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14097" h="14096">
                  <a:moveTo>
                    <a:pt x="14097" y="7048"/>
                  </a:moveTo>
                  <a:cubicBezTo>
                    <a:pt x="14097" y="10954"/>
                    <a:pt x="10954" y="14097"/>
                    <a:pt x="7049" y="14097"/>
                  </a:cubicBezTo>
                  <a:cubicBezTo>
                    <a:pt x="3143" y="14097"/>
                    <a:pt x="0" y="10954"/>
                    <a:pt x="0" y="7048"/>
                  </a:cubicBezTo>
                  <a:cubicBezTo>
                    <a:pt x="0" y="3143"/>
                    <a:pt x="3143" y="0"/>
                    <a:pt x="7049" y="0"/>
                  </a:cubicBezTo>
                  <a:cubicBezTo>
                    <a:pt x="10954" y="0"/>
                    <a:pt x="14097" y="3143"/>
                    <a:pt x="14097" y="7048"/>
                  </a:cubicBezTo>
                  <a:close/>
                </a:path>
              </a:pathLst>
            </a:custGeom>
            <a:grpFill/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128" name="Freeform: Shape 127">
              <a:extLst>
                <a:ext uri="{FF2B5EF4-FFF2-40B4-BE49-F238E27FC236}">
                  <a16:creationId xmlns:a16="http://schemas.microsoft.com/office/drawing/2014/main" id="{FE968FB9-507A-4F2E-B346-15995081B1CA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5852433" y="3599770"/>
              <a:ext cx="14096" cy="14096"/>
            </a:xfrm>
            <a:custGeom>
              <a:avLst/>
              <a:gdLst>
                <a:gd name="connsiteX0" fmla="*/ 14097 w 14096"/>
                <a:gd name="connsiteY0" fmla="*/ 7048 h 14096"/>
                <a:gd name="connsiteX1" fmla="*/ 7048 w 14096"/>
                <a:gd name="connsiteY1" fmla="*/ 14097 h 14096"/>
                <a:gd name="connsiteX2" fmla="*/ 0 w 14096"/>
                <a:gd name="connsiteY2" fmla="*/ 7048 h 14096"/>
                <a:gd name="connsiteX3" fmla="*/ 7048 w 14096"/>
                <a:gd name="connsiteY3" fmla="*/ 0 h 14096"/>
                <a:gd name="connsiteX4" fmla="*/ 14097 w 14096"/>
                <a:gd name="connsiteY4" fmla="*/ 7048 h 1409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14096" h="14096">
                  <a:moveTo>
                    <a:pt x="14097" y="7048"/>
                  </a:moveTo>
                  <a:cubicBezTo>
                    <a:pt x="14097" y="10954"/>
                    <a:pt x="10954" y="14097"/>
                    <a:pt x="7048" y="14097"/>
                  </a:cubicBezTo>
                  <a:cubicBezTo>
                    <a:pt x="3143" y="14097"/>
                    <a:pt x="0" y="10954"/>
                    <a:pt x="0" y="7048"/>
                  </a:cubicBezTo>
                  <a:cubicBezTo>
                    <a:pt x="0" y="3143"/>
                    <a:pt x="3143" y="0"/>
                    <a:pt x="7048" y="0"/>
                  </a:cubicBezTo>
                  <a:cubicBezTo>
                    <a:pt x="10954" y="0"/>
                    <a:pt x="14097" y="3143"/>
                    <a:pt x="14097" y="7048"/>
                  </a:cubicBezTo>
                  <a:close/>
                </a:path>
              </a:pathLst>
            </a:custGeom>
            <a:grpFill/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129" name="Freeform: Shape 128">
              <a:extLst>
                <a:ext uri="{FF2B5EF4-FFF2-40B4-BE49-F238E27FC236}">
                  <a16:creationId xmlns:a16="http://schemas.microsoft.com/office/drawing/2014/main" id="{4DA99BD8-9C2B-46BF-AA27-ED405540D1AA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5911678" y="3599770"/>
              <a:ext cx="14096" cy="14096"/>
            </a:xfrm>
            <a:custGeom>
              <a:avLst/>
              <a:gdLst>
                <a:gd name="connsiteX0" fmla="*/ 14097 w 14096"/>
                <a:gd name="connsiteY0" fmla="*/ 7048 h 14096"/>
                <a:gd name="connsiteX1" fmla="*/ 7048 w 14096"/>
                <a:gd name="connsiteY1" fmla="*/ 14097 h 14096"/>
                <a:gd name="connsiteX2" fmla="*/ 0 w 14096"/>
                <a:gd name="connsiteY2" fmla="*/ 7048 h 14096"/>
                <a:gd name="connsiteX3" fmla="*/ 7048 w 14096"/>
                <a:gd name="connsiteY3" fmla="*/ 0 h 14096"/>
                <a:gd name="connsiteX4" fmla="*/ 14097 w 14096"/>
                <a:gd name="connsiteY4" fmla="*/ 7048 h 1409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14096" h="14096">
                  <a:moveTo>
                    <a:pt x="14097" y="7048"/>
                  </a:moveTo>
                  <a:cubicBezTo>
                    <a:pt x="14097" y="10954"/>
                    <a:pt x="10954" y="14097"/>
                    <a:pt x="7048" y="14097"/>
                  </a:cubicBezTo>
                  <a:cubicBezTo>
                    <a:pt x="3143" y="14097"/>
                    <a:pt x="0" y="10954"/>
                    <a:pt x="0" y="7048"/>
                  </a:cubicBezTo>
                  <a:cubicBezTo>
                    <a:pt x="0" y="3143"/>
                    <a:pt x="3143" y="0"/>
                    <a:pt x="7048" y="0"/>
                  </a:cubicBezTo>
                  <a:cubicBezTo>
                    <a:pt x="10954" y="0"/>
                    <a:pt x="14097" y="3143"/>
                    <a:pt x="14097" y="7048"/>
                  </a:cubicBezTo>
                  <a:close/>
                </a:path>
              </a:pathLst>
            </a:custGeom>
            <a:grpFill/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130" name="Freeform: Shape 129">
              <a:extLst>
                <a:ext uri="{FF2B5EF4-FFF2-40B4-BE49-F238E27FC236}">
                  <a16:creationId xmlns:a16="http://schemas.microsoft.com/office/drawing/2014/main" id="{50C84F67-D2C2-48DF-8537-DF99C60240AA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5970828" y="3599770"/>
              <a:ext cx="14096" cy="14096"/>
            </a:xfrm>
            <a:custGeom>
              <a:avLst/>
              <a:gdLst>
                <a:gd name="connsiteX0" fmla="*/ 14097 w 14096"/>
                <a:gd name="connsiteY0" fmla="*/ 7048 h 14096"/>
                <a:gd name="connsiteX1" fmla="*/ 7048 w 14096"/>
                <a:gd name="connsiteY1" fmla="*/ 14097 h 14096"/>
                <a:gd name="connsiteX2" fmla="*/ 0 w 14096"/>
                <a:gd name="connsiteY2" fmla="*/ 7048 h 14096"/>
                <a:gd name="connsiteX3" fmla="*/ 7048 w 14096"/>
                <a:gd name="connsiteY3" fmla="*/ 0 h 14096"/>
                <a:gd name="connsiteX4" fmla="*/ 14097 w 14096"/>
                <a:gd name="connsiteY4" fmla="*/ 7048 h 1409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14096" h="14096">
                  <a:moveTo>
                    <a:pt x="14097" y="7048"/>
                  </a:moveTo>
                  <a:cubicBezTo>
                    <a:pt x="14097" y="10954"/>
                    <a:pt x="10954" y="14097"/>
                    <a:pt x="7048" y="14097"/>
                  </a:cubicBezTo>
                  <a:cubicBezTo>
                    <a:pt x="3143" y="14097"/>
                    <a:pt x="0" y="10954"/>
                    <a:pt x="0" y="7048"/>
                  </a:cubicBezTo>
                  <a:cubicBezTo>
                    <a:pt x="0" y="3143"/>
                    <a:pt x="3143" y="0"/>
                    <a:pt x="7048" y="0"/>
                  </a:cubicBezTo>
                  <a:cubicBezTo>
                    <a:pt x="10954" y="0"/>
                    <a:pt x="14097" y="3143"/>
                    <a:pt x="14097" y="7048"/>
                  </a:cubicBezTo>
                  <a:close/>
                </a:path>
              </a:pathLst>
            </a:custGeom>
            <a:grpFill/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131" name="Freeform: Shape 130">
              <a:extLst>
                <a:ext uri="{FF2B5EF4-FFF2-40B4-BE49-F238E27FC236}">
                  <a16:creationId xmlns:a16="http://schemas.microsoft.com/office/drawing/2014/main" id="{F5CAEB9A-26A6-4FBF-916B-19FC9B0BFCDD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6030073" y="3599770"/>
              <a:ext cx="14097" cy="14096"/>
            </a:xfrm>
            <a:custGeom>
              <a:avLst/>
              <a:gdLst>
                <a:gd name="connsiteX0" fmla="*/ 14097 w 14097"/>
                <a:gd name="connsiteY0" fmla="*/ 7048 h 14096"/>
                <a:gd name="connsiteX1" fmla="*/ 7048 w 14097"/>
                <a:gd name="connsiteY1" fmla="*/ 14097 h 14096"/>
                <a:gd name="connsiteX2" fmla="*/ 0 w 14097"/>
                <a:gd name="connsiteY2" fmla="*/ 7048 h 14096"/>
                <a:gd name="connsiteX3" fmla="*/ 7048 w 14097"/>
                <a:gd name="connsiteY3" fmla="*/ 0 h 14096"/>
                <a:gd name="connsiteX4" fmla="*/ 14097 w 14097"/>
                <a:gd name="connsiteY4" fmla="*/ 7048 h 1409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14097" h="14096">
                  <a:moveTo>
                    <a:pt x="14097" y="7048"/>
                  </a:moveTo>
                  <a:cubicBezTo>
                    <a:pt x="14097" y="10954"/>
                    <a:pt x="10954" y="14097"/>
                    <a:pt x="7048" y="14097"/>
                  </a:cubicBezTo>
                  <a:cubicBezTo>
                    <a:pt x="3143" y="14097"/>
                    <a:pt x="0" y="10954"/>
                    <a:pt x="0" y="7048"/>
                  </a:cubicBezTo>
                  <a:cubicBezTo>
                    <a:pt x="0" y="3143"/>
                    <a:pt x="3143" y="0"/>
                    <a:pt x="7048" y="0"/>
                  </a:cubicBezTo>
                  <a:cubicBezTo>
                    <a:pt x="10954" y="0"/>
                    <a:pt x="14097" y="3143"/>
                    <a:pt x="14097" y="7048"/>
                  </a:cubicBezTo>
                  <a:close/>
                </a:path>
              </a:pathLst>
            </a:custGeom>
            <a:grpFill/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132" name="Freeform: Shape 131">
              <a:extLst>
                <a:ext uri="{FF2B5EF4-FFF2-40B4-BE49-F238E27FC236}">
                  <a16:creationId xmlns:a16="http://schemas.microsoft.com/office/drawing/2014/main" id="{E4DEDE1B-4819-4E4B-849E-330D7DF56C2F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6089224" y="3599770"/>
              <a:ext cx="14096" cy="14096"/>
            </a:xfrm>
            <a:custGeom>
              <a:avLst/>
              <a:gdLst>
                <a:gd name="connsiteX0" fmla="*/ 14097 w 14096"/>
                <a:gd name="connsiteY0" fmla="*/ 7048 h 14096"/>
                <a:gd name="connsiteX1" fmla="*/ 7048 w 14096"/>
                <a:gd name="connsiteY1" fmla="*/ 14097 h 14096"/>
                <a:gd name="connsiteX2" fmla="*/ 0 w 14096"/>
                <a:gd name="connsiteY2" fmla="*/ 7048 h 14096"/>
                <a:gd name="connsiteX3" fmla="*/ 7048 w 14096"/>
                <a:gd name="connsiteY3" fmla="*/ 0 h 14096"/>
                <a:gd name="connsiteX4" fmla="*/ 14097 w 14096"/>
                <a:gd name="connsiteY4" fmla="*/ 7048 h 1409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14096" h="14096">
                  <a:moveTo>
                    <a:pt x="14097" y="7048"/>
                  </a:moveTo>
                  <a:cubicBezTo>
                    <a:pt x="14097" y="10954"/>
                    <a:pt x="10954" y="14097"/>
                    <a:pt x="7048" y="14097"/>
                  </a:cubicBezTo>
                  <a:cubicBezTo>
                    <a:pt x="3143" y="14097"/>
                    <a:pt x="0" y="10954"/>
                    <a:pt x="0" y="7048"/>
                  </a:cubicBezTo>
                  <a:cubicBezTo>
                    <a:pt x="0" y="3143"/>
                    <a:pt x="3143" y="0"/>
                    <a:pt x="7048" y="0"/>
                  </a:cubicBezTo>
                  <a:cubicBezTo>
                    <a:pt x="10954" y="0"/>
                    <a:pt x="14097" y="3143"/>
                    <a:pt x="14097" y="7048"/>
                  </a:cubicBezTo>
                  <a:close/>
                </a:path>
              </a:pathLst>
            </a:custGeom>
            <a:grpFill/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133" name="Freeform: Shape 132">
              <a:extLst>
                <a:ext uri="{FF2B5EF4-FFF2-40B4-BE49-F238E27FC236}">
                  <a16:creationId xmlns:a16="http://schemas.microsoft.com/office/drawing/2014/main" id="{C441B73E-F19C-4313-8F46-F600603B360D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5734037" y="3659014"/>
              <a:ext cx="14192" cy="14096"/>
            </a:xfrm>
            <a:custGeom>
              <a:avLst/>
              <a:gdLst>
                <a:gd name="connsiteX0" fmla="*/ 14192 w 14192"/>
                <a:gd name="connsiteY0" fmla="*/ 7048 h 14096"/>
                <a:gd name="connsiteX1" fmla="*/ 7144 w 14192"/>
                <a:gd name="connsiteY1" fmla="*/ 14097 h 14096"/>
                <a:gd name="connsiteX2" fmla="*/ 0 w 14192"/>
                <a:gd name="connsiteY2" fmla="*/ 7048 h 14096"/>
                <a:gd name="connsiteX3" fmla="*/ 7049 w 14192"/>
                <a:gd name="connsiteY3" fmla="*/ 0 h 14096"/>
                <a:gd name="connsiteX4" fmla="*/ 14192 w 14192"/>
                <a:gd name="connsiteY4" fmla="*/ 7048 h 1409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14192" h="14096">
                  <a:moveTo>
                    <a:pt x="14192" y="7048"/>
                  </a:moveTo>
                  <a:cubicBezTo>
                    <a:pt x="14192" y="10954"/>
                    <a:pt x="11049" y="14097"/>
                    <a:pt x="7144" y="14097"/>
                  </a:cubicBezTo>
                  <a:cubicBezTo>
                    <a:pt x="3239" y="14097"/>
                    <a:pt x="0" y="10954"/>
                    <a:pt x="0" y="7048"/>
                  </a:cubicBezTo>
                  <a:cubicBezTo>
                    <a:pt x="0" y="3143"/>
                    <a:pt x="3143" y="0"/>
                    <a:pt x="7049" y="0"/>
                  </a:cubicBezTo>
                  <a:cubicBezTo>
                    <a:pt x="10954" y="0"/>
                    <a:pt x="14192" y="3143"/>
                    <a:pt x="14192" y="7048"/>
                  </a:cubicBezTo>
                  <a:close/>
                </a:path>
              </a:pathLst>
            </a:custGeom>
            <a:grpFill/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134" name="Freeform: Shape 133">
              <a:extLst>
                <a:ext uri="{FF2B5EF4-FFF2-40B4-BE49-F238E27FC236}">
                  <a16:creationId xmlns:a16="http://schemas.microsoft.com/office/drawing/2014/main" id="{014FE805-EF51-4859-A6DF-CF75F9A0F5D5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5793282" y="3659014"/>
              <a:ext cx="14097" cy="14096"/>
            </a:xfrm>
            <a:custGeom>
              <a:avLst/>
              <a:gdLst>
                <a:gd name="connsiteX0" fmla="*/ 14097 w 14097"/>
                <a:gd name="connsiteY0" fmla="*/ 7048 h 14096"/>
                <a:gd name="connsiteX1" fmla="*/ 7049 w 14097"/>
                <a:gd name="connsiteY1" fmla="*/ 14097 h 14096"/>
                <a:gd name="connsiteX2" fmla="*/ 0 w 14097"/>
                <a:gd name="connsiteY2" fmla="*/ 7048 h 14096"/>
                <a:gd name="connsiteX3" fmla="*/ 7049 w 14097"/>
                <a:gd name="connsiteY3" fmla="*/ 0 h 14096"/>
                <a:gd name="connsiteX4" fmla="*/ 14097 w 14097"/>
                <a:gd name="connsiteY4" fmla="*/ 7048 h 1409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14097" h="14096">
                  <a:moveTo>
                    <a:pt x="14097" y="7048"/>
                  </a:moveTo>
                  <a:cubicBezTo>
                    <a:pt x="14097" y="10954"/>
                    <a:pt x="10954" y="14097"/>
                    <a:pt x="7049" y="14097"/>
                  </a:cubicBezTo>
                  <a:cubicBezTo>
                    <a:pt x="3143" y="14097"/>
                    <a:pt x="0" y="10954"/>
                    <a:pt x="0" y="7048"/>
                  </a:cubicBezTo>
                  <a:cubicBezTo>
                    <a:pt x="0" y="3143"/>
                    <a:pt x="3143" y="0"/>
                    <a:pt x="7049" y="0"/>
                  </a:cubicBezTo>
                  <a:cubicBezTo>
                    <a:pt x="10954" y="0"/>
                    <a:pt x="14097" y="3143"/>
                    <a:pt x="14097" y="7048"/>
                  </a:cubicBezTo>
                  <a:close/>
                </a:path>
              </a:pathLst>
            </a:custGeom>
            <a:grpFill/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135" name="Freeform: Shape 134">
              <a:extLst>
                <a:ext uri="{FF2B5EF4-FFF2-40B4-BE49-F238E27FC236}">
                  <a16:creationId xmlns:a16="http://schemas.microsoft.com/office/drawing/2014/main" id="{624CF2A5-BD9E-4570-8560-063BC70F2682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5852432" y="3659014"/>
              <a:ext cx="14096" cy="14096"/>
            </a:xfrm>
            <a:custGeom>
              <a:avLst/>
              <a:gdLst>
                <a:gd name="connsiteX0" fmla="*/ 14097 w 14096"/>
                <a:gd name="connsiteY0" fmla="*/ 7048 h 14096"/>
                <a:gd name="connsiteX1" fmla="*/ 7048 w 14096"/>
                <a:gd name="connsiteY1" fmla="*/ 14097 h 14096"/>
                <a:gd name="connsiteX2" fmla="*/ 0 w 14096"/>
                <a:gd name="connsiteY2" fmla="*/ 7048 h 14096"/>
                <a:gd name="connsiteX3" fmla="*/ 7048 w 14096"/>
                <a:gd name="connsiteY3" fmla="*/ 0 h 14096"/>
                <a:gd name="connsiteX4" fmla="*/ 14097 w 14096"/>
                <a:gd name="connsiteY4" fmla="*/ 7048 h 1409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14096" h="14096">
                  <a:moveTo>
                    <a:pt x="14097" y="7048"/>
                  </a:moveTo>
                  <a:cubicBezTo>
                    <a:pt x="14097" y="10954"/>
                    <a:pt x="10954" y="14097"/>
                    <a:pt x="7048" y="14097"/>
                  </a:cubicBezTo>
                  <a:cubicBezTo>
                    <a:pt x="3143" y="14097"/>
                    <a:pt x="0" y="10954"/>
                    <a:pt x="0" y="7048"/>
                  </a:cubicBezTo>
                  <a:cubicBezTo>
                    <a:pt x="0" y="3143"/>
                    <a:pt x="3143" y="0"/>
                    <a:pt x="7048" y="0"/>
                  </a:cubicBezTo>
                  <a:cubicBezTo>
                    <a:pt x="10954" y="0"/>
                    <a:pt x="14097" y="3143"/>
                    <a:pt x="14097" y="7048"/>
                  </a:cubicBezTo>
                  <a:close/>
                </a:path>
              </a:pathLst>
            </a:custGeom>
            <a:grpFill/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136" name="Freeform: Shape 135">
              <a:extLst>
                <a:ext uri="{FF2B5EF4-FFF2-40B4-BE49-F238E27FC236}">
                  <a16:creationId xmlns:a16="http://schemas.microsoft.com/office/drawing/2014/main" id="{6BEC415C-7946-43B2-9AC8-348B6B5CD0B5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5911678" y="3659014"/>
              <a:ext cx="14096" cy="14096"/>
            </a:xfrm>
            <a:custGeom>
              <a:avLst/>
              <a:gdLst>
                <a:gd name="connsiteX0" fmla="*/ 14097 w 14096"/>
                <a:gd name="connsiteY0" fmla="*/ 7048 h 14096"/>
                <a:gd name="connsiteX1" fmla="*/ 7048 w 14096"/>
                <a:gd name="connsiteY1" fmla="*/ 14097 h 14096"/>
                <a:gd name="connsiteX2" fmla="*/ 0 w 14096"/>
                <a:gd name="connsiteY2" fmla="*/ 7048 h 14096"/>
                <a:gd name="connsiteX3" fmla="*/ 7048 w 14096"/>
                <a:gd name="connsiteY3" fmla="*/ 0 h 14096"/>
                <a:gd name="connsiteX4" fmla="*/ 14097 w 14096"/>
                <a:gd name="connsiteY4" fmla="*/ 7048 h 1409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14096" h="14096">
                  <a:moveTo>
                    <a:pt x="14097" y="7048"/>
                  </a:moveTo>
                  <a:cubicBezTo>
                    <a:pt x="14097" y="10954"/>
                    <a:pt x="10954" y="14097"/>
                    <a:pt x="7048" y="14097"/>
                  </a:cubicBezTo>
                  <a:cubicBezTo>
                    <a:pt x="3143" y="14097"/>
                    <a:pt x="0" y="10954"/>
                    <a:pt x="0" y="7048"/>
                  </a:cubicBezTo>
                  <a:cubicBezTo>
                    <a:pt x="0" y="3143"/>
                    <a:pt x="3143" y="0"/>
                    <a:pt x="7048" y="0"/>
                  </a:cubicBezTo>
                  <a:cubicBezTo>
                    <a:pt x="10954" y="0"/>
                    <a:pt x="14097" y="3143"/>
                    <a:pt x="14097" y="7048"/>
                  </a:cubicBezTo>
                  <a:close/>
                </a:path>
              </a:pathLst>
            </a:custGeom>
            <a:grpFill/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137" name="Freeform: Shape 136">
              <a:extLst>
                <a:ext uri="{FF2B5EF4-FFF2-40B4-BE49-F238E27FC236}">
                  <a16:creationId xmlns:a16="http://schemas.microsoft.com/office/drawing/2014/main" id="{1B615AD5-3365-43D4-8E16-377A2A2F978A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5970828" y="3659014"/>
              <a:ext cx="14096" cy="14096"/>
            </a:xfrm>
            <a:custGeom>
              <a:avLst/>
              <a:gdLst>
                <a:gd name="connsiteX0" fmla="*/ 14097 w 14096"/>
                <a:gd name="connsiteY0" fmla="*/ 7048 h 14096"/>
                <a:gd name="connsiteX1" fmla="*/ 7048 w 14096"/>
                <a:gd name="connsiteY1" fmla="*/ 14097 h 14096"/>
                <a:gd name="connsiteX2" fmla="*/ 0 w 14096"/>
                <a:gd name="connsiteY2" fmla="*/ 7048 h 14096"/>
                <a:gd name="connsiteX3" fmla="*/ 7048 w 14096"/>
                <a:gd name="connsiteY3" fmla="*/ 0 h 14096"/>
                <a:gd name="connsiteX4" fmla="*/ 14097 w 14096"/>
                <a:gd name="connsiteY4" fmla="*/ 7048 h 1409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14096" h="14096">
                  <a:moveTo>
                    <a:pt x="14097" y="7048"/>
                  </a:moveTo>
                  <a:cubicBezTo>
                    <a:pt x="14097" y="10954"/>
                    <a:pt x="10954" y="14097"/>
                    <a:pt x="7048" y="14097"/>
                  </a:cubicBezTo>
                  <a:cubicBezTo>
                    <a:pt x="3143" y="14097"/>
                    <a:pt x="0" y="10954"/>
                    <a:pt x="0" y="7048"/>
                  </a:cubicBezTo>
                  <a:cubicBezTo>
                    <a:pt x="0" y="3143"/>
                    <a:pt x="3143" y="0"/>
                    <a:pt x="7048" y="0"/>
                  </a:cubicBezTo>
                  <a:cubicBezTo>
                    <a:pt x="10954" y="0"/>
                    <a:pt x="14097" y="3143"/>
                    <a:pt x="14097" y="7048"/>
                  </a:cubicBezTo>
                  <a:close/>
                </a:path>
              </a:pathLst>
            </a:custGeom>
            <a:grpFill/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138" name="Freeform: Shape 137">
              <a:extLst>
                <a:ext uri="{FF2B5EF4-FFF2-40B4-BE49-F238E27FC236}">
                  <a16:creationId xmlns:a16="http://schemas.microsoft.com/office/drawing/2014/main" id="{9D184DFD-DD33-491E-90FF-6E4ECA266872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6030073" y="3659014"/>
              <a:ext cx="14097" cy="14096"/>
            </a:xfrm>
            <a:custGeom>
              <a:avLst/>
              <a:gdLst>
                <a:gd name="connsiteX0" fmla="*/ 14097 w 14097"/>
                <a:gd name="connsiteY0" fmla="*/ 7048 h 14096"/>
                <a:gd name="connsiteX1" fmla="*/ 7048 w 14097"/>
                <a:gd name="connsiteY1" fmla="*/ 14097 h 14096"/>
                <a:gd name="connsiteX2" fmla="*/ 0 w 14097"/>
                <a:gd name="connsiteY2" fmla="*/ 7048 h 14096"/>
                <a:gd name="connsiteX3" fmla="*/ 7048 w 14097"/>
                <a:gd name="connsiteY3" fmla="*/ 0 h 14096"/>
                <a:gd name="connsiteX4" fmla="*/ 14097 w 14097"/>
                <a:gd name="connsiteY4" fmla="*/ 7048 h 1409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14097" h="14096">
                  <a:moveTo>
                    <a:pt x="14097" y="7048"/>
                  </a:moveTo>
                  <a:cubicBezTo>
                    <a:pt x="14097" y="10954"/>
                    <a:pt x="10954" y="14097"/>
                    <a:pt x="7048" y="14097"/>
                  </a:cubicBezTo>
                  <a:cubicBezTo>
                    <a:pt x="3143" y="14097"/>
                    <a:pt x="0" y="10954"/>
                    <a:pt x="0" y="7048"/>
                  </a:cubicBezTo>
                  <a:cubicBezTo>
                    <a:pt x="0" y="3143"/>
                    <a:pt x="3143" y="0"/>
                    <a:pt x="7048" y="0"/>
                  </a:cubicBezTo>
                  <a:cubicBezTo>
                    <a:pt x="10954" y="0"/>
                    <a:pt x="14097" y="3143"/>
                    <a:pt x="14097" y="7048"/>
                  </a:cubicBezTo>
                  <a:close/>
                </a:path>
              </a:pathLst>
            </a:custGeom>
            <a:grpFill/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139" name="Freeform: Shape 138">
              <a:extLst>
                <a:ext uri="{FF2B5EF4-FFF2-40B4-BE49-F238E27FC236}">
                  <a16:creationId xmlns:a16="http://schemas.microsoft.com/office/drawing/2014/main" id="{31B62FE1-0262-4B09-ABEA-8AA010137DAF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6089224" y="3659014"/>
              <a:ext cx="14096" cy="14096"/>
            </a:xfrm>
            <a:custGeom>
              <a:avLst/>
              <a:gdLst>
                <a:gd name="connsiteX0" fmla="*/ 14097 w 14096"/>
                <a:gd name="connsiteY0" fmla="*/ 7048 h 14096"/>
                <a:gd name="connsiteX1" fmla="*/ 7048 w 14096"/>
                <a:gd name="connsiteY1" fmla="*/ 14097 h 14096"/>
                <a:gd name="connsiteX2" fmla="*/ 0 w 14096"/>
                <a:gd name="connsiteY2" fmla="*/ 7048 h 14096"/>
                <a:gd name="connsiteX3" fmla="*/ 7048 w 14096"/>
                <a:gd name="connsiteY3" fmla="*/ 0 h 14096"/>
                <a:gd name="connsiteX4" fmla="*/ 14097 w 14096"/>
                <a:gd name="connsiteY4" fmla="*/ 7048 h 1409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14096" h="14096">
                  <a:moveTo>
                    <a:pt x="14097" y="7048"/>
                  </a:moveTo>
                  <a:cubicBezTo>
                    <a:pt x="14097" y="10954"/>
                    <a:pt x="10954" y="14097"/>
                    <a:pt x="7048" y="14097"/>
                  </a:cubicBezTo>
                  <a:cubicBezTo>
                    <a:pt x="3143" y="14097"/>
                    <a:pt x="0" y="10954"/>
                    <a:pt x="0" y="7048"/>
                  </a:cubicBezTo>
                  <a:cubicBezTo>
                    <a:pt x="0" y="3143"/>
                    <a:pt x="3143" y="0"/>
                    <a:pt x="7048" y="0"/>
                  </a:cubicBezTo>
                  <a:cubicBezTo>
                    <a:pt x="10954" y="0"/>
                    <a:pt x="14097" y="3143"/>
                    <a:pt x="14097" y="7048"/>
                  </a:cubicBezTo>
                  <a:close/>
                </a:path>
              </a:pathLst>
            </a:custGeom>
            <a:grpFill/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140" name="Freeform: Shape 139">
              <a:extLst>
                <a:ext uri="{FF2B5EF4-FFF2-40B4-BE49-F238E27FC236}">
                  <a16:creationId xmlns:a16="http://schemas.microsoft.com/office/drawing/2014/main" id="{20C539C6-FAA9-4EBE-93D9-1F946E144984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5734039" y="3718165"/>
              <a:ext cx="14192" cy="14096"/>
            </a:xfrm>
            <a:custGeom>
              <a:avLst/>
              <a:gdLst>
                <a:gd name="connsiteX0" fmla="*/ 14192 w 14192"/>
                <a:gd name="connsiteY0" fmla="*/ 7048 h 14096"/>
                <a:gd name="connsiteX1" fmla="*/ 7144 w 14192"/>
                <a:gd name="connsiteY1" fmla="*/ 14097 h 14096"/>
                <a:gd name="connsiteX2" fmla="*/ 0 w 14192"/>
                <a:gd name="connsiteY2" fmla="*/ 7048 h 14096"/>
                <a:gd name="connsiteX3" fmla="*/ 7049 w 14192"/>
                <a:gd name="connsiteY3" fmla="*/ 0 h 14096"/>
                <a:gd name="connsiteX4" fmla="*/ 14192 w 14192"/>
                <a:gd name="connsiteY4" fmla="*/ 7048 h 1409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14192" h="14096">
                  <a:moveTo>
                    <a:pt x="14192" y="7048"/>
                  </a:moveTo>
                  <a:cubicBezTo>
                    <a:pt x="14192" y="10954"/>
                    <a:pt x="11049" y="14097"/>
                    <a:pt x="7144" y="14097"/>
                  </a:cubicBezTo>
                  <a:cubicBezTo>
                    <a:pt x="3239" y="14097"/>
                    <a:pt x="0" y="10954"/>
                    <a:pt x="0" y="7048"/>
                  </a:cubicBezTo>
                  <a:cubicBezTo>
                    <a:pt x="0" y="3143"/>
                    <a:pt x="3143" y="0"/>
                    <a:pt x="7049" y="0"/>
                  </a:cubicBezTo>
                  <a:cubicBezTo>
                    <a:pt x="10954" y="0"/>
                    <a:pt x="14192" y="3143"/>
                    <a:pt x="14192" y="7048"/>
                  </a:cubicBezTo>
                  <a:close/>
                </a:path>
              </a:pathLst>
            </a:custGeom>
            <a:grpFill/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141" name="Freeform: Shape 140">
              <a:extLst>
                <a:ext uri="{FF2B5EF4-FFF2-40B4-BE49-F238E27FC236}">
                  <a16:creationId xmlns:a16="http://schemas.microsoft.com/office/drawing/2014/main" id="{8C6EF3FF-09E5-4099-A49B-CA364A6E8377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5793284" y="3718165"/>
              <a:ext cx="14097" cy="14096"/>
            </a:xfrm>
            <a:custGeom>
              <a:avLst/>
              <a:gdLst>
                <a:gd name="connsiteX0" fmla="*/ 14097 w 14097"/>
                <a:gd name="connsiteY0" fmla="*/ 7048 h 14096"/>
                <a:gd name="connsiteX1" fmla="*/ 7049 w 14097"/>
                <a:gd name="connsiteY1" fmla="*/ 14097 h 14096"/>
                <a:gd name="connsiteX2" fmla="*/ 0 w 14097"/>
                <a:gd name="connsiteY2" fmla="*/ 7048 h 14096"/>
                <a:gd name="connsiteX3" fmla="*/ 7049 w 14097"/>
                <a:gd name="connsiteY3" fmla="*/ 0 h 14096"/>
                <a:gd name="connsiteX4" fmla="*/ 14097 w 14097"/>
                <a:gd name="connsiteY4" fmla="*/ 7048 h 1409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14097" h="14096">
                  <a:moveTo>
                    <a:pt x="14097" y="7048"/>
                  </a:moveTo>
                  <a:cubicBezTo>
                    <a:pt x="14097" y="10954"/>
                    <a:pt x="10954" y="14097"/>
                    <a:pt x="7049" y="14097"/>
                  </a:cubicBezTo>
                  <a:cubicBezTo>
                    <a:pt x="3143" y="14097"/>
                    <a:pt x="0" y="10954"/>
                    <a:pt x="0" y="7048"/>
                  </a:cubicBezTo>
                  <a:cubicBezTo>
                    <a:pt x="0" y="3143"/>
                    <a:pt x="3143" y="0"/>
                    <a:pt x="7049" y="0"/>
                  </a:cubicBezTo>
                  <a:cubicBezTo>
                    <a:pt x="10954" y="0"/>
                    <a:pt x="14097" y="3143"/>
                    <a:pt x="14097" y="7048"/>
                  </a:cubicBezTo>
                  <a:close/>
                </a:path>
              </a:pathLst>
            </a:custGeom>
            <a:grpFill/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142" name="Freeform: Shape 141">
              <a:extLst>
                <a:ext uri="{FF2B5EF4-FFF2-40B4-BE49-F238E27FC236}">
                  <a16:creationId xmlns:a16="http://schemas.microsoft.com/office/drawing/2014/main" id="{B3C5E06F-8F1E-4771-AAE4-B34B1D6A3D85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5852434" y="3718165"/>
              <a:ext cx="14096" cy="14096"/>
            </a:xfrm>
            <a:custGeom>
              <a:avLst/>
              <a:gdLst>
                <a:gd name="connsiteX0" fmla="*/ 14097 w 14096"/>
                <a:gd name="connsiteY0" fmla="*/ 7048 h 14096"/>
                <a:gd name="connsiteX1" fmla="*/ 7048 w 14096"/>
                <a:gd name="connsiteY1" fmla="*/ 14097 h 14096"/>
                <a:gd name="connsiteX2" fmla="*/ 0 w 14096"/>
                <a:gd name="connsiteY2" fmla="*/ 7048 h 14096"/>
                <a:gd name="connsiteX3" fmla="*/ 7048 w 14096"/>
                <a:gd name="connsiteY3" fmla="*/ 0 h 14096"/>
                <a:gd name="connsiteX4" fmla="*/ 14097 w 14096"/>
                <a:gd name="connsiteY4" fmla="*/ 7048 h 1409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14096" h="14096">
                  <a:moveTo>
                    <a:pt x="14097" y="7048"/>
                  </a:moveTo>
                  <a:cubicBezTo>
                    <a:pt x="14097" y="10954"/>
                    <a:pt x="10954" y="14097"/>
                    <a:pt x="7048" y="14097"/>
                  </a:cubicBezTo>
                  <a:cubicBezTo>
                    <a:pt x="3143" y="14097"/>
                    <a:pt x="0" y="10954"/>
                    <a:pt x="0" y="7048"/>
                  </a:cubicBezTo>
                  <a:cubicBezTo>
                    <a:pt x="0" y="3143"/>
                    <a:pt x="3143" y="0"/>
                    <a:pt x="7048" y="0"/>
                  </a:cubicBezTo>
                  <a:cubicBezTo>
                    <a:pt x="10954" y="0"/>
                    <a:pt x="14097" y="3143"/>
                    <a:pt x="14097" y="7048"/>
                  </a:cubicBezTo>
                  <a:close/>
                </a:path>
              </a:pathLst>
            </a:custGeom>
            <a:grpFill/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143" name="Freeform: Shape 142">
              <a:extLst>
                <a:ext uri="{FF2B5EF4-FFF2-40B4-BE49-F238E27FC236}">
                  <a16:creationId xmlns:a16="http://schemas.microsoft.com/office/drawing/2014/main" id="{538D5AE9-76CC-4AE4-B026-656EDCB01B8A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5911679" y="3718165"/>
              <a:ext cx="14096" cy="14096"/>
            </a:xfrm>
            <a:custGeom>
              <a:avLst/>
              <a:gdLst>
                <a:gd name="connsiteX0" fmla="*/ 14097 w 14096"/>
                <a:gd name="connsiteY0" fmla="*/ 7048 h 14096"/>
                <a:gd name="connsiteX1" fmla="*/ 7048 w 14096"/>
                <a:gd name="connsiteY1" fmla="*/ 14097 h 14096"/>
                <a:gd name="connsiteX2" fmla="*/ 0 w 14096"/>
                <a:gd name="connsiteY2" fmla="*/ 7048 h 14096"/>
                <a:gd name="connsiteX3" fmla="*/ 7048 w 14096"/>
                <a:gd name="connsiteY3" fmla="*/ 0 h 14096"/>
                <a:gd name="connsiteX4" fmla="*/ 14097 w 14096"/>
                <a:gd name="connsiteY4" fmla="*/ 7048 h 1409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14096" h="14096">
                  <a:moveTo>
                    <a:pt x="14097" y="7048"/>
                  </a:moveTo>
                  <a:cubicBezTo>
                    <a:pt x="14097" y="10954"/>
                    <a:pt x="10954" y="14097"/>
                    <a:pt x="7048" y="14097"/>
                  </a:cubicBezTo>
                  <a:cubicBezTo>
                    <a:pt x="3143" y="14097"/>
                    <a:pt x="0" y="10954"/>
                    <a:pt x="0" y="7048"/>
                  </a:cubicBezTo>
                  <a:cubicBezTo>
                    <a:pt x="0" y="3143"/>
                    <a:pt x="3143" y="0"/>
                    <a:pt x="7048" y="0"/>
                  </a:cubicBezTo>
                  <a:cubicBezTo>
                    <a:pt x="10954" y="0"/>
                    <a:pt x="14097" y="3143"/>
                    <a:pt x="14097" y="7048"/>
                  </a:cubicBezTo>
                  <a:close/>
                </a:path>
              </a:pathLst>
            </a:custGeom>
            <a:grpFill/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144" name="Freeform: Shape 143">
              <a:extLst>
                <a:ext uri="{FF2B5EF4-FFF2-40B4-BE49-F238E27FC236}">
                  <a16:creationId xmlns:a16="http://schemas.microsoft.com/office/drawing/2014/main" id="{30F1A9B9-52AB-4527-BD4A-1802F7C96023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5970829" y="3718165"/>
              <a:ext cx="14096" cy="14096"/>
            </a:xfrm>
            <a:custGeom>
              <a:avLst/>
              <a:gdLst>
                <a:gd name="connsiteX0" fmla="*/ 14097 w 14096"/>
                <a:gd name="connsiteY0" fmla="*/ 7048 h 14096"/>
                <a:gd name="connsiteX1" fmla="*/ 7048 w 14096"/>
                <a:gd name="connsiteY1" fmla="*/ 14097 h 14096"/>
                <a:gd name="connsiteX2" fmla="*/ 0 w 14096"/>
                <a:gd name="connsiteY2" fmla="*/ 7048 h 14096"/>
                <a:gd name="connsiteX3" fmla="*/ 7048 w 14096"/>
                <a:gd name="connsiteY3" fmla="*/ 0 h 14096"/>
                <a:gd name="connsiteX4" fmla="*/ 14097 w 14096"/>
                <a:gd name="connsiteY4" fmla="*/ 7048 h 1409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14096" h="14096">
                  <a:moveTo>
                    <a:pt x="14097" y="7048"/>
                  </a:moveTo>
                  <a:cubicBezTo>
                    <a:pt x="14097" y="10954"/>
                    <a:pt x="10954" y="14097"/>
                    <a:pt x="7048" y="14097"/>
                  </a:cubicBezTo>
                  <a:cubicBezTo>
                    <a:pt x="3143" y="14097"/>
                    <a:pt x="0" y="10954"/>
                    <a:pt x="0" y="7048"/>
                  </a:cubicBezTo>
                  <a:cubicBezTo>
                    <a:pt x="0" y="3143"/>
                    <a:pt x="3143" y="0"/>
                    <a:pt x="7048" y="0"/>
                  </a:cubicBezTo>
                  <a:cubicBezTo>
                    <a:pt x="10954" y="0"/>
                    <a:pt x="14097" y="3143"/>
                    <a:pt x="14097" y="7048"/>
                  </a:cubicBezTo>
                  <a:close/>
                </a:path>
              </a:pathLst>
            </a:custGeom>
            <a:grpFill/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145" name="Freeform: Shape 144">
              <a:extLst>
                <a:ext uri="{FF2B5EF4-FFF2-40B4-BE49-F238E27FC236}">
                  <a16:creationId xmlns:a16="http://schemas.microsoft.com/office/drawing/2014/main" id="{46A57D78-C020-4EEF-971D-0C8802889AAA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6030074" y="3718165"/>
              <a:ext cx="14097" cy="14096"/>
            </a:xfrm>
            <a:custGeom>
              <a:avLst/>
              <a:gdLst>
                <a:gd name="connsiteX0" fmla="*/ 14097 w 14097"/>
                <a:gd name="connsiteY0" fmla="*/ 7048 h 14096"/>
                <a:gd name="connsiteX1" fmla="*/ 7048 w 14097"/>
                <a:gd name="connsiteY1" fmla="*/ 14097 h 14096"/>
                <a:gd name="connsiteX2" fmla="*/ 0 w 14097"/>
                <a:gd name="connsiteY2" fmla="*/ 7048 h 14096"/>
                <a:gd name="connsiteX3" fmla="*/ 7048 w 14097"/>
                <a:gd name="connsiteY3" fmla="*/ 0 h 14096"/>
                <a:gd name="connsiteX4" fmla="*/ 14097 w 14097"/>
                <a:gd name="connsiteY4" fmla="*/ 7048 h 1409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14097" h="14096">
                  <a:moveTo>
                    <a:pt x="14097" y="7048"/>
                  </a:moveTo>
                  <a:cubicBezTo>
                    <a:pt x="14097" y="10954"/>
                    <a:pt x="10954" y="14097"/>
                    <a:pt x="7048" y="14097"/>
                  </a:cubicBezTo>
                  <a:cubicBezTo>
                    <a:pt x="3143" y="14097"/>
                    <a:pt x="0" y="10954"/>
                    <a:pt x="0" y="7048"/>
                  </a:cubicBezTo>
                  <a:cubicBezTo>
                    <a:pt x="0" y="3143"/>
                    <a:pt x="3143" y="0"/>
                    <a:pt x="7048" y="0"/>
                  </a:cubicBezTo>
                  <a:cubicBezTo>
                    <a:pt x="10954" y="0"/>
                    <a:pt x="14097" y="3143"/>
                    <a:pt x="14097" y="7048"/>
                  </a:cubicBezTo>
                  <a:close/>
                </a:path>
              </a:pathLst>
            </a:custGeom>
            <a:grpFill/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146" name="Freeform: Shape 145">
              <a:extLst>
                <a:ext uri="{FF2B5EF4-FFF2-40B4-BE49-F238E27FC236}">
                  <a16:creationId xmlns:a16="http://schemas.microsoft.com/office/drawing/2014/main" id="{7666D7A3-5ABF-4EDE-A0C5-F2099B2D8687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6089225" y="3718165"/>
              <a:ext cx="14096" cy="14096"/>
            </a:xfrm>
            <a:custGeom>
              <a:avLst/>
              <a:gdLst>
                <a:gd name="connsiteX0" fmla="*/ 14097 w 14096"/>
                <a:gd name="connsiteY0" fmla="*/ 7048 h 14096"/>
                <a:gd name="connsiteX1" fmla="*/ 7048 w 14096"/>
                <a:gd name="connsiteY1" fmla="*/ 14097 h 14096"/>
                <a:gd name="connsiteX2" fmla="*/ 0 w 14096"/>
                <a:gd name="connsiteY2" fmla="*/ 7048 h 14096"/>
                <a:gd name="connsiteX3" fmla="*/ 7048 w 14096"/>
                <a:gd name="connsiteY3" fmla="*/ 0 h 14096"/>
                <a:gd name="connsiteX4" fmla="*/ 14097 w 14096"/>
                <a:gd name="connsiteY4" fmla="*/ 7048 h 1409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14096" h="14096">
                  <a:moveTo>
                    <a:pt x="14097" y="7048"/>
                  </a:moveTo>
                  <a:cubicBezTo>
                    <a:pt x="14097" y="10954"/>
                    <a:pt x="10954" y="14097"/>
                    <a:pt x="7048" y="14097"/>
                  </a:cubicBezTo>
                  <a:cubicBezTo>
                    <a:pt x="3143" y="14097"/>
                    <a:pt x="0" y="10954"/>
                    <a:pt x="0" y="7048"/>
                  </a:cubicBezTo>
                  <a:cubicBezTo>
                    <a:pt x="0" y="3143"/>
                    <a:pt x="3143" y="0"/>
                    <a:pt x="7048" y="0"/>
                  </a:cubicBezTo>
                  <a:cubicBezTo>
                    <a:pt x="10954" y="0"/>
                    <a:pt x="14097" y="3143"/>
                    <a:pt x="14097" y="7048"/>
                  </a:cubicBezTo>
                  <a:close/>
                </a:path>
              </a:pathLst>
            </a:custGeom>
            <a:grpFill/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147" name="Freeform: Shape 146">
              <a:extLst>
                <a:ext uri="{FF2B5EF4-FFF2-40B4-BE49-F238E27FC236}">
                  <a16:creationId xmlns:a16="http://schemas.microsoft.com/office/drawing/2014/main" id="{13BC460A-E0FF-4658-A2FD-A3AF4D51DF45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5734040" y="3777410"/>
              <a:ext cx="14192" cy="14096"/>
            </a:xfrm>
            <a:custGeom>
              <a:avLst/>
              <a:gdLst>
                <a:gd name="connsiteX0" fmla="*/ 14192 w 14192"/>
                <a:gd name="connsiteY0" fmla="*/ 7048 h 14096"/>
                <a:gd name="connsiteX1" fmla="*/ 7144 w 14192"/>
                <a:gd name="connsiteY1" fmla="*/ 14097 h 14096"/>
                <a:gd name="connsiteX2" fmla="*/ 0 w 14192"/>
                <a:gd name="connsiteY2" fmla="*/ 7048 h 14096"/>
                <a:gd name="connsiteX3" fmla="*/ 7049 w 14192"/>
                <a:gd name="connsiteY3" fmla="*/ 0 h 14096"/>
                <a:gd name="connsiteX4" fmla="*/ 14192 w 14192"/>
                <a:gd name="connsiteY4" fmla="*/ 7048 h 1409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14192" h="14096">
                  <a:moveTo>
                    <a:pt x="14192" y="7048"/>
                  </a:moveTo>
                  <a:cubicBezTo>
                    <a:pt x="14192" y="10954"/>
                    <a:pt x="11049" y="14097"/>
                    <a:pt x="7144" y="14097"/>
                  </a:cubicBezTo>
                  <a:cubicBezTo>
                    <a:pt x="3239" y="14097"/>
                    <a:pt x="0" y="10954"/>
                    <a:pt x="0" y="7048"/>
                  </a:cubicBezTo>
                  <a:cubicBezTo>
                    <a:pt x="0" y="3143"/>
                    <a:pt x="3143" y="0"/>
                    <a:pt x="7049" y="0"/>
                  </a:cubicBezTo>
                  <a:cubicBezTo>
                    <a:pt x="10954" y="0"/>
                    <a:pt x="14192" y="3143"/>
                    <a:pt x="14192" y="7048"/>
                  </a:cubicBezTo>
                  <a:close/>
                </a:path>
              </a:pathLst>
            </a:custGeom>
            <a:grpFill/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148" name="Freeform: Shape 147">
              <a:extLst>
                <a:ext uri="{FF2B5EF4-FFF2-40B4-BE49-F238E27FC236}">
                  <a16:creationId xmlns:a16="http://schemas.microsoft.com/office/drawing/2014/main" id="{26467CC2-3AB3-4D37-8323-385B7399F7DC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5793285" y="3777410"/>
              <a:ext cx="14097" cy="14096"/>
            </a:xfrm>
            <a:custGeom>
              <a:avLst/>
              <a:gdLst>
                <a:gd name="connsiteX0" fmla="*/ 14097 w 14097"/>
                <a:gd name="connsiteY0" fmla="*/ 7048 h 14096"/>
                <a:gd name="connsiteX1" fmla="*/ 7049 w 14097"/>
                <a:gd name="connsiteY1" fmla="*/ 14097 h 14096"/>
                <a:gd name="connsiteX2" fmla="*/ 0 w 14097"/>
                <a:gd name="connsiteY2" fmla="*/ 7048 h 14096"/>
                <a:gd name="connsiteX3" fmla="*/ 7049 w 14097"/>
                <a:gd name="connsiteY3" fmla="*/ 0 h 14096"/>
                <a:gd name="connsiteX4" fmla="*/ 14097 w 14097"/>
                <a:gd name="connsiteY4" fmla="*/ 7048 h 1409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14097" h="14096">
                  <a:moveTo>
                    <a:pt x="14097" y="7048"/>
                  </a:moveTo>
                  <a:cubicBezTo>
                    <a:pt x="14097" y="10941"/>
                    <a:pt x="10941" y="14097"/>
                    <a:pt x="7049" y="14097"/>
                  </a:cubicBezTo>
                  <a:cubicBezTo>
                    <a:pt x="3156" y="14097"/>
                    <a:pt x="0" y="10941"/>
                    <a:pt x="0" y="7048"/>
                  </a:cubicBezTo>
                  <a:cubicBezTo>
                    <a:pt x="0" y="3156"/>
                    <a:pt x="3156" y="0"/>
                    <a:pt x="7049" y="0"/>
                  </a:cubicBezTo>
                  <a:cubicBezTo>
                    <a:pt x="10941" y="0"/>
                    <a:pt x="14097" y="3156"/>
                    <a:pt x="14097" y="7048"/>
                  </a:cubicBezTo>
                  <a:close/>
                </a:path>
              </a:pathLst>
            </a:custGeom>
            <a:grpFill/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149" name="Freeform: Shape 148">
              <a:extLst>
                <a:ext uri="{FF2B5EF4-FFF2-40B4-BE49-F238E27FC236}">
                  <a16:creationId xmlns:a16="http://schemas.microsoft.com/office/drawing/2014/main" id="{563A1F58-33CE-4EDF-B902-3F43F69DA2A6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5852436" y="3777408"/>
              <a:ext cx="14096" cy="14099"/>
            </a:xfrm>
            <a:custGeom>
              <a:avLst/>
              <a:gdLst>
                <a:gd name="connsiteX0" fmla="*/ 14097 w 14096"/>
                <a:gd name="connsiteY0" fmla="*/ 7051 h 14099"/>
                <a:gd name="connsiteX1" fmla="*/ 7048 w 14096"/>
                <a:gd name="connsiteY1" fmla="*/ 14099 h 14099"/>
                <a:gd name="connsiteX2" fmla="*/ 0 w 14096"/>
                <a:gd name="connsiteY2" fmla="*/ 7051 h 14099"/>
                <a:gd name="connsiteX3" fmla="*/ 7048 w 14096"/>
                <a:gd name="connsiteY3" fmla="*/ 2 h 14099"/>
                <a:gd name="connsiteX4" fmla="*/ 14097 w 14096"/>
                <a:gd name="connsiteY4" fmla="*/ 7051 h 14099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14096" h="14099">
                  <a:moveTo>
                    <a:pt x="14097" y="7051"/>
                  </a:moveTo>
                  <a:cubicBezTo>
                    <a:pt x="14097" y="10956"/>
                    <a:pt x="10954" y="14099"/>
                    <a:pt x="7048" y="14099"/>
                  </a:cubicBezTo>
                  <a:cubicBezTo>
                    <a:pt x="3143" y="14099"/>
                    <a:pt x="0" y="10956"/>
                    <a:pt x="0" y="7051"/>
                  </a:cubicBezTo>
                  <a:cubicBezTo>
                    <a:pt x="0" y="3145"/>
                    <a:pt x="3143" y="2"/>
                    <a:pt x="7048" y="2"/>
                  </a:cubicBezTo>
                  <a:cubicBezTo>
                    <a:pt x="10954" y="-93"/>
                    <a:pt x="14097" y="3145"/>
                    <a:pt x="14097" y="7051"/>
                  </a:cubicBezTo>
                  <a:close/>
                </a:path>
              </a:pathLst>
            </a:custGeom>
            <a:grpFill/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150" name="Freeform: Shape 149">
              <a:extLst>
                <a:ext uri="{FF2B5EF4-FFF2-40B4-BE49-F238E27FC236}">
                  <a16:creationId xmlns:a16="http://schemas.microsoft.com/office/drawing/2014/main" id="{DDCFAB2F-7E88-4A57-999A-2506A1FE719A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5911683" y="3777408"/>
              <a:ext cx="14096" cy="14099"/>
            </a:xfrm>
            <a:custGeom>
              <a:avLst/>
              <a:gdLst>
                <a:gd name="connsiteX0" fmla="*/ 14097 w 14096"/>
                <a:gd name="connsiteY0" fmla="*/ 7051 h 14099"/>
                <a:gd name="connsiteX1" fmla="*/ 7048 w 14096"/>
                <a:gd name="connsiteY1" fmla="*/ 14099 h 14099"/>
                <a:gd name="connsiteX2" fmla="*/ 0 w 14096"/>
                <a:gd name="connsiteY2" fmla="*/ 7051 h 14099"/>
                <a:gd name="connsiteX3" fmla="*/ 7048 w 14096"/>
                <a:gd name="connsiteY3" fmla="*/ 2 h 14099"/>
                <a:gd name="connsiteX4" fmla="*/ 14097 w 14096"/>
                <a:gd name="connsiteY4" fmla="*/ 7051 h 14099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14096" h="14099">
                  <a:moveTo>
                    <a:pt x="14097" y="7051"/>
                  </a:moveTo>
                  <a:cubicBezTo>
                    <a:pt x="14097" y="10956"/>
                    <a:pt x="10954" y="14099"/>
                    <a:pt x="7048" y="14099"/>
                  </a:cubicBezTo>
                  <a:cubicBezTo>
                    <a:pt x="3143" y="14099"/>
                    <a:pt x="0" y="10956"/>
                    <a:pt x="0" y="7051"/>
                  </a:cubicBezTo>
                  <a:cubicBezTo>
                    <a:pt x="0" y="3145"/>
                    <a:pt x="3143" y="2"/>
                    <a:pt x="7048" y="2"/>
                  </a:cubicBezTo>
                  <a:cubicBezTo>
                    <a:pt x="10954" y="-93"/>
                    <a:pt x="14097" y="3145"/>
                    <a:pt x="14097" y="7051"/>
                  </a:cubicBezTo>
                  <a:close/>
                </a:path>
              </a:pathLst>
            </a:custGeom>
            <a:grpFill/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151" name="Freeform: Shape 150">
              <a:extLst>
                <a:ext uri="{FF2B5EF4-FFF2-40B4-BE49-F238E27FC236}">
                  <a16:creationId xmlns:a16="http://schemas.microsoft.com/office/drawing/2014/main" id="{571BEB66-3787-441F-BB54-80C05C6F130D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5970835" y="3777408"/>
              <a:ext cx="14096" cy="14099"/>
            </a:xfrm>
            <a:custGeom>
              <a:avLst/>
              <a:gdLst>
                <a:gd name="connsiteX0" fmla="*/ 14097 w 14096"/>
                <a:gd name="connsiteY0" fmla="*/ 7051 h 14099"/>
                <a:gd name="connsiteX1" fmla="*/ 7048 w 14096"/>
                <a:gd name="connsiteY1" fmla="*/ 14099 h 14099"/>
                <a:gd name="connsiteX2" fmla="*/ 0 w 14096"/>
                <a:gd name="connsiteY2" fmla="*/ 7051 h 14099"/>
                <a:gd name="connsiteX3" fmla="*/ 7048 w 14096"/>
                <a:gd name="connsiteY3" fmla="*/ 2 h 14099"/>
                <a:gd name="connsiteX4" fmla="*/ 14097 w 14096"/>
                <a:gd name="connsiteY4" fmla="*/ 7051 h 14099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14096" h="14099">
                  <a:moveTo>
                    <a:pt x="14097" y="7051"/>
                  </a:moveTo>
                  <a:cubicBezTo>
                    <a:pt x="14097" y="10956"/>
                    <a:pt x="10954" y="14099"/>
                    <a:pt x="7048" y="14099"/>
                  </a:cubicBezTo>
                  <a:cubicBezTo>
                    <a:pt x="3143" y="14099"/>
                    <a:pt x="0" y="10956"/>
                    <a:pt x="0" y="7051"/>
                  </a:cubicBezTo>
                  <a:cubicBezTo>
                    <a:pt x="0" y="3145"/>
                    <a:pt x="3143" y="2"/>
                    <a:pt x="7048" y="2"/>
                  </a:cubicBezTo>
                  <a:cubicBezTo>
                    <a:pt x="10954" y="-93"/>
                    <a:pt x="14097" y="3145"/>
                    <a:pt x="14097" y="7051"/>
                  </a:cubicBezTo>
                  <a:close/>
                </a:path>
              </a:pathLst>
            </a:custGeom>
            <a:grpFill/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152" name="Freeform: Shape 151">
              <a:extLst>
                <a:ext uri="{FF2B5EF4-FFF2-40B4-BE49-F238E27FC236}">
                  <a16:creationId xmlns:a16="http://schemas.microsoft.com/office/drawing/2014/main" id="{641DC095-611E-4979-8664-6C0EB878FC18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6030082" y="3777410"/>
              <a:ext cx="14097" cy="14096"/>
            </a:xfrm>
            <a:custGeom>
              <a:avLst/>
              <a:gdLst>
                <a:gd name="connsiteX0" fmla="*/ 14097 w 14097"/>
                <a:gd name="connsiteY0" fmla="*/ 7048 h 14096"/>
                <a:gd name="connsiteX1" fmla="*/ 7049 w 14097"/>
                <a:gd name="connsiteY1" fmla="*/ 14097 h 14096"/>
                <a:gd name="connsiteX2" fmla="*/ 0 w 14097"/>
                <a:gd name="connsiteY2" fmla="*/ 7048 h 14096"/>
                <a:gd name="connsiteX3" fmla="*/ 7049 w 14097"/>
                <a:gd name="connsiteY3" fmla="*/ 0 h 14096"/>
                <a:gd name="connsiteX4" fmla="*/ 14097 w 14097"/>
                <a:gd name="connsiteY4" fmla="*/ 7048 h 1409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14097" h="14096">
                  <a:moveTo>
                    <a:pt x="14097" y="7048"/>
                  </a:moveTo>
                  <a:cubicBezTo>
                    <a:pt x="14097" y="10941"/>
                    <a:pt x="10941" y="14097"/>
                    <a:pt x="7049" y="14097"/>
                  </a:cubicBezTo>
                  <a:cubicBezTo>
                    <a:pt x="3156" y="14097"/>
                    <a:pt x="0" y="10941"/>
                    <a:pt x="0" y="7048"/>
                  </a:cubicBezTo>
                  <a:cubicBezTo>
                    <a:pt x="0" y="3156"/>
                    <a:pt x="3156" y="0"/>
                    <a:pt x="7049" y="0"/>
                  </a:cubicBezTo>
                  <a:cubicBezTo>
                    <a:pt x="10941" y="0"/>
                    <a:pt x="14097" y="3156"/>
                    <a:pt x="14097" y="7048"/>
                  </a:cubicBezTo>
                  <a:close/>
                </a:path>
              </a:pathLst>
            </a:custGeom>
            <a:grpFill/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153" name="Freeform: Shape 152">
              <a:extLst>
                <a:ext uri="{FF2B5EF4-FFF2-40B4-BE49-F238E27FC236}">
                  <a16:creationId xmlns:a16="http://schemas.microsoft.com/office/drawing/2014/main" id="{210B9ECF-D859-4919-A9D6-3208548F0058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6089231" y="3777408"/>
              <a:ext cx="14096" cy="14099"/>
            </a:xfrm>
            <a:custGeom>
              <a:avLst/>
              <a:gdLst>
                <a:gd name="connsiteX0" fmla="*/ 14097 w 14096"/>
                <a:gd name="connsiteY0" fmla="*/ 7051 h 14099"/>
                <a:gd name="connsiteX1" fmla="*/ 7048 w 14096"/>
                <a:gd name="connsiteY1" fmla="*/ 14099 h 14099"/>
                <a:gd name="connsiteX2" fmla="*/ 0 w 14096"/>
                <a:gd name="connsiteY2" fmla="*/ 7051 h 14099"/>
                <a:gd name="connsiteX3" fmla="*/ 7048 w 14096"/>
                <a:gd name="connsiteY3" fmla="*/ 2 h 14099"/>
                <a:gd name="connsiteX4" fmla="*/ 14097 w 14096"/>
                <a:gd name="connsiteY4" fmla="*/ 7051 h 14099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14096" h="14099">
                  <a:moveTo>
                    <a:pt x="14097" y="7051"/>
                  </a:moveTo>
                  <a:cubicBezTo>
                    <a:pt x="14097" y="10956"/>
                    <a:pt x="10954" y="14099"/>
                    <a:pt x="7048" y="14099"/>
                  </a:cubicBezTo>
                  <a:cubicBezTo>
                    <a:pt x="3143" y="14099"/>
                    <a:pt x="0" y="10956"/>
                    <a:pt x="0" y="7051"/>
                  </a:cubicBezTo>
                  <a:cubicBezTo>
                    <a:pt x="0" y="3145"/>
                    <a:pt x="3143" y="2"/>
                    <a:pt x="7048" y="2"/>
                  </a:cubicBezTo>
                  <a:cubicBezTo>
                    <a:pt x="10954" y="-93"/>
                    <a:pt x="14097" y="3145"/>
                    <a:pt x="14097" y="7051"/>
                  </a:cubicBezTo>
                  <a:close/>
                </a:path>
              </a:pathLst>
            </a:custGeom>
            <a:grpFill/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154" name="Freeform: Shape 153">
              <a:extLst>
                <a:ext uri="{FF2B5EF4-FFF2-40B4-BE49-F238E27FC236}">
                  <a16:creationId xmlns:a16="http://schemas.microsoft.com/office/drawing/2014/main" id="{4FBC31D4-7E98-452C-8A87-822DE0432C9F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6148476" y="3481374"/>
              <a:ext cx="14097" cy="14096"/>
            </a:xfrm>
            <a:custGeom>
              <a:avLst/>
              <a:gdLst>
                <a:gd name="connsiteX0" fmla="*/ 14097 w 14097"/>
                <a:gd name="connsiteY0" fmla="*/ 7049 h 14096"/>
                <a:gd name="connsiteX1" fmla="*/ 7049 w 14097"/>
                <a:gd name="connsiteY1" fmla="*/ 14097 h 14096"/>
                <a:gd name="connsiteX2" fmla="*/ 0 w 14097"/>
                <a:gd name="connsiteY2" fmla="*/ 7049 h 14096"/>
                <a:gd name="connsiteX3" fmla="*/ 7049 w 14097"/>
                <a:gd name="connsiteY3" fmla="*/ 0 h 14096"/>
                <a:gd name="connsiteX4" fmla="*/ 14097 w 14097"/>
                <a:gd name="connsiteY4" fmla="*/ 7049 h 1409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14097" h="14096">
                  <a:moveTo>
                    <a:pt x="14097" y="7049"/>
                  </a:moveTo>
                  <a:cubicBezTo>
                    <a:pt x="14097" y="10954"/>
                    <a:pt x="10954" y="14097"/>
                    <a:pt x="7049" y="14097"/>
                  </a:cubicBezTo>
                  <a:cubicBezTo>
                    <a:pt x="3143" y="14097"/>
                    <a:pt x="0" y="10954"/>
                    <a:pt x="0" y="7049"/>
                  </a:cubicBezTo>
                  <a:cubicBezTo>
                    <a:pt x="0" y="3143"/>
                    <a:pt x="3143" y="0"/>
                    <a:pt x="7049" y="0"/>
                  </a:cubicBezTo>
                  <a:cubicBezTo>
                    <a:pt x="10954" y="0"/>
                    <a:pt x="14097" y="3143"/>
                    <a:pt x="14097" y="7049"/>
                  </a:cubicBezTo>
                  <a:close/>
                </a:path>
              </a:pathLst>
            </a:custGeom>
            <a:grpFill/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155" name="Freeform: Shape 154">
              <a:extLst>
                <a:ext uri="{FF2B5EF4-FFF2-40B4-BE49-F238E27FC236}">
                  <a16:creationId xmlns:a16="http://schemas.microsoft.com/office/drawing/2014/main" id="{E302346C-F328-435B-87ED-447C6F8542C4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6207627" y="3481374"/>
              <a:ext cx="14096" cy="14096"/>
            </a:xfrm>
            <a:custGeom>
              <a:avLst/>
              <a:gdLst>
                <a:gd name="connsiteX0" fmla="*/ 14097 w 14096"/>
                <a:gd name="connsiteY0" fmla="*/ 7049 h 14096"/>
                <a:gd name="connsiteX1" fmla="*/ 7048 w 14096"/>
                <a:gd name="connsiteY1" fmla="*/ 14097 h 14096"/>
                <a:gd name="connsiteX2" fmla="*/ 0 w 14096"/>
                <a:gd name="connsiteY2" fmla="*/ 7049 h 14096"/>
                <a:gd name="connsiteX3" fmla="*/ 7048 w 14096"/>
                <a:gd name="connsiteY3" fmla="*/ 0 h 14096"/>
                <a:gd name="connsiteX4" fmla="*/ 14097 w 14096"/>
                <a:gd name="connsiteY4" fmla="*/ 7049 h 1409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14096" h="14096">
                  <a:moveTo>
                    <a:pt x="14097" y="7049"/>
                  </a:moveTo>
                  <a:cubicBezTo>
                    <a:pt x="14097" y="10954"/>
                    <a:pt x="10954" y="14097"/>
                    <a:pt x="7048" y="14097"/>
                  </a:cubicBezTo>
                  <a:cubicBezTo>
                    <a:pt x="3143" y="14097"/>
                    <a:pt x="0" y="10954"/>
                    <a:pt x="0" y="7049"/>
                  </a:cubicBezTo>
                  <a:cubicBezTo>
                    <a:pt x="0" y="3143"/>
                    <a:pt x="3143" y="0"/>
                    <a:pt x="7048" y="0"/>
                  </a:cubicBezTo>
                  <a:cubicBezTo>
                    <a:pt x="10954" y="0"/>
                    <a:pt x="14097" y="3143"/>
                    <a:pt x="14097" y="7049"/>
                  </a:cubicBezTo>
                  <a:close/>
                </a:path>
              </a:pathLst>
            </a:custGeom>
            <a:grpFill/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156" name="Freeform: Shape 155">
              <a:extLst>
                <a:ext uri="{FF2B5EF4-FFF2-40B4-BE49-F238E27FC236}">
                  <a16:creationId xmlns:a16="http://schemas.microsoft.com/office/drawing/2014/main" id="{B94F507E-9E94-432E-AE8A-A6CB2C5D05C8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6266872" y="3481374"/>
              <a:ext cx="14096" cy="14096"/>
            </a:xfrm>
            <a:custGeom>
              <a:avLst/>
              <a:gdLst>
                <a:gd name="connsiteX0" fmla="*/ 14097 w 14096"/>
                <a:gd name="connsiteY0" fmla="*/ 7049 h 14096"/>
                <a:gd name="connsiteX1" fmla="*/ 7049 w 14096"/>
                <a:gd name="connsiteY1" fmla="*/ 14097 h 14096"/>
                <a:gd name="connsiteX2" fmla="*/ 0 w 14096"/>
                <a:gd name="connsiteY2" fmla="*/ 7049 h 14096"/>
                <a:gd name="connsiteX3" fmla="*/ 7049 w 14096"/>
                <a:gd name="connsiteY3" fmla="*/ 0 h 14096"/>
                <a:gd name="connsiteX4" fmla="*/ 14097 w 14096"/>
                <a:gd name="connsiteY4" fmla="*/ 7049 h 1409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14096" h="14096">
                  <a:moveTo>
                    <a:pt x="14097" y="7049"/>
                  </a:moveTo>
                  <a:cubicBezTo>
                    <a:pt x="14097" y="10954"/>
                    <a:pt x="10954" y="14097"/>
                    <a:pt x="7049" y="14097"/>
                  </a:cubicBezTo>
                  <a:cubicBezTo>
                    <a:pt x="3143" y="14097"/>
                    <a:pt x="0" y="10954"/>
                    <a:pt x="0" y="7049"/>
                  </a:cubicBezTo>
                  <a:cubicBezTo>
                    <a:pt x="0" y="3143"/>
                    <a:pt x="3143" y="0"/>
                    <a:pt x="7049" y="0"/>
                  </a:cubicBezTo>
                  <a:cubicBezTo>
                    <a:pt x="10859" y="0"/>
                    <a:pt x="14097" y="3143"/>
                    <a:pt x="14097" y="7049"/>
                  </a:cubicBezTo>
                  <a:close/>
                </a:path>
              </a:pathLst>
            </a:custGeom>
            <a:grpFill/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157" name="Freeform: Shape 156">
              <a:extLst>
                <a:ext uri="{FF2B5EF4-FFF2-40B4-BE49-F238E27FC236}">
                  <a16:creationId xmlns:a16="http://schemas.microsoft.com/office/drawing/2014/main" id="{1FFAC4F0-FD7F-4943-B60E-E276F8B23FD1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6326022" y="3481374"/>
              <a:ext cx="14096" cy="14096"/>
            </a:xfrm>
            <a:custGeom>
              <a:avLst/>
              <a:gdLst>
                <a:gd name="connsiteX0" fmla="*/ 14097 w 14096"/>
                <a:gd name="connsiteY0" fmla="*/ 7049 h 14096"/>
                <a:gd name="connsiteX1" fmla="*/ 7048 w 14096"/>
                <a:gd name="connsiteY1" fmla="*/ 14097 h 14096"/>
                <a:gd name="connsiteX2" fmla="*/ 0 w 14096"/>
                <a:gd name="connsiteY2" fmla="*/ 7049 h 14096"/>
                <a:gd name="connsiteX3" fmla="*/ 7048 w 14096"/>
                <a:gd name="connsiteY3" fmla="*/ 0 h 14096"/>
                <a:gd name="connsiteX4" fmla="*/ 14097 w 14096"/>
                <a:gd name="connsiteY4" fmla="*/ 7049 h 1409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14096" h="14096">
                  <a:moveTo>
                    <a:pt x="14097" y="7049"/>
                  </a:moveTo>
                  <a:cubicBezTo>
                    <a:pt x="14097" y="10954"/>
                    <a:pt x="10954" y="14097"/>
                    <a:pt x="7048" y="14097"/>
                  </a:cubicBezTo>
                  <a:cubicBezTo>
                    <a:pt x="3143" y="14097"/>
                    <a:pt x="0" y="10954"/>
                    <a:pt x="0" y="7049"/>
                  </a:cubicBezTo>
                  <a:cubicBezTo>
                    <a:pt x="0" y="3143"/>
                    <a:pt x="3143" y="0"/>
                    <a:pt x="7048" y="0"/>
                  </a:cubicBezTo>
                  <a:cubicBezTo>
                    <a:pt x="10954" y="0"/>
                    <a:pt x="14097" y="3143"/>
                    <a:pt x="14097" y="7049"/>
                  </a:cubicBezTo>
                  <a:close/>
                </a:path>
              </a:pathLst>
            </a:custGeom>
            <a:grpFill/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158" name="Freeform: Shape 157">
              <a:extLst>
                <a:ext uri="{FF2B5EF4-FFF2-40B4-BE49-F238E27FC236}">
                  <a16:creationId xmlns:a16="http://schemas.microsoft.com/office/drawing/2014/main" id="{A8A5D871-92FD-43C3-BF94-0B524FA7D3FB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6385268" y="3481374"/>
              <a:ext cx="14096" cy="14096"/>
            </a:xfrm>
            <a:custGeom>
              <a:avLst/>
              <a:gdLst>
                <a:gd name="connsiteX0" fmla="*/ 14097 w 14096"/>
                <a:gd name="connsiteY0" fmla="*/ 7049 h 14096"/>
                <a:gd name="connsiteX1" fmla="*/ 7048 w 14096"/>
                <a:gd name="connsiteY1" fmla="*/ 14097 h 14096"/>
                <a:gd name="connsiteX2" fmla="*/ 0 w 14096"/>
                <a:gd name="connsiteY2" fmla="*/ 7049 h 14096"/>
                <a:gd name="connsiteX3" fmla="*/ 7048 w 14096"/>
                <a:gd name="connsiteY3" fmla="*/ 0 h 14096"/>
                <a:gd name="connsiteX4" fmla="*/ 14097 w 14096"/>
                <a:gd name="connsiteY4" fmla="*/ 7049 h 1409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14096" h="14096">
                  <a:moveTo>
                    <a:pt x="14097" y="7049"/>
                  </a:moveTo>
                  <a:cubicBezTo>
                    <a:pt x="14097" y="10954"/>
                    <a:pt x="10954" y="14097"/>
                    <a:pt x="7048" y="14097"/>
                  </a:cubicBezTo>
                  <a:cubicBezTo>
                    <a:pt x="3143" y="14097"/>
                    <a:pt x="0" y="10954"/>
                    <a:pt x="0" y="7049"/>
                  </a:cubicBezTo>
                  <a:cubicBezTo>
                    <a:pt x="0" y="3143"/>
                    <a:pt x="3143" y="0"/>
                    <a:pt x="7048" y="0"/>
                  </a:cubicBezTo>
                  <a:cubicBezTo>
                    <a:pt x="10858" y="0"/>
                    <a:pt x="14097" y="3143"/>
                    <a:pt x="14097" y="7049"/>
                  </a:cubicBezTo>
                  <a:close/>
                </a:path>
              </a:pathLst>
            </a:custGeom>
            <a:grpFill/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159" name="Freeform: Shape 158">
              <a:extLst>
                <a:ext uri="{FF2B5EF4-FFF2-40B4-BE49-F238E27FC236}">
                  <a16:creationId xmlns:a16="http://schemas.microsoft.com/office/drawing/2014/main" id="{6A79A241-1665-453E-ADD4-18892D4F856E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6444417" y="3481373"/>
              <a:ext cx="14096" cy="14097"/>
            </a:xfrm>
            <a:custGeom>
              <a:avLst/>
              <a:gdLst>
                <a:gd name="connsiteX0" fmla="*/ 14097 w 14096"/>
                <a:gd name="connsiteY0" fmla="*/ 7049 h 14097"/>
                <a:gd name="connsiteX1" fmla="*/ 7048 w 14096"/>
                <a:gd name="connsiteY1" fmla="*/ 14097 h 14097"/>
                <a:gd name="connsiteX2" fmla="*/ 0 w 14096"/>
                <a:gd name="connsiteY2" fmla="*/ 7049 h 14097"/>
                <a:gd name="connsiteX3" fmla="*/ 7048 w 14096"/>
                <a:gd name="connsiteY3" fmla="*/ 0 h 14097"/>
                <a:gd name="connsiteX4" fmla="*/ 14097 w 14096"/>
                <a:gd name="connsiteY4" fmla="*/ 7049 h 14097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14096" h="14097">
                  <a:moveTo>
                    <a:pt x="14097" y="7049"/>
                  </a:moveTo>
                  <a:cubicBezTo>
                    <a:pt x="14097" y="10941"/>
                    <a:pt x="10941" y="14097"/>
                    <a:pt x="7048" y="14097"/>
                  </a:cubicBezTo>
                  <a:cubicBezTo>
                    <a:pt x="3156" y="14097"/>
                    <a:pt x="0" y="10941"/>
                    <a:pt x="0" y="7049"/>
                  </a:cubicBezTo>
                  <a:cubicBezTo>
                    <a:pt x="0" y="3156"/>
                    <a:pt x="3156" y="0"/>
                    <a:pt x="7048" y="0"/>
                  </a:cubicBezTo>
                  <a:cubicBezTo>
                    <a:pt x="10941" y="0"/>
                    <a:pt x="14097" y="3156"/>
                    <a:pt x="14097" y="7049"/>
                  </a:cubicBezTo>
                  <a:close/>
                </a:path>
              </a:pathLst>
            </a:custGeom>
            <a:grpFill/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160" name="Freeform: Shape 159">
              <a:extLst>
                <a:ext uri="{FF2B5EF4-FFF2-40B4-BE49-F238E27FC236}">
                  <a16:creationId xmlns:a16="http://schemas.microsoft.com/office/drawing/2014/main" id="{81EABE18-4189-4E07-93C9-9B76673E3EE3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6148476" y="3540622"/>
              <a:ext cx="14097" cy="14096"/>
            </a:xfrm>
            <a:custGeom>
              <a:avLst/>
              <a:gdLst>
                <a:gd name="connsiteX0" fmla="*/ 14097 w 14097"/>
                <a:gd name="connsiteY0" fmla="*/ 7048 h 14096"/>
                <a:gd name="connsiteX1" fmla="*/ 7049 w 14097"/>
                <a:gd name="connsiteY1" fmla="*/ 14097 h 14096"/>
                <a:gd name="connsiteX2" fmla="*/ 0 w 14097"/>
                <a:gd name="connsiteY2" fmla="*/ 7048 h 14096"/>
                <a:gd name="connsiteX3" fmla="*/ 7049 w 14097"/>
                <a:gd name="connsiteY3" fmla="*/ 0 h 14096"/>
                <a:gd name="connsiteX4" fmla="*/ 14097 w 14097"/>
                <a:gd name="connsiteY4" fmla="*/ 7048 h 1409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14097" h="14096">
                  <a:moveTo>
                    <a:pt x="14097" y="7048"/>
                  </a:moveTo>
                  <a:cubicBezTo>
                    <a:pt x="14097" y="10954"/>
                    <a:pt x="10954" y="14097"/>
                    <a:pt x="7049" y="14097"/>
                  </a:cubicBezTo>
                  <a:cubicBezTo>
                    <a:pt x="3143" y="14097"/>
                    <a:pt x="0" y="10954"/>
                    <a:pt x="0" y="7048"/>
                  </a:cubicBezTo>
                  <a:cubicBezTo>
                    <a:pt x="0" y="3143"/>
                    <a:pt x="3143" y="0"/>
                    <a:pt x="7049" y="0"/>
                  </a:cubicBezTo>
                  <a:cubicBezTo>
                    <a:pt x="10954" y="0"/>
                    <a:pt x="14097" y="3143"/>
                    <a:pt x="14097" y="7048"/>
                  </a:cubicBezTo>
                  <a:close/>
                </a:path>
              </a:pathLst>
            </a:custGeom>
            <a:grpFill/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161" name="Freeform: Shape 160">
              <a:extLst>
                <a:ext uri="{FF2B5EF4-FFF2-40B4-BE49-F238E27FC236}">
                  <a16:creationId xmlns:a16="http://schemas.microsoft.com/office/drawing/2014/main" id="{B658A0EE-6F09-4EF7-B5E7-F23A556BDA87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6207627" y="3540623"/>
              <a:ext cx="14096" cy="14096"/>
            </a:xfrm>
            <a:custGeom>
              <a:avLst/>
              <a:gdLst>
                <a:gd name="connsiteX0" fmla="*/ 14097 w 14096"/>
                <a:gd name="connsiteY0" fmla="*/ 7048 h 14096"/>
                <a:gd name="connsiteX1" fmla="*/ 7048 w 14096"/>
                <a:gd name="connsiteY1" fmla="*/ 14097 h 14096"/>
                <a:gd name="connsiteX2" fmla="*/ 0 w 14096"/>
                <a:gd name="connsiteY2" fmla="*/ 7048 h 14096"/>
                <a:gd name="connsiteX3" fmla="*/ 7048 w 14096"/>
                <a:gd name="connsiteY3" fmla="*/ 0 h 14096"/>
                <a:gd name="connsiteX4" fmla="*/ 14097 w 14096"/>
                <a:gd name="connsiteY4" fmla="*/ 7048 h 1409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14096" h="14096">
                  <a:moveTo>
                    <a:pt x="14097" y="7048"/>
                  </a:moveTo>
                  <a:cubicBezTo>
                    <a:pt x="14097" y="10954"/>
                    <a:pt x="10954" y="14097"/>
                    <a:pt x="7048" y="14097"/>
                  </a:cubicBezTo>
                  <a:cubicBezTo>
                    <a:pt x="3143" y="14097"/>
                    <a:pt x="0" y="10954"/>
                    <a:pt x="0" y="7048"/>
                  </a:cubicBezTo>
                  <a:cubicBezTo>
                    <a:pt x="0" y="3143"/>
                    <a:pt x="3143" y="0"/>
                    <a:pt x="7048" y="0"/>
                  </a:cubicBezTo>
                  <a:cubicBezTo>
                    <a:pt x="10954" y="0"/>
                    <a:pt x="14097" y="3143"/>
                    <a:pt x="14097" y="7048"/>
                  </a:cubicBezTo>
                  <a:close/>
                </a:path>
              </a:pathLst>
            </a:custGeom>
            <a:grpFill/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162" name="Freeform: Shape 161">
              <a:extLst>
                <a:ext uri="{FF2B5EF4-FFF2-40B4-BE49-F238E27FC236}">
                  <a16:creationId xmlns:a16="http://schemas.microsoft.com/office/drawing/2014/main" id="{15EB019C-C95B-4DE3-BD17-DC20F8007A1E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6266872" y="3540626"/>
              <a:ext cx="14096" cy="14096"/>
            </a:xfrm>
            <a:custGeom>
              <a:avLst/>
              <a:gdLst>
                <a:gd name="connsiteX0" fmla="*/ 14097 w 14096"/>
                <a:gd name="connsiteY0" fmla="*/ 7048 h 14096"/>
                <a:gd name="connsiteX1" fmla="*/ 7049 w 14096"/>
                <a:gd name="connsiteY1" fmla="*/ 14097 h 14096"/>
                <a:gd name="connsiteX2" fmla="*/ 0 w 14096"/>
                <a:gd name="connsiteY2" fmla="*/ 7048 h 14096"/>
                <a:gd name="connsiteX3" fmla="*/ 7049 w 14096"/>
                <a:gd name="connsiteY3" fmla="*/ 0 h 14096"/>
                <a:gd name="connsiteX4" fmla="*/ 14097 w 14096"/>
                <a:gd name="connsiteY4" fmla="*/ 7048 h 1409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14096" h="14096">
                  <a:moveTo>
                    <a:pt x="14097" y="7048"/>
                  </a:moveTo>
                  <a:cubicBezTo>
                    <a:pt x="14097" y="10954"/>
                    <a:pt x="10954" y="14097"/>
                    <a:pt x="7049" y="14097"/>
                  </a:cubicBezTo>
                  <a:cubicBezTo>
                    <a:pt x="3143" y="14097"/>
                    <a:pt x="0" y="10954"/>
                    <a:pt x="0" y="7048"/>
                  </a:cubicBezTo>
                  <a:cubicBezTo>
                    <a:pt x="0" y="3143"/>
                    <a:pt x="3143" y="0"/>
                    <a:pt x="7049" y="0"/>
                  </a:cubicBezTo>
                  <a:cubicBezTo>
                    <a:pt x="10859" y="0"/>
                    <a:pt x="14097" y="3143"/>
                    <a:pt x="14097" y="7048"/>
                  </a:cubicBezTo>
                  <a:close/>
                </a:path>
              </a:pathLst>
            </a:custGeom>
            <a:grpFill/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163" name="Freeform: Shape 162">
              <a:extLst>
                <a:ext uri="{FF2B5EF4-FFF2-40B4-BE49-F238E27FC236}">
                  <a16:creationId xmlns:a16="http://schemas.microsoft.com/office/drawing/2014/main" id="{2948B3ED-79C1-47C8-B712-0BFB5536C37B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6326022" y="3540627"/>
              <a:ext cx="14096" cy="14096"/>
            </a:xfrm>
            <a:custGeom>
              <a:avLst/>
              <a:gdLst>
                <a:gd name="connsiteX0" fmla="*/ 14097 w 14096"/>
                <a:gd name="connsiteY0" fmla="*/ 7048 h 14096"/>
                <a:gd name="connsiteX1" fmla="*/ 7048 w 14096"/>
                <a:gd name="connsiteY1" fmla="*/ 14097 h 14096"/>
                <a:gd name="connsiteX2" fmla="*/ 0 w 14096"/>
                <a:gd name="connsiteY2" fmla="*/ 7048 h 14096"/>
                <a:gd name="connsiteX3" fmla="*/ 7048 w 14096"/>
                <a:gd name="connsiteY3" fmla="*/ 0 h 14096"/>
                <a:gd name="connsiteX4" fmla="*/ 14097 w 14096"/>
                <a:gd name="connsiteY4" fmla="*/ 7048 h 1409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14096" h="14096">
                  <a:moveTo>
                    <a:pt x="14097" y="7048"/>
                  </a:moveTo>
                  <a:cubicBezTo>
                    <a:pt x="14097" y="10954"/>
                    <a:pt x="10954" y="14097"/>
                    <a:pt x="7048" y="14097"/>
                  </a:cubicBezTo>
                  <a:cubicBezTo>
                    <a:pt x="3143" y="14097"/>
                    <a:pt x="0" y="10954"/>
                    <a:pt x="0" y="7048"/>
                  </a:cubicBezTo>
                  <a:cubicBezTo>
                    <a:pt x="0" y="3143"/>
                    <a:pt x="3143" y="0"/>
                    <a:pt x="7048" y="0"/>
                  </a:cubicBezTo>
                  <a:cubicBezTo>
                    <a:pt x="10954" y="0"/>
                    <a:pt x="14097" y="3143"/>
                    <a:pt x="14097" y="7048"/>
                  </a:cubicBezTo>
                  <a:close/>
                </a:path>
              </a:pathLst>
            </a:custGeom>
            <a:grpFill/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164" name="Freeform: Shape 163">
              <a:extLst>
                <a:ext uri="{FF2B5EF4-FFF2-40B4-BE49-F238E27FC236}">
                  <a16:creationId xmlns:a16="http://schemas.microsoft.com/office/drawing/2014/main" id="{13387DB9-900B-422D-90F7-C5C7EB5D59BE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6385268" y="3540630"/>
              <a:ext cx="14096" cy="14096"/>
            </a:xfrm>
            <a:custGeom>
              <a:avLst/>
              <a:gdLst>
                <a:gd name="connsiteX0" fmla="*/ 14097 w 14096"/>
                <a:gd name="connsiteY0" fmla="*/ 7048 h 14096"/>
                <a:gd name="connsiteX1" fmla="*/ 7048 w 14096"/>
                <a:gd name="connsiteY1" fmla="*/ 14097 h 14096"/>
                <a:gd name="connsiteX2" fmla="*/ 0 w 14096"/>
                <a:gd name="connsiteY2" fmla="*/ 7048 h 14096"/>
                <a:gd name="connsiteX3" fmla="*/ 7048 w 14096"/>
                <a:gd name="connsiteY3" fmla="*/ 0 h 14096"/>
                <a:gd name="connsiteX4" fmla="*/ 14097 w 14096"/>
                <a:gd name="connsiteY4" fmla="*/ 7048 h 1409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14096" h="14096">
                  <a:moveTo>
                    <a:pt x="14097" y="7048"/>
                  </a:moveTo>
                  <a:cubicBezTo>
                    <a:pt x="14097" y="10954"/>
                    <a:pt x="10954" y="14097"/>
                    <a:pt x="7048" y="14097"/>
                  </a:cubicBezTo>
                  <a:cubicBezTo>
                    <a:pt x="3143" y="14097"/>
                    <a:pt x="0" y="10954"/>
                    <a:pt x="0" y="7048"/>
                  </a:cubicBezTo>
                  <a:cubicBezTo>
                    <a:pt x="0" y="3143"/>
                    <a:pt x="3143" y="0"/>
                    <a:pt x="7048" y="0"/>
                  </a:cubicBezTo>
                  <a:cubicBezTo>
                    <a:pt x="10858" y="0"/>
                    <a:pt x="14097" y="3143"/>
                    <a:pt x="14097" y="7048"/>
                  </a:cubicBezTo>
                  <a:close/>
                </a:path>
              </a:pathLst>
            </a:custGeom>
            <a:grpFill/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165" name="Freeform: Shape 164">
              <a:extLst>
                <a:ext uri="{FF2B5EF4-FFF2-40B4-BE49-F238E27FC236}">
                  <a16:creationId xmlns:a16="http://schemas.microsoft.com/office/drawing/2014/main" id="{48FDCCF3-E6D6-4CD0-9D47-02FE785C7A05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6444417" y="3540631"/>
              <a:ext cx="14096" cy="14097"/>
            </a:xfrm>
            <a:custGeom>
              <a:avLst/>
              <a:gdLst>
                <a:gd name="connsiteX0" fmla="*/ 14097 w 14096"/>
                <a:gd name="connsiteY0" fmla="*/ 7048 h 14097"/>
                <a:gd name="connsiteX1" fmla="*/ 7048 w 14096"/>
                <a:gd name="connsiteY1" fmla="*/ 14097 h 14097"/>
                <a:gd name="connsiteX2" fmla="*/ 0 w 14096"/>
                <a:gd name="connsiteY2" fmla="*/ 7048 h 14097"/>
                <a:gd name="connsiteX3" fmla="*/ 7048 w 14096"/>
                <a:gd name="connsiteY3" fmla="*/ 0 h 14097"/>
                <a:gd name="connsiteX4" fmla="*/ 14097 w 14096"/>
                <a:gd name="connsiteY4" fmla="*/ 7048 h 14097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14096" h="14097">
                  <a:moveTo>
                    <a:pt x="14097" y="7048"/>
                  </a:moveTo>
                  <a:cubicBezTo>
                    <a:pt x="14097" y="10941"/>
                    <a:pt x="10941" y="14097"/>
                    <a:pt x="7048" y="14097"/>
                  </a:cubicBezTo>
                  <a:cubicBezTo>
                    <a:pt x="3156" y="14097"/>
                    <a:pt x="0" y="10941"/>
                    <a:pt x="0" y="7048"/>
                  </a:cubicBezTo>
                  <a:cubicBezTo>
                    <a:pt x="0" y="3156"/>
                    <a:pt x="3156" y="0"/>
                    <a:pt x="7048" y="0"/>
                  </a:cubicBezTo>
                  <a:cubicBezTo>
                    <a:pt x="10941" y="0"/>
                    <a:pt x="14097" y="3156"/>
                    <a:pt x="14097" y="7048"/>
                  </a:cubicBezTo>
                  <a:close/>
                </a:path>
              </a:pathLst>
            </a:custGeom>
            <a:grpFill/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166" name="Freeform: Shape 165">
              <a:extLst>
                <a:ext uri="{FF2B5EF4-FFF2-40B4-BE49-F238E27FC236}">
                  <a16:creationId xmlns:a16="http://schemas.microsoft.com/office/drawing/2014/main" id="{BC14E8F6-33F6-47CE-9A24-EA71D7149695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6148476" y="3599781"/>
              <a:ext cx="14097" cy="14096"/>
            </a:xfrm>
            <a:custGeom>
              <a:avLst/>
              <a:gdLst>
                <a:gd name="connsiteX0" fmla="*/ 14097 w 14097"/>
                <a:gd name="connsiteY0" fmla="*/ 7048 h 14096"/>
                <a:gd name="connsiteX1" fmla="*/ 7049 w 14097"/>
                <a:gd name="connsiteY1" fmla="*/ 14097 h 14096"/>
                <a:gd name="connsiteX2" fmla="*/ 0 w 14097"/>
                <a:gd name="connsiteY2" fmla="*/ 7048 h 14096"/>
                <a:gd name="connsiteX3" fmla="*/ 7049 w 14097"/>
                <a:gd name="connsiteY3" fmla="*/ 0 h 14096"/>
                <a:gd name="connsiteX4" fmla="*/ 14097 w 14097"/>
                <a:gd name="connsiteY4" fmla="*/ 7048 h 1409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14097" h="14096">
                  <a:moveTo>
                    <a:pt x="14097" y="7048"/>
                  </a:moveTo>
                  <a:cubicBezTo>
                    <a:pt x="14097" y="10954"/>
                    <a:pt x="10954" y="14097"/>
                    <a:pt x="7049" y="14097"/>
                  </a:cubicBezTo>
                  <a:cubicBezTo>
                    <a:pt x="3143" y="14097"/>
                    <a:pt x="0" y="10954"/>
                    <a:pt x="0" y="7048"/>
                  </a:cubicBezTo>
                  <a:cubicBezTo>
                    <a:pt x="0" y="3143"/>
                    <a:pt x="3143" y="0"/>
                    <a:pt x="7049" y="0"/>
                  </a:cubicBezTo>
                  <a:cubicBezTo>
                    <a:pt x="10954" y="0"/>
                    <a:pt x="14097" y="3143"/>
                    <a:pt x="14097" y="7048"/>
                  </a:cubicBezTo>
                  <a:close/>
                </a:path>
              </a:pathLst>
            </a:custGeom>
            <a:grpFill/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167" name="Freeform: Shape 166">
              <a:extLst>
                <a:ext uri="{FF2B5EF4-FFF2-40B4-BE49-F238E27FC236}">
                  <a16:creationId xmlns:a16="http://schemas.microsoft.com/office/drawing/2014/main" id="{F78CC38F-63FC-4552-B17B-8D79D3C8F8FF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6207627" y="3599781"/>
              <a:ext cx="14096" cy="14096"/>
            </a:xfrm>
            <a:custGeom>
              <a:avLst/>
              <a:gdLst>
                <a:gd name="connsiteX0" fmla="*/ 14097 w 14096"/>
                <a:gd name="connsiteY0" fmla="*/ 7048 h 14096"/>
                <a:gd name="connsiteX1" fmla="*/ 7048 w 14096"/>
                <a:gd name="connsiteY1" fmla="*/ 14097 h 14096"/>
                <a:gd name="connsiteX2" fmla="*/ 0 w 14096"/>
                <a:gd name="connsiteY2" fmla="*/ 7048 h 14096"/>
                <a:gd name="connsiteX3" fmla="*/ 7048 w 14096"/>
                <a:gd name="connsiteY3" fmla="*/ 0 h 14096"/>
                <a:gd name="connsiteX4" fmla="*/ 14097 w 14096"/>
                <a:gd name="connsiteY4" fmla="*/ 7048 h 1409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14096" h="14096">
                  <a:moveTo>
                    <a:pt x="14097" y="7048"/>
                  </a:moveTo>
                  <a:cubicBezTo>
                    <a:pt x="14097" y="10954"/>
                    <a:pt x="10954" y="14097"/>
                    <a:pt x="7048" y="14097"/>
                  </a:cubicBezTo>
                  <a:cubicBezTo>
                    <a:pt x="3143" y="14097"/>
                    <a:pt x="0" y="10954"/>
                    <a:pt x="0" y="7048"/>
                  </a:cubicBezTo>
                  <a:cubicBezTo>
                    <a:pt x="0" y="3143"/>
                    <a:pt x="3143" y="0"/>
                    <a:pt x="7048" y="0"/>
                  </a:cubicBezTo>
                  <a:cubicBezTo>
                    <a:pt x="10954" y="0"/>
                    <a:pt x="14097" y="3143"/>
                    <a:pt x="14097" y="7048"/>
                  </a:cubicBezTo>
                  <a:close/>
                </a:path>
              </a:pathLst>
            </a:custGeom>
            <a:grpFill/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168" name="Freeform: Shape 167">
              <a:extLst>
                <a:ext uri="{FF2B5EF4-FFF2-40B4-BE49-F238E27FC236}">
                  <a16:creationId xmlns:a16="http://schemas.microsoft.com/office/drawing/2014/main" id="{89042823-A002-49CE-B03D-ED1291DC13CF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6266872" y="3599781"/>
              <a:ext cx="14096" cy="14096"/>
            </a:xfrm>
            <a:custGeom>
              <a:avLst/>
              <a:gdLst>
                <a:gd name="connsiteX0" fmla="*/ 14097 w 14096"/>
                <a:gd name="connsiteY0" fmla="*/ 7048 h 14096"/>
                <a:gd name="connsiteX1" fmla="*/ 7049 w 14096"/>
                <a:gd name="connsiteY1" fmla="*/ 14097 h 14096"/>
                <a:gd name="connsiteX2" fmla="*/ 0 w 14096"/>
                <a:gd name="connsiteY2" fmla="*/ 7048 h 14096"/>
                <a:gd name="connsiteX3" fmla="*/ 7049 w 14096"/>
                <a:gd name="connsiteY3" fmla="*/ 0 h 14096"/>
                <a:gd name="connsiteX4" fmla="*/ 14097 w 14096"/>
                <a:gd name="connsiteY4" fmla="*/ 7048 h 1409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14096" h="14096">
                  <a:moveTo>
                    <a:pt x="14097" y="7048"/>
                  </a:moveTo>
                  <a:cubicBezTo>
                    <a:pt x="14097" y="10954"/>
                    <a:pt x="10954" y="14097"/>
                    <a:pt x="7049" y="14097"/>
                  </a:cubicBezTo>
                  <a:cubicBezTo>
                    <a:pt x="3143" y="14097"/>
                    <a:pt x="0" y="10954"/>
                    <a:pt x="0" y="7048"/>
                  </a:cubicBezTo>
                  <a:cubicBezTo>
                    <a:pt x="0" y="3143"/>
                    <a:pt x="3143" y="0"/>
                    <a:pt x="7049" y="0"/>
                  </a:cubicBezTo>
                  <a:cubicBezTo>
                    <a:pt x="10859" y="0"/>
                    <a:pt x="14097" y="3143"/>
                    <a:pt x="14097" y="7048"/>
                  </a:cubicBezTo>
                  <a:close/>
                </a:path>
              </a:pathLst>
            </a:custGeom>
            <a:grpFill/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169" name="Freeform: Shape 168">
              <a:extLst>
                <a:ext uri="{FF2B5EF4-FFF2-40B4-BE49-F238E27FC236}">
                  <a16:creationId xmlns:a16="http://schemas.microsoft.com/office/drawing/2014/main" id="{96EFC6CE-198B-489B-B1EE-72CE842628B7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6326022" y="3599781"/>
              <a:ext cx="14096" cy="14096"/>
            </a:xfrm>
            <a:custGeom>
              <a:avLst/>
              <a:gdLst>
                <a:gd name="connsiteX0" fmla="*/ 14097 w 14096"/>
                <a:gd name="connsiteY0" fmla="*/ 7048 h 14096"/>
                <a:gd name="connsiteX1" fmla="*/ 7048 w 14096"/>
                <a:gd name="connsiteY1" fmla="*/ 14097 h 14096"/>
                <a:gd name="connsiteX2" fmla="*/ 0 w 14096"/>
                <a:gd name="connsiteY2" fmla="*/ 7048 h 14096"/>
                <a:gd name="connsiteX3" fmla="*/ 7048 w 14096"/>
                <a:gd name="connsiteY3" fmla="*/ 0 h 14096"/>
                <a:gd name="connsiteX4" fmla="*/ 14097 w 14096"/>
                <a:gd name="connsiteY4" fmla="*/ 7048 h 1409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14096" h="14096">
                  <a:moveTo>
                    <a:pt x="14097" y="7048"/>
                  </a:moveTo>
                  <a:cubicBezTo>
                    <a:pt x="14097" y="10954"/>
                    <a:pt x="10954" y="14097"/>
                    <a:pt x="7048" y="14097"/>
                  </a:cubicBezTo>
                  <a:cubicBezTo>
                    <a:pt x="3143" y="14097"/>
                    <a:pt x="0" y="10954"/>
                    <a:pt x="0" y="7048"/>
                  </a:cubicBezTo>
                  <a:cubicBezTo>
                    <a:pt x="0" y="3143"/>
                    <a:pt x="3143" y="0"/>
                    <a:pt x="7048" y="0"/>
                  </a:cubicBezTo>
                  <a:cubicBezTo>
                    <a:pt x="10954" y="0"/>
                    <a:pt x="14097" y="3143"/>
                    <a:pt x="14097" y="7048"/>
                  </a:cubicBezTo>
                  <a:close/>
                </a:path>
              </a:pathLst>
            </a:custGeom>
            <a:grpFill/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170" name="Freeform: Shape 169">
              <a:extLst>
                <a:ext uri="{FF2B5EF4-FFF2-40B4-BE49-F238E27FC236}">
                  <a16:creationId xmlns:a16="http://schemas.microsoft.com/office/drawing/2014/main" id="{49FEA23D-54D9-45D7-9325-1E2F638C9C14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6385268" y="3599780"/>
              <a:ext cx="14096" cy="14096"/>
            </a:xfrm>
            <a:custGeom>
              <a:avLst/>
              <a:gdLst>
                <a:gd name="connsiteX0" fmla="*/ 14097 w 14096"/>
                <a:gd name="connsiteY0" fmla="*/ 7048 h 14096"/>
                <a:gd name="connsiteX1" fmla="*/ 7048 w 14096"/>
                <a:gd name="connsiteY1" fmla="*/ 14097 h 14096"/>
                <a:gd name="connsiteX2" fmla="*/ 0 w 14096"/>
                <a:gd name="connsiteY2" fmla="*/ 7048 h 14096"/>
                <a:gd name="connsiteX3" fmla="*/ 7048 w 14096"/>
                <a:gd name="connsiteY3" fmla="*/ 0 h 14096"/>
                <a:gd name="connsiteX4" fmla="*/ 14097 w 14096"/>
                <a:gd name="connsiteY4" fmla="*/ 7048 h 1409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14096" h="14096">
                  <a:moveTo>
                    <a:pt x="14097" y="7048"/>
                  </a:moveTo>
                  <a:cubicBezTo>
                    <a:pt x="14097" y="10954"/>
                    <a:pt x="10954" y="14097"/>
                    <a:pt x="7048" y="14097"/>
                  </a:cubicBezTo>
                  <a:cubicBezTo>
                    <a:pt x="3143" y="14097"/>
                    <a:pt x="0" y="10954"/>
                    <a:pt x="0" y="7048"/>
                  </a:cubicBezTo>
                  <a:cubicBezTo>
                    <a:pt x="0" y="3143"/>
                    <a:pt x="3143" y="0"/>
                    <a:pt x="7048" y="0"/>
                  </a:cubicBezTo>
                  <a:cubicBezTo>
                    <a:pt x="10858" y="0"/>
                    <a:pt x="14097" y="3143"/>
                    <a:pt x="14097" y="7048"/>
                  </a:cubicBezTo>
                  <a:close/>
                </a:path>
              </a:pathLst>
            </a:custGeom>
            <a:grpFill/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171" name="Freeform: Shape 170">
              <a:extLst>
                <a:ext uri="{FF2B5EF4-FFF2-40B4-BE49-F238E27FC236}">
                  <a16:creationId xmlns:a16="http://schemas.microsoft.com/office/drawing/2014/main" id="{2DB04EE3-370F-49CE-BCFE-C2999C3CF28C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6444417" y="3599782"/>
              <a:ext cx="14096" cy="14096"/>
            </a:xfrm>
            <a:custGeom>
              <a:avLst/>
              <a:gdLst>
                <a:gd name="connsiteX0" fmla="*/ 14097 w 14096"/>
                <a:gd name="connsiteY0" fmla="*/ 7048 h 14096"/>
                <a:gd name="connsiteX1" fmla="*/ 7048 w 14096"/>
                <a:gd name="connsiteY1" fmla="*/ 14097 h 14096"/>
                <a:gd name="connsiteX2" fmla="*/ 0 w 14096"/>
                <a:gd name="connsiteY2" fmla="*/ 7048 h 14096"/>
                <a:gd name="connsiteX3" fmla="*/ 7048 w 14096"/>
                <a:gd name="connsiteY3" fmla="*/ 0 h 14096"/>
                <a:gd name="connsiteX4" fmla="*/ 14097 w 14096"/>
                <a:gd name="connsiteY4" fmla="*/ 7048 h 1409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14096" h="14096">
                  <a:moveTo>
                    <a:pt x="14097" y="7048"/>
                  </a:moveTo>
                  <a:cubicBezTo>
                    <a:pt x="14097" y="10954"/>
                    <a:pt x="10954" y="14097"/>
                    <a:pt x="7048" y="14097"/>
                  </a:cubicBezTo>
                  <a:cubicBezTo>
                    <a:pt x="3143" y="14097"/>
                    <a:pt x="0" y="10954"/>
                    <a:pt x="0" y="7048"/>
                  </a:cubicBezTo>
                  <a:cubicBezTo>
                    <a:pt x="0" y="3143"/>
                    <a:pt x="3143" y="0"/>
                    <a:pt x="7048" y="0"/>
                  </a:cubicBezTo>
                  <a:cubicBezTo>
                    <a:pt x="10954" y="0"/>
                    <a:pt x="14097" y="3143"/>
                    <a:pt x="14097" y="7048"/>
                  </a:cubicBezTo>
                  <a:close/>
                </a:path>
              </a:pathLst>
            </a:custGeom>
            <a:grpFill/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172" name="Freeform: Shape 171">
              <a:extLst>
                <a:ext uri="{FF2B5EF4-FFF2-40B4-BE49-F238E27FC236}">
                  <a16:creationId xmlns:a16="http://schemas.microsoft.com/office/drawing/2014/main" id="{8BCBCC34-797D-41A8-8AD1-7E03E1BBFFA0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6148476" y="3659026"/>
              <a:ext cx="14097" cy="14096"/>
            </a:xfrm>
            <a:custGeom>
              <a:avLst/>
              <a:gdLst>
                <a:gd name="connsiteX0" fmla="*/ 14097 w 14097"/>
                <a:gd name="connsiteY0" fmla="*/ 7048 h 14096"/>
                <a:gd name="connsiteX1" fmla="*/ 7049 w 14097"/>
                <a:gd name="connsiteY1" fmla="*/ 14097 h 14096"/>
                <a:gd name="connsiteX2" fmla="*/ 0 w 14097"/>
                <a:gd name="connsiteY2" fmla="*/ 7048 h 14096"/>
                <a:gd name="connsiteX3" fmla="*/ 7049 w 14097"/>
                <a:gd name="connsiteY3" fmla="*/ 0 h 14096"/>
                <a:gd name="connsiteX4" fmla="*/ 14097 w 14097"/>
                <a:gd name="connsiteY4" fmla="*/ 7048 h 1409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14097" h="14096">
                  <a:moveTo>
                    <a:pt x="14097" y="7048"/>
                  </a:moveTo>
                  <a:cubicBezTo>
                    <a:pt x="14097" y="10954"/>
                    <a:pt x="10954" y="14097"/>
                    <a:pt x="7049" y="14097"/>
                  </a:cubicBezTo>
                  <a:cubicBezTo>
                    <a:pt x="3143" y="14097"/>
                    <a:pt x="0" y="10954"/>
                    <a:pt x="0" y="7048"/>
                  </a:cubicBezTo>
                  <a:cubicBezTo>
                    <a:pt x="0" y="3143"/>
                    <a:pt x="3143" y="0"/>
                    <a:pt x="7049" y="0"/>
                  </a:cubicBezTo>
                  <a:cubicBezTo>
                    <a:pt x="10954" y="0"/>
                    <a:pt x="14097" y="3143"/>
                    <a:pt x="14097" y="7048"/>
                  </a:cubicBezTo>
                  <a:close/>
                </a:path>
              </a:pathLst>
            </a:custGeom>
            <a:grpFill/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173" name="Freeform: Shape 172">
              <a:extLst>
                <a:ext uri="{FF2B5EF4-FFF2-40B4-BE49-F238E27FC236}">
                  <a16:creationId xmlns:a16="http://schemas.microsoft.com/office/drawing/2014/main" id="{AFF5C1F8-0EDE-4835-89E6-1FCB2EA395F8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6207627" y="3659026"/>
              <a:ext cx="14096" cy="14096"/>
            </a:xfrm>
            <a:custGeom>
              <a:avLst/>
              <a:gdLst>
                <a:gd name="connsiteX0" fmla="*/ 14097 w 14096"/>
                <a:gd name="connsiteY0" fmla="*/ 7048 h 14096"/>
                <a:gd name="connsiteX1" fmla="*/ 7048 w 14096"/>
                <a:gd name="connsiteY1" fmla="*/ 14097 h 14096"/>
                <a:gd name="connsiteX2" fmla="*/ 0 w 14096"/>
                <a:gd name="connsiteY2" fmla="*/ 7048 h 14096"/>
                <a:gd name="connsiteX3" fmla="*/ 7048 w 14096"/>
                <a:gd name="connsiteY3" fmla="*/ 0 h 14096"/>
                <a:gd name="connsiteX4" fmla="*/ 14097 w 14096"/>
                <a:gd name="connsiteY4" fmla="*/ 7048 h 1409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14096" h="14096">
                  <a:moveTo>
                    <a:pt x="14097" y="7048"/>
                  </a:moveTo>
                  <a:cubicBezTo>
                    <a:pt x="14097" y="10954"/>
                    <a:pt x="10954" y="14097"/>
                    <a:pt x="7048" y="14097"/>
                  </a:cubicBezTo>
                  <a:cubicBezTo>
                    <a:pt x="3143" y="14097"/>
                    <a:pt x="0" y="10954"/>
                    <a:pt x="0" y="7048"/>
                  </a:cubicBezTo>
                  <a:cubicBezTo>
                    <a:pt x="0" y="3143"/>
                    <a:pt x="3143" y="0"/>
                    <a:pt x="7048" y="0"/>
                  </a:cubicBezTo>
                  <a:cubicBezTo>
                    <a:pt x="10954" y="0"/>
                    <a:pt x="14097" y="3143"/>
                    <a:pt x="14097" y="7048"/>
                  </a:cubicBezTo>
                  <a:close/>
                </a:path>
              </a:pathLst>
            </a:custGeom>
            <a:grpFill/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174" name="Freeform: Shape 173">
              <a:extLst>
                <a:ext uri="{FF2B5EF4-FFF2-40B4-BE49-F238E27FC236}">
                  <a16:creationId xmlns:a16="http://schemas.microsoft.com/office/drawing/2014/main" id="{6171D504-6300-457C-AFCC-064DBB3FCCA8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6266872" y="3659026"/>
              <a:ext cx="14096" cy="14096"/>
            </a:xfrm>
            <a:custGeom>
              <a:avLst/>
              <a:gdLst>
                <a:gd name="connsiteX0" fmla="*/ 14097 w 14096"/>
                <a:gd name="connsiteY0" fmla="*/ 7048 h 14096"/>
                <a:gd name="connsiteX1" fmla="*/ 7049 w 14096"/>
                <a:gd name="connsiteY1" fmla="*/ 14097 h 14096"/>
                <a:gd name="connsiteX2" fmla="*/ 0 w 14096"/>
                <a:gd name="connsiteY2" fmla="*/ 7048 h 14096"/>
                <a:gd name="connsiteX3" fmla="*/ 7049 w 14096"/>
                <a:gd name="connsiteY3" fmla="*/ 0 h 14096"/>
                <a:gd name="connsiteX4" fmla="*/ 14097 w 14096"/>
                <a:gd name="connsiteY4" fmla="*/ 7048 h 1409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14096" h="14096">
                  <a:moveTo>
                    <a:pt x="14097" y="7048"/>
                  </a:moveTo>
                  <a:cubicBezTo>
                    <a:pt x="14097" y="10954"/>
                    <a:pt x="10954" y="14097"/>
                    <a:pt x="7049" y="14097"/>
                  </a:cubicBezTo>
                  <a:cubicBezTo>
                    <a:pt x="3143" y="14097"/>
                    <a:pt x="0" y="10954"/>
                    <a:pt x="0" y="7048"/>
                  </a:cubicBezTo>
                  <a:cubicBezTo>
                    <a:pt x="0" y="3143"/>
                    <a:pt x="3143" y="0"/>
                    <a:pt x="7049" y="0"/>
                  </a:cubicBezTo>
                  <a:cubicBezTo>
                    <a:pt x="10859" y="0"/>
                    <a:pt x="14097" y="3143"/>
                    <a:pt x="14097" y="7048"/>
                  </a:cubicBezTo>
                  <a:close/>
                </a:path>
              </a:pathLst>
            </a:custGeom>
            <a:grpFill/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175" name="Freeform: Shape 174">
              <a:extLst>
                <a:ext uri="{FF2B5EF4-FFF2-40B4-BE49-F238E27FC236}">
                  <a16:creationId xmlns:a16="http://schemas.microsoft.com/office/drawing/2014/main" id="{62ACE739-C8C4-4495-B04C-C3AFC44811CB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6326022" y="3659026"/>
              <a:ext cx="14096" cy="14096"/>
            </a:xfrm>
            <a:custGeom>
              <a:avLst/>
              <a:gdLst>
                <a:gd name="connsiteX0" fmla="*/ 14097 w 14096"/>
                <a:gd name="connsiteY0" fmla="*/ 7048 h 14096"/>
                <a:gd name="connsiteX1" fmla="*/ 7048 w 14096"/>
                <a:gd name="connsiteY1" fmla="*/ 14097 h 14096"/>
                <a:gd name="connsiteX2" fmla="*/ 0 w 14096"/>
                <a:gd name="connsiteY2" fmla="*/ 7048 h 14096"/>
                <a:gd name="connsiteX3" fmla="*/ 7048 w 14096"/>
                <a:gd name="connsiteY3" fmla="*/ 0 h 14096"/>
                <a:gd name="connsiteX4" fmla="*/ 14097 w 14096"/>
                <a:gd name="connsiteY4" fmla="*/ 7048 h 1409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14096" h="14096">
                  <a:moveTo>
                    <a:pt x="14097" y="7048"/>
                  </a:moveTo>
                  <a:cubicBezTo>
                    <a:pt x="14097" y="10954"/>
                    <a:pt x="10954" y="14097"/>
                    <a:pt x="7048" y="14097"/>
                  </a:cubicBezTo>
                  <a:cubicBezTo>
                    <a:pt x="3143" y="14097"/>
                    <a:pt x="0" y="10954"/>
                    <a:pt x="0" y="7048"/>
                  </a:cubicBezTo>
                  <a:cubicBezTo>
                    <a:pt x="0" y="3143"/>
                    <a:pt x="3143" y="0"/>
                    <a:pt x="7048" y="0"/>
                  </a:cubicBezTo>
                  <a:cubicBezTo>
                    <a:pt x="10954" y="0"/>
                    <a:pt x="14097" y="3143"/>
                    <a:pt x="14097" y="7048"/>
                  </a:cubicBezTo>
                  <a:close/>
                </a:path>
              </a:pathLst>
            </a:custGeom>
            <a:grpFill/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176" name="Freeform: Shape 175">
              <a:extLst>
                <a:ext uri="{FF2B5EF4-FFF2-40B4-BE49-F238E27FC236}">
                  <a16:creationId xmlns:a16="http://schemas.microsoft.com/office/drawing/2014/main" id="{3F4771CD-CDCA-4FFE-8EF5-E42D1781E7E1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6385268" y="3659026"/>
              <a:ext cx="14096" cy="14096"/>
            </a:xfrm>
            <a:custGeom>
              <a:avLst/>
              <a:gdLst>
                <a:gd name="connsiteX0" fmla="*/ 14097 w 14096"/>
                <a:gd name="connsiteY0" fmla="*/ 7048 h 14096"/>
                <a:gd name="connsiteX1" fmla="*/ 7048 w 14096"/>
                <a:gd name="connsiteY1" fmla="*/ 14097 h 14096"/>
                <a:gd name="connsiteX2" fmla="*/ 0 w 14096"/>
                <a:gd name="connsiteY2" fmla="*/ 7048 h 14096"/>
                <a:gd name="connsiteX3" fmla="*/ 7048 w 14096"/>
                <a:gd name="connsiteY3" fmla="*/ 0 h 14096"/>
                <a:gd name="connsiteX4" fmla="*/ 14097 w 14096"/>
                <a:gd name="connsiteY4" fmla="*/ 7048 h 1409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14096" h="14096">
                  <a:moveTo>
                    <a:pt x="14097" y="7048"/>
                  </a:moveTo>
                  <a:cubicBezTo>
                    <a:pt x="14097" y="10954"/>
                    <a:pt x="10954" y="14097"/>
                    <a:pt x="7048" y="14097"/>
                  </a:cubicBezTo>
                  <a:cubicBezTo>
                    <a:pt x="3143" y="14097"/>
                    <a:pt x="0" y="10954"/>
                    <a:pt x="0" y="7048"/>
                  </a:cubicBezTo>
                  <a:cubicBezTo>
                    <a:pt x="0" y="3143"/>
                    <a:pt x="3143" y="0"/>
                    <a:pt x="7048" y="0"/>
                  </a:cubicBezTo>
                  <a:cubicBezTo>
                    <a:pt x="10858" y="0"/>
                    <a:pt x="14097" y="3143"/>
                    <a:pt x="14097" y="7048"/>
                  </a:cubicBezTo>
                  <a:close/>
                </a:path>
              </a:pathLst>
            </a:custGeom>
            <a:grpFill/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177" name="Freeform: Shape 176">
              <a:extLst>
                <a:ext uri="{FF2B5EF4-FFF2-40B4-BE49-F238E27FC236}">
                  <a16:creationId xmlns:a16="http://schemas.microsoft.com/office/drawing/2014/main" id="{A10C0BFE-A8F9-4E21-9DFD-37A4D26C62C2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6444417" y="3659026"/>
              <a:ext cx="14096" cy="14096"/>
            </a:xfrm>
            <a:custGeom>
              <a:avLst/>
              <a:gdLst>
                <a:gd name="connsiteX0" fmla="*/ 14097 w 14096"/>
                <a:gd name="connsiteY0" fmla="*/ 7048 h 14096"/>
                <a:gd name="connsiteX1" fmla="*/ 7048 w 14096"/>
                <a:gd name="connsiteY1" fmla="*/ 14097 h 14096"/>
                <a:gd name="connsiteX2" fmla="*/ 0 w 14096"/>
                <a:gd name="connsiteY2" fmla="*/ 7048 h 14096"/>
                <a:gd name="connsiteX3" fmla="*/ 7048 w 14096"/>
                <a:gd name="connsiteY3" fmla="*/ 0 h 14096"/>
                <a:gd name="connsiteX4" fmla="*/ 14097 w 14096"/>
                <a:gd name="connsiteY4" fmla="*/ 7048 h 1409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14096" h="14096">
                  <a:moveTo>
                    <a:pt x="14097" y="7048"/>
                  </a:moveTo>
                  <a:cubicBezTo>
                    <a:pt x="14097" y="10954"/>
                    <a:pt x="10954" y="14097"/>
                    <a:pt x="7048" y="14097"/>
                  </a:cubicBezTo>
                  <a:cubicBezTo>
                    <a:pt x="3143" y="14097"/>
                    <a:pt x="0" y="10954"/>
                    <a:pt x="0" y="7048"/>
                  </a:cubicBezTo>
                  <a:cubicBezTo>
                    <a:pt x="0" y="3143"/>
                    <a:pt x="3143" y="0"/>
                    <a:pt x="7048" y="0"/>
                  </a:cubicBezTo>
                  <a:cubicBezTo>
                    <a:pt x="10954" y="0"/>
                    <a:pt x="14097" y="3143"/>
                    <a:pt x="14097" y="7048"/>
                  </a:cubicBezTo>
                  <a:close/>
                </a:path>
              </a:pathLst>
            </a:custGeom>
            <a:grpFill/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178" name="Freeform: Shape 177">
              <a:extLst>
                <a:ext uri="{FF2B5EF4-FFF2-40B4-BE49-F238E27FC236}">
                  <a16:creationId xmlns:a16="http://schemas.microsoft.com/office/drawing/2014/main" id="{4D8D4EF9-4EF7-4538-A4AE-439F9335EA9E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6148476" y="3718177"/>
              <a:ext cx="14097" cy="14096"/>
            </a:xfrm>
            <a:custGeom>
              <a:avLst/>
              <a:gdLst>
                <a:gd name="connsiteX0" fmla="*/ 14097 w 14097"/>
                <a:gd name="connsiteY0" fmla="*/ 7048 h 14096"/>
                <a:gd name="connsiteX1" fmla="*/ 7049 w 14097"/>
                <a:gd name="connsiteY1" fmla="*/ 14097 h 14096"/>
                <a:gd name="connsiteX2" fmla="*/ 0 w 14097"/>
                <a:gd name="connsiteY2" fmla="*/ 7048 h 14096"/>
                <a:gd name="connsiteX3" fmla="*/ 7049 w 14097"/>
                <a:gd name="connsiteY3" fmla="*/ 0 h 14096"/>
                <a:gd name="connsiteX4" fmla="*/ 14097 w 14097"/>
                <a:gd name="connsiteY4" fmla="*/ 7048 h 1409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14097" h="14096">
                  <a:moveTo>
                    <a:pt x="14097" y="7048"/>
                  </a:moveTo>
                  <a:cubicBezTo>
                    <a:pt x="14097" y="10954"/>
                    <a:pt x="10954" y="14097"/>
                    <a:pt x="7049" y="14097"/>
                  </a:cubicBezTo>
                  <a:cubicBezTo>
                    <a:pt x="3143" y="14097"/>
                    <a:pt x="0" y="10954"/>
                    <a:pt x="0" y="7048"/>
                  </a:cubicBezTo>
                  <a:cubicBezTo>
                    <a:pt x="0" y="3143"/>
                    <a:pt x="3143" y="0"/>
                    <a:pt x="7049" y="0"/>
                  </a:cubicBezTo>
                  <a:cubicBezTo>
                    <a:pt x="10954" y="0"/>
                    <a:pt x="14097" y="3143"/>
                    <a:pt x="14097" y="7048"/>
                  </a:cubicBezTo>
                  <a:close/>
                </a:path>
              </a:pathLst>
            </a:custGeom>
            <a:grpFill/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179" name="Freeform: Shape 178">
              <a:extLst>
                <a:ext uri="{FF2B5EF4-FFF2-40B4-BE49-F238E27FC236}">
                  <a16:creationId xmlns:a16="http://schemas.microsoft.com/office/drawing/2014/main" id="{7E0500AB-5662-43B9-95C2-2EC80CC54FF9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6207627" y="3718177"/>
              <a:ext cx="14096" cy="14096"/>
            </a:xfrm>
            <a:custGeom>
              <a:avLst/>
              <a:gdLst>
                <a:gd name="connsiteX0" fmla="*/ 14097 w 14096"/>
                <a:gd name="connsiteY0" fmla="*/ 7048 h 14096"/>
                <a:gd name="connsiteX1" fmla="*/ 7048 w 14096"/>
                <a:gd name="connsiteY1" fmla="*/ 14097 h 14096"/>
                <a:gd name="connsiteX2" fmla="*/ 0 w 14096"/>
                <a:gd name="connsiteY2" fmla="*/ 7048 h 14096"/>
                <a:gd name="connsiteX3" fmla="*/ 7048 w 14096"/>
                <a:gd name="connsiteY3" fmla="*/ 0 h 14096"/>
                <a:gd name="connsiteX4" fmla="*/ 14097 w 14096"/>
                <a:gd name="connsiteY4" fmla="*/ 7048 h 1409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14096" h="14096">
                  <a:moveTo>
                    <a:pt x="14097" y="7048"/>
                  </a:moveTo>
                  <a:cubicBezTo>
                    <a:pt x="14097" y="10954"/>
                    <a:pt x="10954" y="14097"/>
                    <a:pt x="7048" y="14097"/>
                  </a:cubicBezTo>
                  <a:cubicBezTo>
                    <a:pt x="3143" y="14097"/>
                    <a:pt x="0" y="10954"/>
                    <a:pt x="0" y="7048"/>
                  </a:cubicBezTo>
                  <a:cubicBezTo>
                    <a:pt x="0" y="3143"/>
                    <a:pt x="3143" y="0"/>
                    <a:pt x="7048" y="0"/>
                  </a:cubicBezTo>
                  <a:cubicBezTo>
                    <a:pt x="10954" y="0"/>
                    <a:pt x="14097" y="3143"/>
                    <a:pt x="14097" y="7048"/>
                  </a:cubicBezTo>
                  <a:close/>
                </a:path>
              </a:pathLst>
            </a:custGeom>
            <a:grpFill/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180" name="Freeform: Shape 179">
              <a:extLst>
                <a:ext uri="{FF2B5EF4-FFF2-40B4-BE49-F238E27FC236}">
                  <a16:creationId xmlns:a16="http://schemas.microsoft.com/office/drawing/2014/main" id="{984021AD-A6A2-4CDA-A953-72FBA7598B98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6266872" y="3718177"/>
              <a:ext cx="14096" cy="14096"/>
            </a:xfrm>
            <a:custGeom>
              <a:avLst/>
              <a:gdLst>
                <a:gd name="connsiteX0" fmla="*/ 14097 w 14096"/>
                <a:gd name="connsiteY0" fmla="*/ 7048 h 14096"/>
                <a:gd name="connsiteX1" fmla="*/ 7049 w 14096"/>
                <a:gd name="connsiteY1" fmla="*/ 14097 h 14096"/>
                <a:gd name="connsiteX2" fmla="*/ 0 w 14096"/>
                <a:gd name="connsiteY2" fmla="*/ 7048 h 14096"/>
                <a:gd name="connsiteX3" fmla="*/ 7049 w 14096"/>
                <a:gd name="connsiteY3" fmla="*/ 0 h 14096"/>
                <a:gd name="connsiteX4" fmla="*/ 14097 w 14096"/>
                <a:gd name="connsiteY4" fmla="*/ 7048 h 1409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14096" h="14096">
                  <a:moveTo>
                    <a:pt x="14097" y="7048"/>
                  </a:moveTo>
                  <a:cubicBezTo>
                    <a:pt x="14097" y="10954"/>
                    <a:pt x="10954" y="14097"/>
                    <a:pt x="7049" y="14097"/>
                  </a:cubicBezTo>
                  <a:cubicBezTo>
                    <a:pt x="3143" y="14097"/>
                    <a:pt x="0" y="10954"/>
                    <a:pt x="0" y="7048"/>
                  </a:cubicBezTo>
                  <a:cubicBezTo>
                    <a:pt x="0" y="3143"/>
                    <a:pt x="3143" y="0"/>
                    <a:pt x="7049" y="0"/>
                  </a:cubicBezTo>
                  <a:cubicBezTo>
                    <a:pt x="10859" y="0"/>
                    <a:pt x="14097" y="3143"/>
                    <a:pt x="14097" y="7048"/>
                  </a:cubicBezTo>
                  <a:close/>
                </a:path>
              </a:pathLst>
            </a:custGeom>
            <a:grpFill/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181" name="Freeform: Shape 180">
              <a:extLst>
                <a:ext uri="{FF2B5EF4-FFF2-40B4-BE49-F238E27FC236}">
                  <a16:creationId xmlns:a16="http://schemas.microsoft.com/office/drawing/2014/main" id="{FD1FBF47-CAC8-4385-9DC7-C9BB6167EA63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6326022" y="3718177"/>
              <a:ext cx="14096" cy="14096"/>
            </a:xfrm>
            <a:custGeom>
              <a:avLst/>
              <a:gdLst>
                <a:gd name="connsiteX0" fmla="*/ 14097 w 14096"/>
                <a:gd name="connsiteY0" fmla="*/ 7048 h 14096"/>
                <a:gd name="connsiteX1" fmla="*/ 7048 w 14096"/>
                <a:gd name="connsiteY1" fmla="*/ 14097 h 14096"/>
                <a:gd name="connsiteX2" fmla="*/ 0 w 14096"/>
                <a:gd name="connsiteY2" fmla="*/ 7048 h 14096"/>
                <a:gd name="connsiteX3" fmla="*/ 7048 w 14096"/>
                <a:gd name="connsiteY3" fmla="*/ 0 h 14096"/>
                <a:gd name="connsiteX4" fmla="*/ 14097 w 14096"/>
                <a:gd name="connsiteY4" fmla="*/ 7048 h 1409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14096" h="14096">
                  <a:moveTo>
                    <a:pt x="14097" y="7048"/>
                  </a:moveTo>
                  <a:cubicBezTo>
                    <a:pt x="14097" y="10954"/>
                    <a:pt x="10954" y="14097"/>
                    <a:pt x="7048" y="14097"/>
                  </a:cubicBezTo>
                  <a:cubicBezTo>
                    <a:pt x="3143" y="14097"/>
                    <a:pt x="0" y="10954"/>
                    <a:pt x="0" y="7048"/>
                  </a:cubicBezTo>
                  <a:cubicBezTo>
                    <a:pt x="0" y="3143"/>
                    <a:pt x="3143" y="0"/>
                    <a:pt x="7048" y="0"/>
                  </a:cubicBezTo>
                  <a:cubicBezTo>
                    <a:pt x="10954" y="0"/>
                    <a:pt x="14097" y="3143"/>
                    <a:pt x="14097" y="7048"/>
                  </a:cubicBezTo>
                  <a:close/>
                </a:path>
              </a:pathLst>
            </a:custGeom>
            <a:grpFill/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182" name="Freeform: Shape 181">
              <a:extLst>
                <a:ext uri="{FF2B5EF4-FFF2-40B4-BE49-F238E27FC236}">
                  <a16:creationId xmlns:a16="http://schemas.microsoft.com/office/drawing/2014/main" id="{FBAEE482-005F-4288-8D66-09EA246C45ED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6385268" y="3718172"/>
              <a:ext cx="14096" cy="14096"/>
            </a:xfrm>
            <a:custGeom>
              <a:avLst/>
              <a:gdLst>
                <a:gd name="connsiteX0" fmla="*/ 14097 w 14096"/>
                <a:gd name="connsiteY0" fmla="*/ 7048 h 14096"/>
                <a:gd name="connsiteX1" fmla="*/ 7048 w 14096"/>
                <a:gd name="connsiteY1" fmla="*/ 14097 h 14096"/>
                <a:gd name="connsiteX2" fmla="*/ 0 w 14096"/>
                <a:gd name="connsiteY2" fmla="*/ 7048 h 14096"/>
                <a:gd name="connsiteX3" fmla="*/ 7048 w 14096"/>
                <a:gd name="connsiteY3" fmla="*/ 0 h 14096"/>
                <a:gd name="connsiteX4" fmla="*/ 14097 w 14096"/>
                <a:gd name="connsiteY4" fmla="*/ 7048 h 1409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14096" h="14096">
                  <a:moveTo>
                    <a:pt x="14097" y="7048"/>
                  </a:moveTo>
                  <a:cubicBezTo>
                    <a:pt x="14097" y="10954"/>
                    <a:pt x="10954" y="14097"/>
                    <a:pt x="7048" y="14097"/>
                  </a:cubicBezTo>
                  <a:cubicBezTo>
                    <a:pt x="3143" y="14097"/>
                    <a:pt x="0" y="10954"/>
                    <a:pt x="0" y="7048"/>
                  </a:cubicBezTo>
                  <a:cubicBezTo>
                    <a:pt x="0" y="3143"/>
                    <a:pt x="3143" y="0"/>
                    <a:pt x="7048" y="0"/>
                  </a:cubicBezTo>
                  <a:cubicBezTo>
                    <a:pt x="10858" y="0"/>
                    <a:pt x="14097" y="3143"/>
                    <a:pt x="14097" y="7048"/>
                  </a:cubicBezTo>
                  <a:close/>
                </a:path>
              </a:pathLst>
            </a:custGeom>
            <a:grpFill/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183" name="Freeform: Shape 182">
              <a:extLst>
                <a:ext uri="{FF2B5EF4-FFF2-40B4-BE49-F238E27FC236}">
                  <a16:creationId xmlns:a16="http://schemas.microsoft.com/office/drawing/2014/main" id="{2C5DCF49-33DE-4AFF-818E-42F59F280402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6444417" y="3718176"/>
              <a:ext cx="14096" cy="14096"/>
            </a:xfrm>
            <a:custGeom>
              <a:avLst/>
              <a:gdLst>
                <a:gd name="connsiteX0" fmla="*/ 14097 w 14096"/>
                <a:gd name="connsiteY0" fmla="*/ 7048 h 14096"/>
                <a:gd name="connsiteX1" fmla="*/ 7048 w 14096"/>
                <a:gd name="connsiteY1" fmla="*/ 14097 h 14096"/>
                <a:gd name="connsiteX2" fmla="*/ 0 w 14096"/>
                <a:gd name="connsiteY2" fmla="*/ 7048 h 14096"/>
                <a:gd name="connsiteX3" fmla="*/ 7048 w 14096"/>
                <a:gd name="connsiteY3" fmla="*/ 0 h 14096"/>
                <a:gd name="connsiteX4" fmla="*/ 14097 w 14096"/>
                <a:gd name="connsiteY4" fmla="*/ 7048 h 1409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14096" h="14096">
                  <a:moveTo>
                    <a:pt x="14097" y="7048"/>
                  </a:moveTo>
                  <a:cubicBezTo>
                    <a:pt x="14097" y="10954"/>
                    <a:pt x="10954" y="14097"/>
                    <a:pt x="7048" y="14097"/>
                  </a:cubicBezTo>
                  <a:cubicBezTo>
                    <a:pt x="3143" y="14097"/>
                    <a:pt x="0" y="10954"/>
                    <a:pt x="0" y="7048"/>
                  </a:cubicBezTo>
                  <a:cubicBezTo>
                    <a:pt x="0" y="3143"/>
                    <a:pt x="3143" y="0"/>
                    <a:pt x="7048" y="0"/>
                  </a:cubicBezTo>
                  <a:cubicBezTo>
                    <a:pt x="10954" y="0"/>
                    <a:pt x="14097" y="3143"/>
                    <a:pt x="14097" y="7048"/>
                  </a:cubicBezTo>
                  <a:close/>
                </a:path>
              </a:pathLst>
            </a:custGeom>
            <a:grpFill/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184" name="Freeform: Shape 183">
              <a:extLst>
                <a:ext uri="{FF2B5EF4-FFF2-40B4-BE49-F238E27FC236}">
                  <a16:creationId xmlns:a16="http://schemas.microsoft.com/office/drawing/2014/main" id="{866903F3-208B-46D5-925B-254DC742914D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6148472" y="3777419"/>
              <a:ext cx="14097" cy="14099"/>
            </a:xfrm>
            <a:custGeom>
              <a:avLst/>
              <a:gdLst>
                <a:gd name="connsiteX0" fmla="*/ 14097 w 14097"/>
                <a:gd name="connsiteY0" fmla="*/ 7051 h 14099"/>
                <a:gd name="connsiteX1" fmla="*/ 7049 w 14097"/>
                <a:gd name="connsiteY1" fmla="*/ 14099 h 14099"/>
                <a:gd name="connsiteX2" fmla="*/ 0 w 14097"/>
                <a:gd name="connsiteY2" fmla="*/ 7051 h 14099"/>
                <a:gd name="connsiteX3" fmla="*/ 7049 w 14097"/>
                <a:gd name="connsiteY3" fmla="*/ 2 h 14099"/>
                <a:gd name="connsiteX4" fmla="*/ 14097 w 14097"/>
                <a:gd name="connsiteY4" fmla="*/ 7051 h 14099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14097" h="14099">
                  <a:moveTo>
                    <a:pt x="14097" y="7051"/>
                  </a:moveTo>
                  <a:cubicBezTo>
                    <a:pt x="14097" y="10956"/>
                    <a:pt x="10954" y="14099"/>
                    <a:pt x="7049" y="14099"/>
                  </a:cubicBezTo>
                  <a:cubicBezTo>
                    <a:pt x="3143" y="14099"/>
                    <a:pt x="0" y="10956"/>
                    <a:pt x="0" y="7051"/>
                  </a:cubicBezTo>
                  <a:cubicBezTo>
                    <a:pt x="0" y="3145"/>
                    <a:pt x="3143" y="2"/>
                    <a:pt x="7049" y="2"/>
                  </a:cubicBezTo>
                  <a:cubicBezTo>
                    <a:pt x="10954" y="-93"/>
                    <a:pt x="14097" y="3145"/>
                    <a:pt x="14097" y="7051"/>
                  </a:cubicBezTo>
                  <a:close/>
                </a:path>
              </a:pathLst>
            </a:custGeom>
            <a:grpFill/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185" name="Freeform: Shape 184">
              <a:extLst>
                <a:ext uri="{FF2B5EF4-FFF2-40B4-BE49-F238E27FC236}">
                  <a16:creationId xmlns:a16="http://schemas.microsoft.com/office/drawing/2014/main" id="{2550D219-E342-4A38-BB89-575C1EE7AAC7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6207622" y="3777419"/>
              <a:ext cx="14096" cy="14099"/>
            </a:xfrm>
            <a:custGeom>
              <a:avLst/>
              <a:gdLst>
                <a:gd name="connsiteX0" fmla="*/ 14097 w 14096"/>
                <a:gd name="connsiteY0" fmla="*/ 7051 h 14099"/>
                <a:gd name="connsiteX1" fmla="*/ 7048 w 14096"/>
                <a:gd name="connsiteY1" fmla="*/ 14099 h 14099"/>
                <a:gd name="connsiteX2" fmla="*/ 0 w 14096"/>
                <a:gd name="connsiteY2" fmla="*/ 7051 h 14099"/>
                <a:gd name="connsiteX3" fmla="*/ 7048 w 14096"/>
                <a:gd name="connsiteY3" fmla="*/ 2 h 14099"/>
                <a:gd name="connsiteX4" fmla="*/ 14097 w 14096"/>
                <a:gd name="connsiteY4" fmla="*/ 7051 h 14099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14096" h="14099">
                  <a:moveTo>
                    <a:pt x="14097" y="7051"/>
                  </a:moveTo>
                  <a:cubicBezTo>
                    <a:pt x="14097" y="10956"/>
                    <a:pt x="10954" y="14099"/>
                    <a:pt x="7048" y="14099"/>
                  </a:cubicBezTo>
                  <a:cubicBezTo>
                    <a:pt x="3143" y="14099"/>
                    <a:pt x="0" y="10956"/>
                    <a:pt x="0" y="7051"/>
                  </a:cubicBezTo>
                  <a:cubicBezTo>
                    <a:pt x="0" y="3145"/>
                    <a:pt x="3143" y="2"/>
                    <a:pt x="7048" y="2"/>
                  </a:cubicBezTo>
                  <a:cubicBezTo>
                    <a:pt x="10954" y="-93"/>
                    <a:pt x="14097" y="3145"/>
                    <a:pt x="14097" y="7051"/>
                  </a:cubicBezTo>
                  <a:close/>
                </a:path>
              </a:pathLst>
            </a:custGeom>
            <a:grpFill/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186" name="Freeform: Shape 185">
              <a:extLst>
                <a:ext uri="{FF2B5EF4-FFF2-40B4-BE49-F238E27FC236}">
                  <a16:creationId xmlns:a16="http://schemas.microsoft.com/office/drawing/2014/main" id="{5B5485FC-95D0-4660-9594-2C9BD3B776F2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6266868" y="3777419"/>
              <a:ext cx="14096" cy="14099"/>
            </a:xfrm>
            <a:custGeom>
              <a:avLst/>
              <a:gdLst>
                <a:gd name="connsiteX0" fmla="*/ 14097 w 14096"/>
                <a:gd name="connsiteY0" fmla="*/ 7051 h 14099"/>
                <a:gd name="connsiteX1" fmla="*/ 7049 w 14096"/>
                <a:gd name="connsiteY1" fmla="*/ 14099 h 14099"/>
                <a:gd name="connsiteX2" fmla="*/ 0 w 14096"/>
                <a:gd name="connsiteY2" fmla="*/ 7051 h 14099"/>
                <a:gd name="connsiteX3" fmla="*/ 7049 w 14096"/>
                <a:gd name="connsiteY3" fmla="*/ 2 h 14099"/>
                <a:gd name="connsiteX4" fmla="*/ 14097 w 14096"/>
                <a:gd name="connsiteY4" fmla="*/ 7051 h 14099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14096" h="14099">
                  <a:moveTo>
                    <a:pt x="14097" y="7051"/>
                  </a:moveTo>
                  <a:cubicBezTo>
                    <a:pt x="14097" y="10956"/>
                    <a:pt x="10954" y="14099"/>
                    <a:pt x="7049" y="14099"/>
                  </a:cubicBezTo>
                  <a:cubicBezTo>
                    <a:pt x="3143" y="14099"/>
                    <a:pt x="0" y="10956"/>
                    <a:pt x="0" y="7051"/>
                  </a:cubicBezTo>
                  <a:cubicBezTo>
                    <a:pt x="0" y="3145"/>
                    <a:pt x="3143" y="2"/>
                    <a:pt x="7049" y="2"/>
                  </a:cubicBezTo>
                  <a:cubicBezTo>
                    <a:pt x="10859" y="-93"/>
                    <a:pt x="14097" y="3145"/>
                    <a:pt x="14097" y="7051"/>
                  </a:cubicBezTo>
                  <a:close/>
                </a:path>
              </a:pathLst>
            </a:custGeom>
            <a:grpFill/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187" name="Freeform: Shape 186">
              <a:extLst>
                <a:ext uri="{FF2B5EF4-FFF2-40B4-BE49-F238E27FC236}">
                  <a16:creationId xmlns:a16="http://schemas.microsoft.com/office/drawing/2014/main" id="{2EA358DA-C7E8-4DF8-B7D6-CC5829565548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6326024" y="3777383"/>
              <a:ext cx="14096" cy="14099"/>
            </a:xfrm>
            <a:custGeom>
              <a:avLst/>
              <a:gdLst>
                <a:gd name="connsiteX0" fmla="*/ 14097 w 14096"/>
                <a:gd name="connsiteY0" fmla="*/ 7051 h 14099"/>
                <a:gd name="connsiteX1" fmla="*/ 7048 w 14096"/>
                <a:gd name="connsiteY1" fmla="*/ 14099 h 14099"/>
                <a:gd name="connsiteX2" fmla="*/ 0 w 14096"/>
                <a:gd name="connsiteY2" fmla="*/ 7051 h 14099"/>
                <a:gd name="connsiteX3" fmla="*/ 7048 w 14096"/>
                <a:gd name="connsiteY3" fmla="*/ 2 h 14099"/>
                <a:gd name="connsiteX4" fmla="*/ 14097 w 14096"/>
                <a:gd name="connsiteY4" fmla="*/ 7051 h 14099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14096" h="14099">
                  <a:moveTo>
                    <a:pt x="14097" y="7051"/>
                  </a:moveTo>
                  <a:cubicBezTo>
                    <a:pt x="14097" y="10956"/>
                    <a:pt x="10954" y="14099"/>
                    <a:pt x="7048" y="14099"/>
                  </a:cubicBezTo>
                  <a:cubicBezTo>
                    <a:pt x="3143" y="14099"/>
                    <a:pt x="0" y="10956"/>
                    <a:pt x="0" y="7051"/>
                  </a:cubicBezTo>
                  <a:cubicBezTo>
                    <a:pt x="0" y="3145"/>
                    <a:pt x="3143" y="2"/>
                    <a:pt x="7048" y="2"/>
                  </a:cubicBezTo>
                  <a:cubicBezTo>
                    <a:pt x="10954" y="-93"/>
                    <a:pt x="14097" y="3145"/>
                    <a:pt x="14097" y="7051"/>
                  </a:cubicBezTo>
                  <a:close/>
                </a:path>
              </a:pathLst>
            </a:custGeom>
            <a:grpFill/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188" name="Freeform: Shape 187">
              <a:extLst>
                <a:ext uri="{FF2B5EF4-FFF2-40B4-BE49-F238E27FC236}">
                  <a16:creationId xmlns:a16="http://schemas.microsoft.com/office/drawing/2014/main" id="{7990E8BB-4369-4845-8436-A6F3FE1D11A8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6385287" y="3777429"/>
              <a:ext cx="14096" cy="14099"/>
            </a:xfrm>
            <a:custGeom>
              <a:avLst/>
              <a:gdLst>
                <a:gd name="connsiteX0" fmla="*/ 14097 w 14096"/>
                <a:gd name="connsiteY0" fmla="*/ 7051 h 14099"/>
                <a:gd name="connsiteX1" fmla="*/ 7048 w 14096"/>
                <a:gd name="connsiteY1" fmla="*/ 14099 h 14099"/>
                <a:gd name="connsiteX2" fmla="*/ 0 w 14096"/>
                <a:gd name="connsiteY2" fmla="*/ 7051 h 14099"/>
                <a:gd name="connsiteX3" fmla="*/ 7048 w 14096"/>
                <a:gd name="connsiteY3" fmla="*/ 2 h 14099"/>
                <a:gd name="connsiteX4" fmla="*/ 14097 w 14096"/>
                <a:gd name="connsiteY4" fmla="*/ 7051 h 14099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14096" h="14099">
                  <a:moveTo>
                    <a:pt x="14097" y="7051"/>
                  </a:moveTo>
                  <a:cubicBezTo>
                    <a:pt x="14097" y="10956"/>
                    <a:pt x="10954" y="14099"/>
                    <a:pt x="7048" y="14099"/>
                  </a:cubicBezTo>
                  <a:cubicBezTo>
                    <a:pt x="3143" y="14099"/>
                    <a:pt x="0" y="10956"/>
                    <a:pt x="0" y="7051"/>
                  </a:cubicBezTo>
                  <a:cubicBezTo>
                    <a:pt x="0" y="3145"/>
                    <a:pt x="3143" y="2"/>
                    <a:pt x="7048" y="2"/>
                  </a:cubicBezTo>
                  <a:cubicBezTo>
                    <a:pt x="10858" y="-93"/>
                    <a:pt x="14097" y="3145"/>
                    <a:pt x="14097" y="7051"/>
                  </a:cubicBezTo>
                  <a:close/>
                </a:path>
              </a:pathLst>
            </a:custGeom>
            <a:grpFill/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189" name="Freeform: Shape 188">
              <a:extLst>
                <a:ext uri="{FF2B5EF4-FFF2-40B4-BE49-F238E27FC236}">
                  <a16:creationId xmlns:a16="http://schemas.microsoft.com/office/drawing/2014/main" id="{D6C050C5-1951-434B-A7FE-D271E73F82A8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6444424" y="3777424"/>
              <a:ext cx="14096" cy="14096"/>
            </a:xfrm>
            <a:custGeom>
              <a:avLst/>
              <a:gdLst>
                <a:gd name="connsiteX0" fmla="*/ 14097 w 14096"/>
                <a:gd name="connsiteY0" fmla="*/ 7048 h 14096"/>
                <a:gd name="connsiteX1" fmla="*/ 7048 w 14096"/>
                <a:gd name="connsiteY1" fmla="*/ 14097 h 14096"/>
                <a:gd name="connsiteX2" fmla="*/ 0 w 14096"/>
                <a:gd name="connsiteY2" fmla="*/ 7048 h 14096"/>
                <a:gd name="connsiteX3" fmla="*/ 7048 w 14096"/>
                <a:gd name="connsiteY3" fmla="*/ 0 h 14096"/>
                <a:gd name="connsiteX4" fmla="*/ 14097 w 14096"/>
                <a:gd name="connsiteY4" fmla="*/ 7048 h 1409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14096" h="14096">
                  <a:moveTo>
                    <a:pt x="14097" y="7048"/>
                  </a:moveTo>
                  <a:cubicBezTo>
                    <a:pt x="14097" y="10941"/>
                    <a:pt x="10941" y="14097"/>
                    <a:pt x="7048" y="14097"/>
                  </a:cubicBezTo>
                  <a:cubicBezTo>
                    <a:pt x="3156" y="14097"/>
                    <a:pt x="0" y="10941"/>
                    <a:pt x="0" y="7048"/>
                  </a:cubicBezTo>
                  <a:cubicBezTo>
                    <a:pt x="0" y="3156"/>
                    <a:pt x="3156" y="0"/>
                    <a:pt x="7048" y="0"/>
                  </a:cubicBezTo>
                  <a:cubicBezTo>
                    <a:pt x="10941" y="0"/>
                    <a:pt x="14097" y="3156"/>
                    <a:pt x="14097" y="7048"/>
                  </a:cubicBezTo>
                  <a:close/>
                </a:path>
              </a:pathLst>
            </a:custGeom>
            <a:grpFill/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</p:grpSp>
      <p:grpSp>
        <p:nvGrpSpPr>
          <p:cNvPr id="191" name="Graphic 4">
            <a:extLst>
              <a:ext uri="{FF2B5EF4-FFF2-40B4-BE49-F238E27FC236}">
                <a16:creationId xmlns:a16="http://schemas.microsoft.com/office/drawing/2014/main" id="{773717CC-ECEE-4ABF-BA61-C59F46801775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GrpSpPr>
            <a:grpSpLocks noGrp="1" noUngrp="1" noRot="1" noChangeAspect="1" noMove="1" noResize="1"/>
          </p:cNvGrp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GrpSpPr>
        <p:grpSpPr>
          <a:xfrm>
            <a:off x="4680915" y="4748271"/>
            <a:ext cx="1330536" cy="1330521"/>
            <a:chOff x="5734037" y="3067039"/>
            <a:chExt cx="724483" cy="724489"/>
          </a:xfrm>
          <a:solidFill>
            <a:schemeClr val="bg1">
              <a:alpha val="60000"/>
            </a:schemeClr>
          </a:solidFill>
        </p:grpSpPr>
        <p:sp>
          <p:nvSpPr>
            <p:cNvPr id="192" name="Freeform: Shape 191">
              <a:extLst>
                <a:ext uri="{FF2B5EF4-FFF2-40B4-BE49-F238E27FC236}">
                  <a16:creationId xmlns:a16="http://schemas.microsoft.com/office/drawing/2014/main" id="{9A4FAE41-62DF-4B8E-BD66-8EC206E0E341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5734038" y="3067039"/>
              <a:ext cx="14192" cy="14097"/>
            </a:xfrm>
            <a:custGeom>
              <a:avLst/>
              <a:gdLst>
                <a:gd name="connsiteX0" fmla="*/ 14192 w 14192"/>
                <a:gd name="connsiteY0" fmla="*/ 7049 h 14097"/>
                <a:gd name="connsiteX1" fmla="*/ 7144 w 14192"/>
                <a:gd name="connsiteY1" fmla="*/ 14097 h 14097"/>
                <a:gd name="connsiteX2" fmla="*/ 0 w 14192"/>
                <a:gd name="connsiteY2" fmla="*/ 7049 h 14097"/>
                <a:gd name="connsiteX3" fmla="*/ 7049 w 14192"/>
                <a:gd name="connsiteY3" fmla="*/ 0 h 14097"/>
                <a:gd name="connsiteX4" fmla="*/ 14192 w 14192"/>
                <a:gd name="connsiteY4" fmla="*/ 7049 h 14097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14192" h="14097">
                  <a:moveTo>
                    <a:pt x="14192" y="7049"/>
                  </a:moveTo>
                  <a:cubicBezTo>
                    <a:pt x="14192" y="10954"/>
                    <a:pt x="11049" y="14097"/>
                    <a:pt x="7144" y="14097"/>
                  </a:cubicBezTo>
                  <a:cubicBezTo>
                    <a:pt x="3239" y="14097"/>
                    <a:pt x="0" y="10954"/>
                    <a:pt x="0" y="7049"/>
                  </a:cubicBezTo>
                  <a:cubicBezTo>
                    <a:pt x="0" y="3143"/>
                    <a:pt x="3143" y="0"/>
                    <a:pt x="7049" y="0"/>
                  </a:cubicBezTo>
                  <a:cubicBezTo>
                    <a:pt x="10954" y="0"/>
                    <a:pt x="14192" y="3143"/>
                    <a:pt x="14192" y="7049"/>
                  </a:cubicBezTo>
                  <a:close/>
                </a:path>
              </a:pathLst>
            </a:custGeom>
            <a:grpFill/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193" name="Freeform: Shape 192">
              <a:extLst>
                <a:ext uri="{FF2B5EF4-FFF2-40B4-BE49-F238E27FC236}">
                  <a16:creationId xmlns:a16="http://schemas.microsoft.com/office/drawing/2014/main" id="{564C7F1F-5546-40DC-A16B-C9A3E4577710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5793283" y="3067039"/>
              <a:ext cx="14097" cy="14097"/>
            </a:xfrm>
            <a:custGeom>
              <a:avLst/>
              <a:gdLst>
                <a:gd name="connsiteX0" fmla="*/ 14097 w 14097"/>
                <a:gd name="connsiteY0" fmla="*/ 7049 h 14097"/>
                <a:gd name="connsiteX1" fmla="*/ 7049 w 14097"/>
                <a:gd name="connsiteY1" fmla="*/ 14097 h 14097"/>
                <a:gd name="connsiteX2" fmla="*/ 0 w 14097"/>
                <a:gd name="connsiteY2" fmla="*/ 7049 h 14097"/>
                <a:gd name="connsiteX3" fmla="*/ 7049 w 14097"/>
                <a:gd name="connsiteY3" fmla="*/ 0 h 14097"/>
                <a:gd name="connsiteX4" fmla="*/ 14097 w 14097"/>
                <a:gd name="connsiteY4" fmla="*/ 7049 h 14097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14097" h="14097">
                  <a:moveTo>
                    <a:pt x="14097" y="7049"/>
                  </a:moveTo>
                  <a:cubicBezTo>
                    <a:pt x="14097" y="10941"/>
                    <a:pt x="10941" y="14097"/>
                    <a:pt x="7049" y="14097"/>
                  </a:cubicBezTo>
                  <a:cubicBezTo>
                    <a:pt x="3156" y="14097"/>
                    <a:pt x="0" y="10941"/>
                    <a:pt x="0" y="7049"/>
                  </a:cubicBezTo>
                  <a:cubicBezTo>
                    <a:pt x="0" y="3156"/>
                    <a:pt x="3156" y="0"/>
                    <a:pt x="7049" y="0"/>
                  </a:cubicBezTo>
                  <a:cubicBezTo>
                    <a:pt x="10941" y="0"/>
                    <a:pt x="14097" y="3156"/>
                    <a:pt x="14097" y="7049"/>
                  </a:cubicBezTo>
                  <a:close/>
                </a:path>
              </a:pathLst>
            </a:custGeom>
            <a:grpFill/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194" name="Freeform: Shape 193">
              <a:extLst>
                <a:ext uri="{FF2B5EF4-FFF2-40B4-BE49-F238E27FC236}">
                  <a16:creationId xmlns:a16="http://schemas.microsoft.com/office/drawing/2014/main" id="{45583216-FC24-4B75-9703-DBEC401FF893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5852433" y="3067039"/>
              <a:ext cx="14096" cy="14097"/>
            </a:xfrm>
            <a:custGeom>
              <a:avLst/>
              <a:gdLst>
                <a:gd name="connsiteX0" fmla="*/ 14097 w 14096"/>
                <a:gd name="connsiteY0" fmla="*/ 7049 h 14097"/>
                <a:gd name="connsiteX1" fmla="*/ 7048 w 14096"/>
                <a:gd name="connsiteY1" fmla="*/ 14097 h 14097"/>
                <a:gd name="connsiteX2" fmla="*/ 0 w 14096"/>
                <a:gd name="connsiteY2" fmla="*/ 7049 h 14097"/>
                <a:gd name="connsiteX3" fmla="*/ 7048 w 14096"/>
                <a:gd name="connsiteY3" fmla="*/ 0 h 14097"/>
                <a:gd name="connsiteX4" fmla="*/ 14097 w 14096"/>
                <a:gd name="connsiteY4" fmla="*/ 7049 h 14097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14096" h="14097">
                  <a:moveTo>
                    <a:pt x="14097" y="7049"/>
                  </a:moveTo>
                  <a:cubicBezTo>
                    <a:pt x="14097" y="10954"/>
                    <a:pt x="10954" y="14097"/>
                    <a:pt x="7048" y="14097"/>
                  </a:cubicBezTo>
                  <a:cubicBezTo>
                    <a:pt x="3143" y="14097"/>
                    <a:pt x="0" y="10954"/>
                    <a:pt x="0" y="7049"/>
                  </a:cubicBezTo>
                  <a:cubicBezTo>
                    <a:pt x="0" y="3143"/>
                    <a:pt x="3143" y="0"/>
                    <a:pt x="7048" y="0"/>
                  </a:cubicBezTo>
                  <a:cubicBezTo>
                    <a:pt x="10954" y="0"/>
                    <a:pt x="14097" y="3143"/>
                    <a:pt x="14097" y="7049"/>
                  </a:cubicBezTo>
                  <a:close/>
                </a:path>
              </a:pathLst>
            </a:custGeom>
            <a:grpFill/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195" name="Freeform: Shape 194">
              <a:extLst>
                <a:ext uri="{FF2B5EF4-FFF2-40B4-BE49-F238E27FC236}">
                  <a16:creationId xmlns:a16="http://schemas.microsoft.com/office/drawing/2014/main" id="{2FD0A70D-2E7E-4048-8145-0F45EDBBCE01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5911678" y="3067039"/>
              <a:ext cx="14096" cy="14097"/>
            </a:xfrm>
            <a:custGeom>
              <a:avLst/>
              <a:gdLst>
                <a:gd name="connsiteX0" fmla="*/ 14097 w 14096"/>
                <a:gd name="connsiteY0" fmla="*/ 7049 h 14097"/>
                <a:gd name="connsiteX1" fmla="*/ 7048 w 14096"/>
                <a:gd name="connsiteY1" fmla="*/ 14097 h 14097"/>
                <a:gd name="connsiteX2" fmla="*/ 0 w 14096"/>
                <a:gd name="connsiteY2" fmla="*/ 7049 h 14097"/>
                <a:gd name="connsiteX3" fmla="*/ 7048 w 14096"/>
                <a:gd name="connsiteY3" fmla="*/ 0 h 14097"/>
                <a:gd name="connsiteX4" fmla="*/ 14097 w 14096"/>
                <a:gd name="connsiteY4" fmla="*/ 7049 h 14097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14096" h="14097">
                  <a:moveTo>
                    <a:pt x="14097" y="7049"/>
                  </a:moveTo>
                  <a:cubicBezTo>
                    <a:pt x="14097" y="10954"/>
                    <a:pt x="10954" y="14097"/>
                    <a:pt x="7048" y="14097"/>
                  </a:cubicBezTo>
                  <a:cubicBezTo>
                    <a:pt x="3143" y="14097"/>
                    <a:pt x="0" y="10954"/>
                    <a:pt x="0" y="7049"/>
                  </a:cubicBezTo>
                  <a:cubicBezTo>
                    <a:pt x="0" y="3143"/>
                    <a:pt x="3143" y="0"/>
                    <a:pt x="7048" y="0"/>
                  </a:cubicBezTo>
                  <a:cubicBezTo>
                    <a:pt x="10954" y="0"/>
                    <a:pt x="14097" y="3143"/>
                    <a:pt x="14097" y="7049"/>
                  </a:cubicBezTo>
                  <a:close/>
                </a:path>
              </a:pathLst>
            </a:custGeom>
            <a:grpFill/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196" name="Freeform: Shape 195">
              <a:extLst>
                <a:ext uri="{FF2B5EF4-FFF2-40B4-BE49-F238E27FC236}">
                  <a16:creationId xmlns:a16="http://schemas.microsoft.com/office/drawing/2014/main" id="{B703C78E-D176-4455-B7B5-2DB4F418DB92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5970828" y="3067039"/>
              <a:ext cx="14096" cy="14097"/>
            </a:xfrm>
            <a:custGeom>
              <a:avLst/>
              <a:gdLst>
                <a:gd name="connsiteX0" fmla="*/ 14097 w 14096"/>
                <a:gd name="connsiteY0" fmla="*/ 7049 h 14097"/>
                <a:gd name="connsiteX1" fmla="*/ 7048 w 14096"/>
                <a:gd name="connsiteY1" fmla="*/ 14097 h 14097"/>
                <a:gd name="connsiteX2" fmla="*/ 0 w 14096"/>
                <a:gd name="connsiteY2" fmla="*/ 7049 h 14097"/>
                <a:gd name="connsiteX3" fmla="*/ 7048 w 14096"/>
                <a:gd name="connsiteY3" fmla="*/ 0 h 14097"/>
                <a:gd name="connsiteX4" fmla="*/ 14097 w 14096"/>
                <a:gd name="connsiteY4" fmla="*/ 7049 h 14097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14096" h="14097">
                  <a:moveTo>
                    <a:pt x="14097" y="7049"/>
                  </a:moveTo>
                  <a:cubicBezTo>
                    <a:pt x="14097" y="10954"/>
                    <a:pt x="10954" y="14097"/>
                    <a:pt x="7048" y="14097"/>
                  </a:cubicBezTo>
                  <a:cubicBezTo>
                    <a:pt x="3143" y="14097"/>
                    <a:pt x="0" y="10954"/>
                    <a:pt x="0" y="7049"/>
                  </a:cubicBezTo>
                  <a:cubicBezTo>
                    <a:pt x="0" y="3143"/>
                    <a:pt x="3143" y="0"/>
                    <a:pt x="7048" y="0"/>
                  </a:cubicBezTo>
                  <a:cubicBezTo>
                    <a:pt x="10954" y="0"/>
                    <a:pt x="14097" y="3143"/>
                    <a:pt x="14097" y="7049"/>
                  </a:cubicBezTo>
                  <a:close/>
                </a:path>
              </a:pathLst>
            </a:custGeom>
            <a:grpFill/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197" name="Freeform: Shape 196">
              <a:extLst>
                <a:ext uri="{FF2B5EF4-FFF2-40B4-BE49-F238E27FC236}">
                  <a16:creationId xmlns:a16="http://schemas.microsoft.com/office/drawing/2014/main" id="{AD23B98E-D1FB-4BD9-BA4A-060BC8266E27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6030074" y="3067039"/>
              <a:ext cx="14097" cy="14097"/>
            </a:xfrm>
            <a:custGeom>
              <a:avLst/>
              <a:gdLst>
                <a:gd name="connsiteX0" fmla="*/ 14097 w 14097"/>
                <a:gd name="connsiteY0" fmla="*/ 7049 h 14097"/>
                <a:gd name="connsiteX1" fmla="*/ 7049 w 14097"/>
                <a:gd name="connsiteY1" fmla="*/ 14097 h 14097"/>
                <a:gd name="connsiteX2" fmla="*/ 0 w 14097"/>
                <a:gd name="connsiteY2" fmla="*/ 7049 h 14097"/>
                <a:gd name="connsiteX3" fmla="*/ 7049 w 14097"/>
                <a:gd name="connsiteY3" fmla="*/ 0 h 14097"/>
                <a:gd name="connsiteX4" fmla="*/ 14097 w 14097"/>
                <a:gd name="connsiteY4" fmla="*/ 7049 h 14097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14097" h="14097">
                  <a:moveTo>
                    <a:pt x="14097" y="7049"/>
                  </a:moveTo>
                  <a:cubicBezTo>
                    <a:pt x="14097" y="10941"/>
                    <a:pt x="10941" y="14097"/>
                    <a:pt x="7049" y="14097"/>
                  </a:cubicBezTo>
                  <a:cubicBezTo>
                    <a:pt x="3156" y="14097"/>
                    <a:pt x="0" y="10941"/>
                    <a:pt x="0" y="7049"/>
                  </a:cubicBezTo>
                  <a:cubicBezTo>
                    <a:pt x="0" y="3156"/>
                    <a:pt x="3156" y="0"/>
                    <a:pt x="7049" y="0"/>
                  </a:cubicBezTo>
                  <a:cubicBezTo>
                    <a:pt x="10941" y="0"/>
                    <a:pt x="14097" y="3156"/>
                    <a:pt x="14097" y="7049"/>
                  </a:cubicBezTo>
                  <a:close/>
                </a:path>
              </a:pathLst>
            </a:custGeom>
            <a:grpFill/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198" name="Freeform: Shape 197">
              <a:extLst>
                <a:ext uri="{FF2B5EF4-FFF2-40B4-BE49-F238E27FC236}">
                  <a16:creationId xmlns:a16="http://schemas.microsoft.com/office/drawing/2014/main" id="{C1541992-EEDB-4D6B-BDA9-B66E58A17031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6089224" y="3067039"/>
              <a:ext cx="14096" cy="14097"/>
            </a:xfrm>
            <a:custGeom>
              <a:avLst/>
              <a:gdLst>
                <a:gd name="connsiteX0" fmla="*/ 14097 w 14096"/>
                <a:gd name="connsiteY0" fmla="*/ 7049 h 14097"/>
                <a:gd name="connsiteX1" fmla="*/ 7048 w 14096"/>
                <a:gd name="connsiteY1" fmla="*/ 14097 h 14097"/>
                <a:gd name="connsiteX2" fmla="*/ 0 w 14096"/>
                <a:gd name="connsiteY2" fmla="*/ 7049 h 14097"/>
                <a:gd name="connsiteX3" fmla="*/ 7048 w 14096"/>
                <a:gd name="connsiteY3" fmla="*/ 0 h 14097"/>
                <a:gd name="connsiteX4" fmla="*/ 14097 w 14096"/>
                <a:gd name="connsiteY4" fmla="*/ 7049 h 14097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14096" h="14097">
                  <a:moveTo>
                    <a:pt x="14097" y="7049"/>
                  </a:moveTo>
                  <a:cubicBezTo>
                    <a:pt x="14097" y="10954"/>
                    <a:pt x="10954" y="14097"/>
                    <a:pt x="7048" y="14097"/>
                  </a:cubicBezTo>
                  <a:cubicBezTo>
                    <a:pt x="3143" y="14097"/>
                    <a:pt x="0" y="10954"/>
                    <a:pt x="0" y="7049"/>
                  </a:cubicBezTo>
                  <a:cubicBezTo>
                    <a:pt x="0" y="3143"/>
                    <a:pt x="3143" y="0"/>
                    <a:pt x="7048" y="0"/>
                  </a:cubicBezTo>
                  <a:cubicBezTo>
                    <a:pt x="10954" y="0"/>
                    <a:pt x="14097" y="3143"/>
                    <a:pt x="14097" y="7049"/>
                  </a:cubicBezTo>
                  <a:close/>
                </a:path>
              </a:pathLst>
            </a:custGeom>
            <a:grpFill/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199" name="Freeform: Shape 198">
              <a:extLst>
                <a:ext uri="{FF2B5EF4-FFF2-40B4-BE49-F238E27FC236}">
                  <a16:creationId xmlns:a16="http://schemas.microsoft.com/office/drawing/2014/main" id="{08072B3B-B852-4186-ACFE-F614251324DF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5734038" y="3126284"/>
              <a:ext cx="14192" cy="14097"/>
            </a:xfrm>
            <a:custGeom>
              <a:avLst/>
              <a:gdLst>
                <a:gd name="connsiteX0" fmla="*/ 14192 w 14192"/>
                <a:gd name="connsiteY0" fmla="*/ 7049 h 14097"/>
                <a:gd name="connsiteX1" fmla="*/ 7144 w 14192"/>
                <a:gd name="connsiteY1" fmla="*/ 14097 h 14097"/>
                <a:gd name="connsiteX2" fmla="*/ 0 w 14192"/>
                <a:gd name="connsiteY2" fmla="*/ 7049 h 14097"/>
                <a:gd name="connsiteX3" fmla="*/ 7049 w 14192"/>
                <a:gd name="connsiteY3" fmla="*/ 0 h 14097"/>
                <a:gd name="connsiteX4" fmla="*/ 14192 w 14192"/>
                <a:gd name="connsiteY4" fmla="*/ 7049 h 14097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14192" h="14097">
                  <a:moveTo>
                    <a:pt x="14192" y="7049"/>
                  </a:moveTo>
                  <a:cubicBezTo>
                    <a:pt x="14192" y="10954"/>
                    <a:pt x="11049" y="14097"/>
                    <a:pt x="7144" y="14097"/>
                  </a:cubicBezTo>
                  <a:cubicBezTo>
                    <a:pt x="3239" y="14097"/>
                    <a:pt x="0" y="10954"/>
                    <a:pt x="0" y="7049"/>
                  </a:cubicBezTo>
                  <a:cubicBezTo>
                    <a:pt x="0" y="3143"/>
                    <a:pt x="3143" y="0"/>
                    <a:pt x="7049" y="0"/>
                  </a:cubicBezTo>
                  <a:cubicBezTo>
                    <a:pt x="10954" y="0"/>
                    <a:pt x="14192" y="3143"/>
                    <a:pt x="14192" y="7049"/>
                  </a:cubicBezTo>
                  <a:close/>
                </a:path>
              </a:pathLst>
            </a:custGeom>
            <a:grpFill/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200" name="Freeform: Shape 199">
              <a:extLst>
                <a:ext uri="{FF2B5EF4-FFF2-40B4-BE49-F238E27FC236}">
                  <a16:creationId xmlns:a16="http://schemas.microsoft.com/office/drawing/2014/main" id="{7B5DD2CA-BCBA-4F3E-B472-840067686AC7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5793283" y="3126282"/>
              <a:ext cx="14097" cy="14099"/>
            </a:xfrm>
            <a:custGeom>
              <a:avLst/>
              <a:gdLst>
                <a:gd name="connsiteX0" fmla="*/ 14097 w 14097"/>
                <a:gd name="connsiteY0" fmla="*/ 7051 h 14099"/>
                <a:gd name="connsiteX1" fmla="*/ 7049 w 14097"/>
                <a:gd name="connsiteY1" fmla="*/ 14099 h 14099"/>
                <a:gd name="connsiteX2" fmla="*/ 0 w 14097"/>
                <a:gd name="connsiteY2" fmla="*/ 7051 h 14099"/>
                <a:gd name="connsiteX3" fmla="*/ 7049 w 14097"/>
                <a:gd name="connsiteY3" fmla="*/ 2 h 14099"/>
                <a:gd name="connsiteX4" fmla="*/ 14097 w 14097"/>
                <a:gd name="connsiteY4" fmla="*/ 7051 h 14099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14097" h="14099">
                  <a:moveTo>
                    <a:pt x="14097" y="7051"/>
                  </a:moveTo>
                  <a:cubicBezTo>
                    <a:pt x="14097" y="10956"/>
                    <a:pt x="10954" y="14099"/>
                    <a:pt x="7049" y="14099"/>
                  </a:cubicBezTo>
                  <a:cubicBezTo>
                    <a:pt x="3143" y="14099"/>
                    <a:pt x="0" y="10956"/>
                    <a:pt x="0" y="7051"/>
                  </a:cubicBezTo>
                  <a:cubicBezTo>
                    <a:pt x="0" y="3145"/>
                    <a:pt x="3143" y="2"/>
                    <a:pt x="7049" y="2"/>
                  </a:cubicBezTo>
                  <a:cubicBezTo>
                    <a:pt x="10954" y="-93"/>
                    <a:pt x="14097" y="3145"/>
                    <a:pt x="14097" y="7051"/>
                  </a:cubicBezTo>
                  <a:close/>
                </a:path>
              </a:pathLst>
            </a:custGeom>
            <a:grpFill/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201" name="Freeform: Shape 200">
              <a:extLst>
                <a:ext uri="{FF2B5EF4-FFF2-40B4-BE49-F238E27FC236}">
                  <a16:creationId xmlns:a16="http://schemas.microsoft.com/office/drawing/2014/main" id="{C7335DFE-05E4-4D45-B035-1D85E7648EF8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5852433" y="3126282"/>
              <a:ext cx="14096" cy="14099"/>
            </a:xfrm>
            <a:custGeom>
              <a:avLst/>
              <a:gdLst>
                <a:gd name="connsiteX0" fmla="*/ 14097 w 14096"/>
                <a:gd name="connsiteY0" fmla="*/ 7051 h 14099"/>
                <a:gd name="connsiteX1" fmla="*/ 7048 w 14096"/>
                <a:gd name="connsiteY1" fmla="*/ 14099 h 14099"/>
                <a:gd name="connsiteX2" fmla="*/ 0 w 14096"/>
                <a:gd name="connsiteY2" fmla="*/ 7051 h 14099"/>
                <a:gd name="connsiteX3" fmla="*/ 7048 w 14096"/>
                <a:gd name="connsiteY3" fmla="*/ 2 h 14099"/>
                <a:gd name="connsiteX4" fmla="*/ 14097 w 14096"/>
                <a:gd name="connsiteY4" fmla="*/ 7051 h 14099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14096" h="14099">
                  <a:moveTo>
                    <a:pt x="14097" y="7051"/>
                  </a:moveTo>
                  <a:cubicBezTo>
                    <a:pt x="14097" y="10956"/>
                    <a:pt x="10954" y="14099"/>
                    <a:pt x="7048" y="14099"/>
                  </a:cubicBezTo>
                  <a:cubicBezTo>
                    <a:pt x="3143" y="14099"/>
                    <a:pt x="0" y="10956"/>
                    <a:pt x="0" y="7051"/>
                  </a:cubicBezTo>
                  <a:cubicBezTo>
                    <a:pt x="0" y="3145"/>
                    <a:pt x="3143" y="2"/>
                    <a:pt x="7048" y="2"/>
                  </a:cubicBezTo>
                  <a:cubicBezTo>
                    <a:pt x="10954" y="-93"/>
                    <a:pt x="14097" y="3145"/>
                    <a:pt x="14097" y="7051"/>
                  </a:cubicBezTo>
                  <a:close/>
                </a:path>
              </a:pathLst>
            </a:custGeom>
            <a:grpFill/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202" name="Freeform: Shape 201">
              <a:extLst>
                <a:ext uri="{FF2B5EF4-FFF2-40B4-BE49-F238E27FC236}">
                  <a16:creationId xmlns:a16="http://schemas.microsoft.com/office/drawing/2014/main" id="{ADCF9375-A092-491A-960D-A4DBB376C36C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5911678" y="3126282"/>
              <a:ext cx="14096" cy="14099"/>
            </a:xfrm>
            <a:custGeom>
              <a:avLst/>
              <a:gdLst>
                <a:gd name="connsiteX0" fmla="*/ 14097 w 14096"/>
                <a:gd name="connsiteY0" fmla="*/ 7051 h 14099"/>
                <a:gd name="connsiteX1" fmla="*/ 7048 w 14096"/>
                <a:gd name="connsiteY1" fmla="*/ 14099 h 14099"/>
                <a:gd name="connsiteX2" fmla="*/ 0 w 14096"/>
                <a:gd name="connsiteY2" fmla="*/ 7051 h 14099"/>
                <a:gd name="connsiteX3" fmla="*/ 7048 w 14096"/>
                <a:gd name="connsiteY3" fmla="*/ 2 h 14099"/>
                <a:gd name="connsiteX4" fmla="*/ 14097 w 14096"/>
                <a:gd name="connsiteY4" fmla="*/ 7051 h 14099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14096" h="14099">
                  <a:moveTo>
                    <a:pt x="14097" y="7051"/>
                  </a:moveTo>
                  <a:cubicBezTo>
                    <a:pt x="14097" y="10956"/>
                    <a:pt x="10954" y="14099"/>
                    <a:pt x="7048" y="14099"/>
                  </a:cubicBezTo>
                  <a:cubicBezTo>
                    <a:pt x="3143" y="14099"/>
                    <a:pt x="0" y="10956"/>
                    <a:pt x="0" y="7051"/>
                  </a:cubicBezTo>
                  <a:cubicBezTo>
                    <a:pt x="0" y="3145"/>
                    <a:pt x="3143" y="2"/>
                    <a:pt x="7048" y="2"/>
                  </a:cubicBezTo>
                  <a:cubicBezTo>
                    <a:pt x="10954" y="-93"/>
                    <a:pt x="14097" y="3145"/>
                    <a:pt x="14097" y="7051"/>
                  </a:cubicBezTo>
                  <a:close/>
                </a:path>
              </a:pathLst>
            </a:custGeom>
            <a:grpFill/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203" name="Freeform: Shape 202">
              <a:extLst>
                <a:ext uri="{FF2B5EF4-FFF2-40B4-BE49-F238E27FC236}">
                  <a16:creationId xmlns:a16="http://schemas.microsoft.com/office/drawing/2014/main" id="{95341599-7E99-490F-9AF8-07EAE5C8DB5F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5970828" y="3126282"/>
              <a:ext cx="14096" cy="14099"/>
            </a:xfrm>
            <a:custGeom>
              <a:avLst/>
              <a:gdLst>
                <a:gd name="connsiteX0" fmla="*/ 14097 w 14096"/>
                <a:gd name="connsiteY0" fmla="*/ 7051 h 14099"/>
                <a:gd name="connsiteX1" fmla="*/ 7048 w 14096"/>
                <a:gd name="connsiteY1" fmla="*/ 14099 h 14099"/>
                <a:gd name="connsiteX2" fmla="*/ 0 w 14096"/>
                <a:gd name="connsiteY2" fmla="*/ 7051 h 14099"/>
                <a:gd name="connsiteX3" fmla="*/ 7048 w 14096"/>
                <a:gd name="connsiteY3" fmla="*/ 2 h 14099"/>
                <a:gd name="connsiteX4" fmla="*/ 14097 w 14096"/>
                <a:gd name="connsiteY4" fmla="*/ 7051 h 14099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14096" h="14099">
                  <a:moveTo>
                    <a:pt x="14097" y="7051"/>
                  </a:moveTo>
                  <a:cubicBezTo>
                    <a:pt x="14097" y="10956"/>
                    <a:pt x="10954" y="14099"/>
                    <a:pt x="7048" y="14099"/>
                  </a:cubicBezTo>
                  <a:cubicBezTo>
                    <a:pt x="3143" y="14099"/>
                    <a:pt x="0" y="10956"/>
                    <a:pt x="0" y="7051"/>
                  </a:cubicBezTo>
                  <a:cubicBezTo>
                    <a:pt x="0" y="3145"/>
                    <a:pt x="3143" y="2"/>
                    <a:pt x="7048" y="2"/>
                  </a:cubicBezTo>
                  <a:cubicBezTo>
                    <a:pt x="10954" y="-93"/>
                    <a:pt x="14097" y="3145"/>
                    <a:pt x="14097" y="7051"/>
                  </a:cubicBezTo>
                  <a:close/>
                </a:path>
              </a:pathLst>
            </a:custGeom>
            <a:grpFill/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204" name="Freeform: Shape 203">
              <a:extLst>
                <a:ext uri="{FF2B5EF4-FFF2-40B4-BE49-F238E27FC236}">
                  <a16:creationId xmlns:a16="http://schemas.microsoft.com/office/drawing/2014/main" id="{E1C55EB0-818A-46E6-8D53-550310029072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6030073" y="3126284"/>
              <a:ext cx="14097" cy="14097"/>
            </a:xfrm>
            <a:custGeom>
              <a:avLst/>
              <a:gdLst>
                <a:gd name="connsiteX0" fmla="*/ 14097 w 14097"/>
                <a:gd name="connsiteY0" fmla="*/ 7049 h 14097"/>
                <a:gd name="connsiteX1" fmla="*/ 7048 w 14097"/>
                <a:gd name="connsiteY1" fmla="*/ 14097 h 14097"/>
                <a:gd name="connsiteX2" fmla="*/ 0 w 14097"/>
                <a:gd name="connsiteY2" fmla="*/ 7049 h 14097"/>
                <a:gd name="connsiteX3" fmla="*/ 7048 w 14097"/>
                <a:gd name="connsiteY3" fmla="*/ 0 h 14097"/>
                <a:gd name="connsiteX4" fmla="*/ 14097 w 14097"/>
                <a:gd name="connsiteY4" fmla="*/ 7049 h 14097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14097" h="14097">
                  <a:moveTo>
                    <a:pt x="14097" y="7049"/>
                  </a:moveTo>
                  <a:cubicBezTo>
                    <a:pt x="14097" y="10954"/>
                    <a:pt x="10954" y="14097"/>
                    <a:pt x="7048" y="14097"/>
                  </a:cubicBezTo>
                  <a:cubicBezTo>
                    <a:pt x="3143" y="14097"/>
                    <a:pt x="0" y="10954"/>
                    <a:pt x="0" y="7049"/>
                  </a:cubicBezTo>
                  <a:cubicBezTo>
                    <a:pt x="0" y="3143"/>
                    <a:pt x="3143" y="0"/>
                    <a:pt x="7048" y="0"/>
                  </a:cubicBezTo>
                  <a:cubicBezTo>
                    <a:pt x="10954" y="0"/>
                    <a:pt x="14097" y="3143"/>
                    <a:pt x="14097" y="7049"/>
                  </a:cubicBezTo>
                  <a:close/>
                </a:path>
              </a:pathLst>
            </a:custGeom>
            <a:grpFill/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205" name="Freeform: Shape 204">
              <a:extLst>
                <a:ext uri="{FF2B5EF4-FFF2-40B4-BE49-F238E27FC236}">
                  <a16:creationId xmlns:a16="http://schemas.microsoft.com/office/drawing/2014/main" id="{319B036C-5BD8-4F3B-8935-96D50F410D9D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6089224" y="3126282"/>
              <a:ext cx="14096" cy="14099"/>
            </a:xfrm>
            <a:custGeom>
              <a:avLst/>
              <a:gdLst>
                <a:gd name="connsiteX0" fmla="*/ 14097 w 14096"/>
                <a:gd name="connsiteY0" fmla="*/ 7051 h 14099"/>
                <a:gd name="connsiteX1" fmla="*/ 7048 w 14096"/>
                <a:gd name="connsiteY1" fmla="*/ 14099 h 14099"/>
                <a:gd name="connsiteX2" fmla="*/ 0 w 14096"/>
                <a:gd name="connsiteY2" fmla="*/ 7051 h 14099"/>
                <a:gd name="connsiteX3" fmla="*/ 7048 w 14096"/>
                <a:gd name="connsiteY3" fmla="*/ 2 h 14099"/>
                <a:gd name="connsiteX4" fmla="*/ 14097 w 14096"/>
                <a:gd name="connsiteY4" fmla="*/ 7051 h 14099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14096" h="14099">
                  <a:moveTo>
                    <a:pt x="14097" y="7051"/>
                  </a:moveTo>
                  <a:cubicBezTo>
                    <a:pt x="14097" y="10956"/>
                    <a:pt x="10954" y="14099"/>
                    <a:pt x="7048" y="14099"/>
                  </a:cubicBezTo>
                  <a:cubicBezTo>
                    <a:pt x="3143" y="14099"/>
                    <a:pt x="0" y="10956"/>
                    <a:pt x="0" y="7051"/>
                  </a:cubicBezTo>
                  <a:cubicBezTo>
                    <a:pt x="0" y="3145"/>
                    <a:pt x="3143" y="2"/>
                    <a:pt x="7048" y="2"/>
                  </a:cubicBezTo>
                  <a:cubicBezTo>
                    <a:pt x="10954" y="-93"/>
                    <a:pt x="14097" y="3145"/>
                    <a:pt x="14097" y="7051"/>
                  </a:cubicBezTo>
                  <a:close/>
                </a:path>
              </a:pathLst>
            </a:custGeom>
            <a:grpFill/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206" name="Freeform: Shape 205">
              <a:extLst>
                <a:ext uri="{FF2B5EF4-FFF2-40B4-BE49-F238E27FC236}">
                  <a16:creationId xmlns:a16="http://schemas.microsoft.com/office/drawing/2014/main" id="{A8445880-106C-4DC8-A250-D132F0D6F347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5734038" y="3185434"/>
              <a:ext cx="14192" cy="14096"/>
            </a:xfrm>
            <a:custGeom>
              <a:avLst/>
              <a:gdLst>
                <a:gd name="connsiteX0" fmla="*/ 14192 w 14192"/>
                <a:gd name="connsiteY0" fmla="*/ 7048 h 14096"/>
                <a:gd name="connsiteX1" fmla="*/ 7144 w 14192"/>
                <a:gd name="connsiteY1" fmla="*/ 14097 h 14096"/>
                <a:gd name="connsiteX2" fmla="*/ 0 w 14192"/>
                <a:gd name="connsiteY2" fmla="*/ 7048 h 14096"/>
                <a:gd name="connsiteX3" fmla="*/ 7049 w 14192"/>
                <a:gd name="connsiteY3" fmla="*/ 0 h 14096"/>
                <a:gd name="connsiteX4" fmla="*/ 14192 w 14192"/>
                <a:gd name="connsiteY4" fmla="*/ 7048 h 1409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14192" h="14096">
                  <a:moveTo>
                    <a:pt x="14192" y="7048"/>
                  </a:moveTo>
                  <a:cubicBezTo>
                    <a:pt x="14192" y="10954"/>
                    <a:pt x="11049" y="14097"/>
                    <a:pt x="7144" y="14097"/>
                  </a:cubicBezTo>
                  <a:cubicBezTo>
                    <a:pt x="3239" y="14097"/>
                    <a:pt x="0" y="10954"/>
                    <a:pt x="0" y="7048"/>
                  </a:cubicBezTo>
                  <a:cubicBezTo>
                    <a:pt x="0" y="3143"/>
                    <a:pt x="3143" y="0"/>
                    <a:pt x="7049" y="0"/>
                  </a:cubicBezTo>
                  <a:cubicBezTo>
                    <a:pt x="10954" y="0"/>
                    <a:pt x="14192" y="3143"/>
                    <a:pt x="14192" y="7048"/>
                  </a:cubicBezTo>
                  <a:close/>
                </a:path>
              </a:pathLst>
            </a:custGeom>
            <a:grpFill/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207" name="Freeform: Shape 206">
              <a:extLst>
                <a:ext uri="{FF2B5EF4-FFF2-40B4-BE49-F238E27FC236}">
                  <a16:creationId xmlns:a16="http://schemas.microsoft.com/office/drawing/2014/main" id="{952AA1DD-5DBE-43CD-9B85-63C76269297D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5793283" y="3185434"/>
              <a:ext cx="14097" cy="14097"/>
            </a:xfrm>
            <a:custGeom>
              <a:avLst/>
              <a:gdLst>
                <a:gd name="connsiteX0" fmla="*/ 14097 w 14097"/>
                <a:gd name="connsiteY0" fmla="*/ 7049 h 14097"/>
                <a:gd name="connsiteX1" fmla="*/ 7049 w 14097"/>
                <a:gd name="connsiteY1" fmla="*/ 14097 h 14097"/>
                <a:gd name="connsiteX2" fmla="*/ 0 w 14097"/>
                <a:gd name="connsiteY2" fmla="*/ 7049 h 14097"/>
                <a:gd name="connsiteX3" fmla="*/ 7049 w 14097"/>
                <a:gd name="connsiteY3" fmla="*/ 0 h 14097"/>
                <a:gd name="connsiteX4" fmla="*/ 14097 w 14097"/>
                <a:gd name="connsiteY4" fmla="*/ 7049 h 14097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14097" h="14097">
                  <a:moveTo>
                    <a:pt x="14097" y="7049"/>
                  </a:moveTo>
                  <a:cubicBezTo>
                    <a:pt x="14097" y="10941"/>
                    <a:pt x="10941" y="14097"/>
                    <a:pt x="7049" y="14097"/>
                  </a:cubicBezTo>
                  <a:cubicBezTo>
                    <a:pt x="3156" y="14097"/>
                    <a:pt x="0" y="10941"/>
                    <a:pt x="0" y="7049"/>
                  </a:cubicBezTo>
                  <a:cubicBezTo>
                    <a:pt x="0" y="3156"/>
                    <a:pt x="3156" y="0"/>
                    <a:pt x="7049" y="0"/>
                  </a:cubicBezTo>
                  <a:cubicBezTo>
                    <a:pt x="10941" y="0"/>
                    <a:pt x="14097" y="3156"/>
                    <a:pt x="14097" y="7049"/>
                  </a:cubicBezTo>
                  <a:close/>
                </a:path>
              </a:pathLst>
            </a:custGeom>
            <a:grpFill/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208" name="Freeform: Shape 207">
              <a:extLst>
                <a:ext uri="{FF2B5EF4-FFF2-40B4-BE49-F238E27FC236}">
                  <a16:creationId xmlns:a16="http://schemas.microsoft.com/office/drawing/2014/main" id="{2A412466-ED73-4944-83CE-224B1769C23F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5852433" y="3185434"/>
              <a:ext cx="14096" cy="14096"/>
            </a:xfrm>
            <a:custGeom>
              <a:avLst/>
              <a:gdLst>
                <a:gd name="connsiteX0" fmla="*/ 14097 w 14096"/>
                <a:gd name="connsiteY0" fmla="*/ 7048 h 14096"/>
                <a:gd name="connsiteX1" fmla="*/ 7048 w 14096"/>
                <a:gd name="connsiteY1" fmla="*/ 14097 h 14096"/>
                <a:gd name="connsiteX2" fmla="*/ 0 w 14096"/>
                <a:gd name="connsiteY2" fmla="*/ 7048 h 14096"/>
                <a:gd name="connsiteX3" fmla="*/ 7048 w 14096"/>
                <a:gd name="connsiteY3" fmla="*/ 0 h 14096"/>
                <a:gd name="connsiteX4" fmla="*/ 14097 w 14096"/>
                <a:gd name="connsiteY4" fmla="*/ 7048 h 1409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14096" h="14096">
                  <a:moveTo>
                    <a:pt x="14097" y="7048"/>
                  </a:moveTo>
                  <a:cubicBezTo>
                    <a:pt x="14097" y="10954"/>
                    <a:pt x="10954" y="14097"/>
                    <a:pt x="7048" y="14097"/>
                  </a:cubicBezTo>
                  <a:cubicBezTo>
                    <a:pt x="3143" y="14097"/>
                    <a:pt x="0" y="10954"/>
                    <a:pt x="0" y="7048"/>
                  </a:cubicBezTo>
                  <a:cubicBezTo>
                    <a:pt x="0" y="3143"/>
                    <a:pt x="3143" y="0"/>
                    <a:pt x="7048" y="0"/>
                  </a:cubicBezTo>
                  <a:cubicBezTo>
                    <a:pt x="10954" y="0"/>
                    <a:pt x="14097" y="3143"/>
                    <a:pt x="14097" y="7048"/>
                  </a:cubicBezTo>
                  <a:close/>
                </a:path>
              </a:pathLst>
            </a:custGeom>
            <a:grpFill/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209" name="Freeform: Shape 208">
              <a:extLst>
                <a:ext uri="{FF2B5EF4-FFF2-40B4-BE49-F238E27FC236}">
                  <a16:creationId xmlns:a16="http://schemas.microsoft.com/office/drawing/2014/main" id="{807E195A-10DB-494C-A547-E1D0C6F61699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5911678" y="3185434"/>
              <a:ext cx="14096" cy="14096"/>
            </a:xfrm>
            <a:custGeom>
              <a:avLst/>
              <a:gdLst>
                <a:gd name="connsiteX0" fmla="*/ 14097 w 14096"/>
                <a:gd name="connsiteY0" fmla="*/ 7048 h 14096"/>
                <a:gd name="connsiteX1" fmla="*/ 7048 w 14096"/>
                <a:gd name="connsiteY1" fmla="*/ 14097 h 14096"/>
                <a:gd name="connsiteX2" fmla="*/ 0 w 14096"/>
                <a:gd name="connsiteY2" fmla="*/ 7048 h 14096"/>
                <a:gd name="connsiteX3" fmla="*/ 7048 w 14096"/>
                <a:gd name="connsiteY3" fmla="*/ 0 h 14096"/>
                <a:gd name="connsiteX4" fmla="*/ 14097 w 14096"/>
                <a:gd name="connsiteY4" fmla="*/ 7048 h 1409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14096" h="14096">
                  <a:moveTo>
                    <a:pt x="14097" y="7048"/>
                  </a:moveTo>
                  <a:cubicBezTo>
                    <a:pt x="14097" y="10954"/>
                    <a:pt x="10954" y="14097"/>
                    <a:pt x="7048" y="14097"/>
                  </a:cubicBezTo>
                  <a:cubicBezTo>
                    <a:pt x="3143" y="14097"/>
                    <a:pt x="0" y="10954"/>
                    <a:pt x="0" y="7048"/>
                  </a:cubicBezTo>
                  <a:cubicBezTo>
                    <a:pt x="0" y="3143"/>
                    <a:pt x="3143" y="0"/>
                    <a:pt x="7048" y="0"/>
                  </a:cubicBezTo>
                  <a:cubicBezTo>
                    <a:pt x="10954" y="0"/>
                    <a:pt x="14097" y="3143"/>
                    <a:pt x="14097" y="7048"/>
                  </a:cubicBezTo>
                  <a:close/>
                </a:path>
              </a:pathLst>
            </a:custGeom>
            <a:grpFill/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210" name="Freeform: Shape 209">
              <a:extLst>
                <a:ext uri="{FF2B5EF4-FFF2-40B4-BE49-F238E27FC236}">
                  <a16:creationId xmlns:a16="http://schemas.microsoft.com/office/drawing/2014/main" id="{4CD4AECE-734D-4B90-984F-B2ABFA2B6FD1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5970828" y="3185434"/>
              <a:ext cx="14096" cy="14096"/>
            </a:xfrm>
            <a:custGeom>
              <a:avLst/>
              <a:gdLst>
                <a:gd name="connsiteX0" fmla="*/ 14097 w 14096"/>
                <a:gd name="connsiteY0" fmla="*/ 7048 h 14096"/>
                <a:gd name="connsiteX1" fmla="*/ 7048 w 14096"/>
                <a:gd name="connsiteY1" fmla="*/ 14097 h 14096"/>
                <a:gd name="connsiteX2" fmla="*/ 0 w 14096"/>
                <a:gd name="connsiteY2" fmla="*/ 7048 h 14096"/>
                <a:gd name="connsiteX3" fmla="*/ 7048 w 14096"/>
                <a:gd name="connsiteY3" fmla="*/ 0 h 14096"/>
                <a:gd name="connsiteX4" fmla="*/ 14097 w 14096"/>
                <a:gd name="connsiteY4" fmla="*/ 7048 h 1409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14096" h="14096">
                  <a:moveTo>
                    <a:pt x="14097" y="7048"/>
                  </a:moveTo>
                  <a:cubicBezTo>
                    <a:pt x="14097" y="10954"/>
                    <a:pt x="10954" y="14097"/>
                    <a:pt x="7048" y="14097"/>
                  </a:cubicBezTo>
                  <a:cubicBezTo>
                    <a:pt x="3143" y="14097"/>
                    <a:pt x="0" y="10954"/>
                    <a:pt x="0" y="7048"/>
                  </a:cubicBezTo>
                  <a:cubicBezTo>
                    <a:pt x="0" y="3143"/>
                    <a:pt x="3143" y="0"/>
                    <a:pt x="7048" y="0"/>
                  </a:cubicBezTo>
                  <a:cubicBezTo>
                    <a:pt x="10954" y="0"/>
                    <a:pt x="14097" y="3143"/>
                    <a:pt x="14097" y="7048"/>
                  </a:cubicBezTo>
                  <a:close/>
                </a:path>
              </a:pathLst>
            </a:custGeom>
            <a:grpFill/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211" name="Freeform: Shape 210">
              <a:extLst>
                <a:ext uri="{FF2B5EF4-FFF2-40B4-BE49-F238E27FC236}">
                  <a16:creationId xmlns:a16="http://schemas.microsoft.com/office/drawing/2014/main" id="{2927072E-8001-4AD1-A4C4-2EDBA3BF87B6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6030074" y="3185434"/>
              <a:ext cx="14097" cy="14097"/>
            </a:xfrm>
            <a:custGeom>
              <a:avLst/>
              <a:gdLst>
                <a:gd name="connsiteX0" fmla="*/ 14097 w 14097"/>
                <a:gd name="connsiteY0" fmla="*/ 7049 h 14097"/>
                <a:gd name="connsiteX1" fmla="*/ 7049 w 14097"/>
                <a:gd name="connsiteY1" fmla="*/ 14097 h 14097"/>
                <a:gd name="connsiteX2" fmla="*/ 0 w 14097"/>
                <a:gd name="connsiteY2" fmla="*/ 7049 h 14097"/>
                <a:gd name="connsiteX3" fmla="*/ 7049 w 14097"/>
                <a:gd name="connsiteY3" fmla="*/ 0 h 14097"/>
                <a:gd name="connsiteX4" fmla="*/ 14097 w 14097"/>
                <a:gd name="connsiteY4" fmla="*/ 7049 h 14097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14097" h="14097">
                  <a:moveTo>
                    <a:pt x="14097" y="7049"/>
                  </a:moveTo>
                  <a:cubicBezTo>
                    <a:pt x="14097" y="10941"/>
                    <a:pt x="10941" y="14097"/>
                    <a:pt x="7049" y="14097"/>
                  </a:cubicBezTo>
                  <a:cubicBezTo>
                    <a:pt x="3156" y="14097"/>
                    <a:pt x="0" y="10941"/>
                    <a:pt x="0" y="7049"/>
                  </a:cubicBezTo>
                  <a:cubicBezTo>
                    <a:pt x="0" y="3156"/>
                    <a:pt x="3156" y="0"/>
                    <a:pt x="7049" y="0"/>
                  </a:cubicBezTo>
                  <a:cubicBezTo>
                    <a:pt x="10941" y="0"/>
                    <a:pt x="14097" y="3156"/>
                    <a:pt x="14097" y="7049"/>
                  </a:cubicBezTo>
                  <a:close/>
                </a:path>
              </a:pathLst>
            </a:custGeom>
            <a:grpFill/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212" name="Freeform: Shape 211">
              <a:extLst>
                <a:ext uri="{FF2B5EF4-FFF2-40B4-BE49-F238E27FC236}">
                  <a16:creationId xmlns:a16="http://schemas.microsoft.com/office/drawing/2014/main" id="{499D6F50-E593-46A3-81D8-73389276B256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6089224" y="3185434"/>
              <a:ext cx="14096" cy="14096"/>
            </a:xfrm>
            <a:custGeom>
              <a:avLst/>
              <a:gdLst>
                <a:gd name="connsiteX0" fmla="*/ 14097 w 14096"/>
                <a:gd name="connsiteY0" fmla="*/ 7048 h 14096"/>
                <a:gd name="connsiteX1" fmla="*/ 7048 w 14096"/>
                <a:gd name="connsiteY1" fmla="*/ 14097 h 14096"/>
                <a:gd name="connsiteX2" fmla="*/ 0 w 14096"/>
                <a:gd name="connsiteY2" fmla="*/ 7048 h 14096"/>
                <a:gd name="connsiteX3" fmla="*/ 7048 w 14096"/>
                <a:gd name="connsiteY3" fmla="*/ 0 h 14096"/>
                <a:gd name="connsiteX4" fmla="*/ 14097 w 14096"/>
                <a:gd name="connsiteY4" fmla="*/ 7048 h 1409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14096" h="14096">
                  <a:moveTo>
                    <a:pt x="14097" y="7048"/>
                  </a:moveTo>
                  <a:cubicBezTo>
                    <a:pt x="14097" y="10954"/>
                    <a:pt x="10954" y="14097"/>
                    <a:pt x="7048" y="14097"/>
                  </a:cubicBezTo>
                  <a:cubicBezTo>
                    <a:pt x="3143" y="14097"/>
                    <a:pt x="0" y="10954"/>
                    <a:pt x="0" y="7048"/>
                  </a:cubicBezTo>
                  <a:cubicBezTo>
                    <a:pt x="0" y="3143"/>
                    <a:pt x="3143" y="0"/>
                    <a:pt x="7048" y="0"/>
                  </a:cubicBezTo>
                  <a:cubicBezTo>
                    <a:pt x="10954" y="0"/>
                    <a:pt x="14097" y="3143"/>
                    <a:pt x="14097" y="7048"/>
                  </a:cubicBezTo>
                  <a:close/>
                </a:path>
              </a:pathLst>
            </a:custGeom>
            <a:grpFill/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213" name="Freeform: Shape 212">
              <a:extLst>
                <a:ext uri="{FF2B5EF4-FFF2-40B4-BE49-F238E27FC236}">
                  <a16:creationId xmlns:a16="http://schemas.microsoft.com/office/drawing/2014/main" id="{7A96E600-84B4-452B-AE40-295FC5807E89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5734038" y="3244679"/>
              <a:ext cx="14192" cy="14096"/>
            </a:xfrm>
            <a:custGeom>
              <a:avLst/>
              <a:gdLst>
                <a:gd name="connsiteX0" fmla="*/ 14192 w 14192"/>
                <a:gd name="connsiteY0" fmla="*/ 7048 h 14096"/>
                <a:gd name="connsiteX1" fmla="*/ 7144 w 14192"/>
                <a:gd name="connsiteY1" fmla="*/ 14097 h 14096"/>
                <a:gd name="connsiteX2" fmla="*/ 0 w 14192"/>
                <a:gd name="connsiteY2" fmla="*/ 7048 h 14096"/>
                <a:gd name="connsiteX3" fmla="*/ 7049 w 14192"/>
                <a:gd name="connsiteY3" fmla="*/ 0 h 14096"/>
                <a:gd name="connsiteX4" fmla="*/ 14192 w 14192"/>
                <a:gd name="connsiteY4" fmla="*/ 7048 h 1409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14192" h="14096">
                  <a:moveTo>
                    <a:pt x="14192" y="7048"/>
                  </a:moveTo>
                  <a:cubicBezTo>
                    <a:pt x="14192" y="10954"/>
                    <a:pt x="11049" y="14097"/>
                    <a:pt x="7144" y="14097"/>
                  </a:cubicBezTo>
                  <a:cubicBezTo>
                    <a:pt x="3239" y="14097"/>
                    <a:pt x="0" y="10954"/>
                    <a:pt x="0" y="7048"/>
                  </a:cubicBezTo>
                  <a:cubicBezTo>
                    <a:pt x="0" y="3143"/>
                    <a:pt x="3143" y="0"/>
                    <a:pt x="7049" y="0"/>
                  </a:cubicBezTo>
                  <a:cubicBezTo>
                    <a:pt x="10954" y="0"/>
                    <a:pt x="14192" y="3143"/>
                    <a:pt x="14192" y="7048"/>
                  </a:cubicBezTo>
                  <a:close/>
                </a:path>
              </a:pathLst>
            </a:custGeom>
            <a:grpFill/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214" name="Freeform: Shape 213">
              <a:extLst>
                <a:ext uri="{FF2B5EF4-FFF2-40B4-BE49-F238E27FC236}">
                  <a16:creationId xmlns:a16="http://schemas.microsoft.com/office/drawing/2014/main" id="{CBBA17AC-C1AB-4BFC-A051-457275D1D6AF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5793283" y="3244677"/>
              <a:ext cx="14097" cy="14099"/>
            </a:xfrm>
            <a:custGeom>
              <a:avLst/>
              <a:gdLst>
                <a:gd name="connsiteX0" fmla="*/ 14097 w 14097"/>
                <a:gd name="connsiteY0" fmla="*/ 7051 h 14099"/>
                <a:gd name="connsiteX1" fmla="*/ 7049 w 14097"/>
                <a:gd name="connsiteY1" fmla="*/ 14099 h 14099"/>
                <a:gd name="connsiteX2" fmla="*/ 0 w 14097"/>
                <a:gd name="connsiteY2" fmla="*/ 7051 h 14099"/>
                <a:gd name="connsiteX3" fmla="*/ 7049 w 14097"/>
                <a:gd name="connsiteY3" fmla="*/ 2 h 14099"/>
                <a:gd name="connsiteX4" fmla="*/ 14097 w 14097"/>
                <a:gd name="connsiteY4" fmla="*/ 7051 h 14099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14097" h="14099">
                  <a:moveTo>
                    <a:pt x="14097" y="7051"/>
                  </a:moveTo>
                  <a:cubicBezTo>
                    <a:pt x="14097" y="10956"/>
                    <a:pt x="10954" y="14099"/>
                    <a:pt x="7049" y="14099"/>
                  </a:cubicBezTo>
                  <a:cubicBezTo>
                    <a:pt x="3143" y="14099"/>
                    <a:pt x="0" y="10956"/>
                    <a:pt x="0" y="7051"/>
                  </a:cubicBezTo>
                  <a:cubicBezTo>
                    <a:pt x="0" y="3145"/>
                    <a:pt x="3143" y="2"/>
                    <a:pt x="7049" y="2"/>
                  </a:cubicBezTo>
                  <a:cubicBezTo>
                    <a:pt x="10954" y="-93"/>
                    <a:pt x="14097" y="3145"/>
                    <a:pt x="14097" y="7051"/>
                  </a:cubicBezTo>
                  <a:close/>
                </a:path>
              </a:pathLst>
            </a:custGeom>
            <a:grpFill/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215" name="Freeform: Shape 214">
              <a:extLst>
                <a:ext uri="{FF2B5EF4-FFF2-40B4-BE49-F238E27FC236}">
                  <a16:creationId xmlns:a16="http://schemas.microsoft.com/office/drawing/2014/main" id="{488E850C-90D5-4D0F-A57D-7809327EF3A0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5852433" y="3244677"/>
              <a:ext cx="14096" cy="14099"/>
            </a:xfrm>
            <a:custGeom>
              <a:avLst/>
              <a:gdLst>
                <a:gd name="connsiteX0" fmla="*/ 14097 w 14096"/>
                <a:gd name="connsiteY0" fmla="*/ 7051 h 14099"/>
                <a:gd name="connsiteX1" fmla="*/ 7048 w 14096"/>
                <a:gd name="connsiteY1" fmla="*/ 14099 h 14099"/>
                <a:gd name="connsiteX2" fmla="*/ 0 w 14096"/>
                <a:gd name="connsiteY2" fmla="*/ 7051 h 14099"/>
                <a:gd name="connsiteX3" fmla="*/ 7048 w 14096"/>
                <a:gd name="connsiteY3" fmla="*/ 2 h 14099"/>
                <a:gd name="connsiteX4" fmla="*/ 14097 w 14096"/>
                <a:gd name="connsiteY4" fmla="*/ 7051 h 14099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14096" h="14099">
                  <a:moveTo>
                    <a:pt x="14097" y="7051"/>
                  </a:moveTo>
                  <a:cubicBezTo>
                    <a:pt x="14097" y="10956"/>
                    <a:pt x="10954" y="14099"/>
                    <a:pt x="7048" y="14099"/>
                  </a:cubicBezTo>
                  <a:cubicBezTo>
                    <a:pt x="3143" y="14099"/>
                    <a:pt x="0" y="10956"/>
                    <a:pt x="0" y="7051"/>
                  </a:cubicBezTo>
                  <a:cubicBezTo>
                    <a:pt x="0" y="3145"/>
                    <a:pt x="3143" y="2"/>
                    <a:pt x="7048" y="2"/>
                  </a:cubicBezTo>
                  <a:cubicBezTo>
                    <a:pt x="10954" y="-93"/>
                    <a:pt x="14097" y="3145"/>
                    <a:pt x="14097" y="7051"/>
                  </a:cubicBezTo>
                  <a:close/>
                </a:path>
              </a:pathLst>
            </a:custGeom>
            <a:grpFill/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216" name="Freeform: Shape 215">
              <a:extLst>
                <a:ext uri="{FF2B5EF4-FFF2-40B4-BE49-F238E27FC236}">
                  <a16:creationId xmlns:a16="http://schemas.microsoft.com/office/drawing/2014/main" id="{9F98D808-AB13-4D8D-B4C5-9D321534626B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5911678" y="3244677"/>
              <a:ext cx="14096" cy="14099"/>
            </a:xfrm>
            <a:custGeom>
              <a:avLst/>
              <a:gdLst>
                <a:gd name="connsiteX0" fmla="*/ 14097 w 14096"/>
                <a:gd name="connsiteY0" fmla="*/ 7051 h 14099"/>
                <a:gd name="connsiteX1" fmla="*/ 7048 w 14096"/>
                <a:gd name="connsiteY1" fmla="*/ 14099 h 14099"/>
                <a:gd name="connsiteX2" fmla="*/ 0 w 14096"/>
                <a:gd name="connsiteY2" fmla="*/ 7051 h 14099"/>
                <a:gd name="connsiteX3" fmla="*/ 7048 w 14096"/>
                <a:gd name="connsiteY3" fmla="*/ 2 h 14099"/>
                <a:gd name="connsiteX4" fmla="*/ 14097 w 14096"/>
                <a:gd name="connsiteY4" fmla="*/ 7051 h 14099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14096" h="14099">
                  <a:moveTo>
                    <a:pt x="14097" y="7051"/>
                  </a:moveTo>
                  <a:cubicBezTo>
                    <a:pt x="14097" y="10956"/>
                    <a:pt x="10954" y="14099"/>
                    <a:pt x="7048" y="14099"/>
                  </a:cubicBezTo>
                  <a:cubicBezTo>
                    <a:pt x="3143" y="14099"/>
                    <a:pt x="0" y="10956"/>
                    <a:pt x="0" y="7051"/>
                  </a:cubicBezTo>
                  <a:cubicBezTo>
                    <a:pt x="0" y="3145"/>
                    <a:pt x="3143" y="2"/>
                    <a:pt x="7048" y="2"/>
                  </a:cubicBezTo>
                  <a:cubicBezTo>
                    <a:pt x="10954" y="-93"/>
                    <a:pt x="14097" y="3145"/>
                    <a:pt x="14097" y="7051"/>
                  </a:cubicBezTo>
                  <a:close/>
                </a:path>
              </a:pathLst>
            </a:custGeom>
            <a:grpFill/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217" name="Freeform: Shape 216">
              <a:extLst>
                <a:ext uri="{FF2B5EF4-FFF2-40B4-BE49-F238E27FC236}">
                  <a16:creationId xmlns:a16="http://schemas.microsoft.com/office/drawing/2014/main" id="{95AFFBC0-FF37-4117-86FA-21ABDA17AB6A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5970828" y="3244677"/>
              <a:ext cx="14096" cy="14099"/>
            </a:xfrm>
            <a:custGeom>
              <a:avLst/>
              <a:gdLst>
                <a:gd name="connsiteX0" fmla="*/ 14097 w 14096"/>
                <a:gd name="connsiteY0" fmla="*/ 7051 h 14099"/>
                <a:gd name="connsiteX1" fmla="*/ 7048 w 14096"/>
                <a:gd name="connsiteY1" fmla="*/ 14099 h 14099"/>
                <a:gd name="connsiteX2" fmla="*/ 0 w 14096"/>
                <a:gd name="connsiteY2" fmla="*/ 7051 h 14099"/>
                <a:gd name="connsiteX3" fmla="*/ 7048 w 14096"/>
                <a:gd name="connsiteY3" fmla="*/ 2 h 14099"/>
                <a:gd name="connsiteX4" fmla="*/ 14097 w 14096"/>
                <a:gd name="connsiteY4" fmla="*/ 7051 h 14099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14096" h="14099">
                  <a:moveTo>
                    <a:pt x="14097" y="7051"/>
                  </a:moveTo>
                  <a:cubicBezTo>
                    <a:pt x="14097" y="10956"/>
                    <a:pt x="10954" y="14099"/>
                    <a:pt x="7048" y="14099"/>
                  </a:cubicBezTo>
                  <a:cubicBezTo>
                    <a:pt x="3143" y="14099"/>
                    <a:pt x="0" y="10956"/>
                    <a:pt x="0" y="7051"/>
                  </a:cubicBezTo>
                  <a:cubicBezTo>
                    <a:pt x="0" y="3145"/>
                    <a:pt x="3143" y="2"/>
                    <a:pt x="7048" y="2"/>
                  </a:cubicBezTo>
                  <a:cubicBezTo>
                    <a:pt x="10954" y="-93"/>
                    <a:pt x="14097" y="3145"/>
                    <a:pt x="14097" y="7051"/>
                  </a:cubicBezTo>
                  <a:close/>
                </a:path>
              </a:pathLst>
            </a:custGeom>
            <a:grpFill/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218" name="Freeform: Shape 217">
              <a:extLst>
                <a:ext uri="{FF2B5EF4-FFF2-40B4-BE49-F238E27FC236}">
                  <a16:creationId xmlns:a16="http://schemas.microsoft.com/office/drawing/2014/main" id="{ED0AC42A-17B0-4154-968C-CAE2A04C28B0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6030073" y="3244679"/>
              <a:ext cx="14097" cy="14096"/>
            </a:xfrm>
            <a:custGeom>
              <a:avLst/>
              <a:gdLst>
                <a:gd name="connsiteX0" fmla="*/ 14097 w 14097"/>
                <a:gd name="connsiteY0" fmla="*/ 7048 h 14096"/>
                <a:gd name="connsiteX1" fmla="*/ 7048 w 14097"/>
                <a:gd name="connsiteY1" fmla="*/ 14097 h 14096"/>
                <a:gd name="connsiteX2" fmla="*/ 0 w 14097"/>
                <a:gd name="connsiteY2" fmla="*/ 7048 h 14096"/>
                <a:gd name="connsiteX3" fmla="*/ 7048 w 14097"/>
                <a:gd name="connsiteY3" fmla="*/ 0 h 14096"/>
                <a:gd name="connsiteX4" fmla="*/ 14097 w 14097"/>
                <a:gd name="connsiteY4" fmla="*/ 7048 h 1409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14097" h="14096">
                  <a:moveTo>
                    <a:pt x="14097" y="7048"/>
                  </a:moveTo>
                  <a:cubicBezTo>
                    <a:pt x="14097" y="10954"/>
                    <a:pt x="10954" y="14097"/>
                    <a:pt x="7048" y="14097"/>
                  </a:cubicBezTo>
                  <a:cubicBezTo>
                    <a:pt x="3143" y="14097"/>
                    <a:pt x="0" y="10954"/>
                    <a:pt x="0" y="7048"/>
                  </a:cubicBezTo>
                  <a:cubicBezTo>
                    <a:pt x="0" y="3143"/>
                    <a:pt x="3143" y="0"/>
                    <a:pt x="7048" y="0"/>
                  </a:cubicBezTo>
                  <a:cubicBezTo>
                    <a:pt x="10954" y="0"/>
                    <a:pt x="14097" y="3143"/>
                    <a:pt x="14097" y="7048"/>
                  </a:cubicBezTo>
                  <a:close/>
                </a:path>
              </a:pathLst>
            </a:custGeom>
            <a:grpFill/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219" name="Freeform: Shape 218">
              <a:extLst>
                <a:ext uri="{FF2B5EF4-FFF2-40B4-BE49-F238E27FC236}">
                  <a16:creationId xmlns:a16="http://schemas.microsoft.com/office/drawing/2014/main" id="{4A7A31A0-8490-4B9D-B9CC-7FF28053EB66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6089224" y="3244677"/>
              <a:ext cx="14096" cy="14099"/>
            </a:xfrm>
            <a:custGeom>
              <a:avLst/>
              <a:gdLst>
                <a:gd name="connsiteX0" fmla="*/ 14097 w 14096"/>
                <a:gd name="connsiteY0" fmla="*/ 7051 h 14099"/>
                <a:gd name="connsiteX1" fmla="*/ 7048 w 14096"/>
                <a:gd name="connsiteY1" fmla="*/ 14099 h 14099"/>
                <a:gd name="connsiteX2" fmla="*/ 0 w 14096"/>
                <a:gd name="connsiteY2" fmla="*/ 7051 h 14099"/>
                <a:gd name="connsiteX3" fmla="*/ 7048 w 14096"/>
                <a:gd name="connsiteY3" fmla="*/ 2 h 14099"/>
                <a:gd name="connsiteX4" fmla="*/ 14097 w 14096"/>
                <a:gd name="connsiteY4" fmla="*/ 7051 h 14099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14096" h="14099">
                  <a:moveTo>
                    <a:pt x="14097" y="7051"/>
                  </a:moveTo>
                  <a:cubicBezTo>
                    <a:pt x="14097" y="10956"/>
                    <a:pt x="10954" y="14099"/>
                    <a:pt x="7048" y="14099"/>
                  </a:cubicBezTo>
                  <a:cubicBezTo>
                    <a:pt x="3143" y="14099"/>
                    <a:pt x="0" y="10956"/>
                    <a:pt x="0" y="7051"/>
                  </a:cubicBezTo>
                  <a:cubicBezTo>
                    <a:pt x="0" y="3145"/>
                    <a:pt x="3143" y="2"/>
                    <a:pt x="7048" y="2"/>
                  </a:cubicBezTo>
                  <a:cubicBezTo>
                    <a:pt x="10954" y="-93"/>
                    <a:pt x="14097" y="3145"/>
                    <a:pt x="14097" y="7051"/>
                  </a:cubicBezTo>
                  <a:close/>
                </a:path>
              </a:pathLst>
            </a:custGeom>
            <a:grpFill/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220" name="Freeform: Shape 219">
              <a:extLst>
                <a:ext uri="{FF2B5EF4-FFF2-40B4-BE49-F238E27FC236}">
                  <a16:creationId xmlns:a16="http://schemas.microsoft.com/office/drawing/2014/main" id="{8188899C-6A74-43D8-B36C-F86B278C89C4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5734038" y="3303829"/>
              <a:ext cx="14192" cy="14096"/>
            </a:xfrm>
            <a:custGeom>
              <a:avLst/>
              <a:gdLst>
                <a:gd name="connsiteX0" fmla="*/ 14192 w 14192"/>
                <a:gd name="connsiteY0" fmla="*/ 7048 h 14096"/>
                <a:gd name="connsiteX1" fmla="*/ 7144 w 14192"/>
                <a:gd name="connsiteY1" fmla="*/ 14097 h 14096"/>
                <a:gd name="connsiteX2" fmla="*/ 0 w 14192"/>
                <a:gd name="connsiteY2" fmla="*/ 7048 h 14096"/>
                <a:gd name="connsiteX3" fmla="*/ 7049 w 14192"/>
                <a:gd name="connsiteY3" fmla="*/ 0 h 14096"/>
                <a:gd name="connsiteX4" fmla="*/ 14192 w 14192"/>
                <a:gd name="connsiteY4" fmla="*/ 7048 h 1409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14192" h="14096">
                  <a:moveTo>
                    <a:pt x="14192" y="7048"/>
                  </a:moveTo>
                  <a:cubicBezTo>
                    <a:pt x="14192" y="10954"/>
                    <a:pt x="11049" y="14097"/>
                    <a:pt x="7144" y="14097"/>
                  </a:cubicBezTo>
                  <a:cubicBezTo>
                    <a:pt x="3239" y="14097"/>
                    <a:pt x="0" y="10954"/>
                    <a:pt x="0" y="7048"/>
                  </a:cubicBezTo>
                  <a:cubicBezTo>
                    <a:pt x="0" y="3143"/>
                    <a:pt x="3143" y="0"/>
                    <a:pt x="7049" y="0"/>
                  </a:cubicBezTo>
                  <a:cubicBezTo>
                    <a:pt x="10954" y="0"/>
                    <a:pt x="14192" y="3143"/>
                    <a:pt x="14192" y="7048"/>
                  </a:cubicBezTo>
                  <a:close/>
                </a:path>
              </a:pathLst>
            </a:custGeom>
            <a:grpFill/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221" name="Freeform: Shape 220">
              <a:extLst>
                <a:ext uri="{FF2B5EF4-FFF2-40B4-BE49-F238E27FC236}">
                  <a16:creationId xmlns:a16="http://schemas.microsoft.com/office/drawing/2014/main" id="{1537EAA6-95B6-4674-A7B9-40F9AB7F593D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5793283" y="3303829"/>
              <a:ext cx="14097" cy="14096"/>
            </a:xfrm>
            <a:custGeom>
              <a:avLst/>
              <a:gdLst>
                <a:gd name="connsiteX0" fmla="*/ 14097 w 14097"/>
                <a:gd name="connsiteY0" fmla="*/ 7048 h 14096"/>
                <a:gd name="connsiteX1" fmla="*/ 7049 w 14097"/>
                <a:gd name="connsiteY1" fmla="*/ 14097 h 14096"/>
                <a:gd name="connsiteX2" fmla="*/ 0 w 14097"/>
                <a:gd name="connsiteY2" fmla="*/ 7048 h 14096"/>
                <a:gd name="connsiteX3" fmla="*/ 7049 w 14097"/>
                <a:gd name="connsiteY3" fmla="*/ 0 h 14096"/>
                <a:gd name="connsiteX4" fmla="*/ 14097 w 14097"/>
                <a:gd name="connsiteY4" fmla="*/ 7048 h 1409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14097" h="14096">
                  <a:moveTo>
                    <a:pt x="14097" y="7048"/>
                  </a:moveTo>
                  <a:cubicBezTo>
                    <a:pt x="14097" y="10954"/>
                    <a:pt x="10954" y="14097"/>
                    <a:pt x="7049" y="14097"/>
                  </a:cubicBezTo>
                  <a:cubicBezTo>
                    <a:pt x="3143" y="14097"/>
                    <a:pt x="0" y="10954"/>
                    <a:pt x="0" y="7048"/>
                  </a:cubicBezTo>
                  <a:cubicBezTo>
                    <a:pt x="0" y="3143"/>
                    <a:pt x="3143" y="0"/>
                    <a:pt x="7049" y="0"/>
                  </a:cubicBezTo>
                  <a:cubicBezTo>
                    <a:pt x="10954" y="0"/>
                    <a:pt x="14097" y="3143"/>
                    <a:pt x="14097" y="7048"/>
                  </a:cubicBezTo>
                  <a:close/>
                </a:path>
              </a:pathLst>
            </a:custGeom>
            <a:grpFill/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222" name="Freeform: Shape 221">
              <a:extLst>
                <a:ext uri="{FF2B5EF4-FFF2-40B4-BE49-F238E27FC236}">
                  <a16:creationId xmlns:a16="http://schemas.microsoft.com/office/drawing/2014/main" id="{F4B29507-C08F-4764-B703-0EB33A0FACBF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5852433" y="3303829"/>
              <a:ext cx="14096" cy="14096"/>
            </a:xfrm>
            <a:custGeom>
              <a:avLst/>
              <a:gdLst>
                <a:gd name="connsiteX0" fmla="*/ 14097 w 14096"/>
                <a:gd name="connsiteY0" fmla="*/ 7048 h 14096"/>
                <a:gd name="connsiteX1" fmla="*/ 7048 w 14096"/>
                <a:gd name="connsiteY1" fmla="*/ 14097 h 14096"/>
                <a:gd name="connsiteX2" fmla="*/ 0 w 14096"/>
                <a:gd name="connsiteY2" fmla="*/ 7048 h 14096"/>
                <a:gd name="connsiteX3" fmla="*/ 7048 w 14096"/>
                <a:gd name="connsiteY3" fmla="*/ 0 h 14096"/>
                <a:gd name="connsiteX4" fmla="*/ 14097 w 14096"/>
                <a:gd name="connsiteY4" fmla="*/ 7048 h 1409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14096" h="14096">
                  <a:moveTo>
                    <a:pt x="14097" y="7048"/>
                  </a:moveTo>
                  <a:cubicBezTo>
                    <a:pt x="14097" y="10954"/>
                    <a:pt x="10954" y="14097"/>
                    <a:pt x="7048" y="14097"/>
                  </a:cubicBezTo>
                  <a:cubicBezTo>
                    <a:pt x="3143" y="14097"/>
                    <a:pt x="0" y="10954"/>
                    <a:pt x="0" y="7048"/>
                  </a:cubicBezTo>
                  <a:cubicBezTo>
                    <a:pt x="0" y="3143"/>
                    <a:pt x="3143" y="0"/>
                    <a:pt x="7048" y="0"/>
                  </a:cubicBezTo>
                  <a:cubicBezTo>
                    <a:pt x="10954" y="0"/>
                    <a:pt x="14097" y="3143"/>
                    <a:pt x="14097" y="7048"/>
                  </a:cubicBezTo>
                  <a:close/>
                </a:path>
              </a:pathLst>
            </a:custGeom>
            <a:grpFill/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223" name="Freeform: Shape 222">
              <a:extLst>
                <a:ext uri="{FF2B5EF4-FFF2-40B4-BE49-F238E27FC236}">
                  <a16:creationId xmlns:a16="http://schemas.microsoft.com/office/drawing/2014/main" id="{4200E500-6A99-47FC-A30F-FA4C85DA8CE3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5911678" y="3303829"/>
              <a:ext cx="14096" cy="14096"/>
            </a:xfrm>
            <a:custGeom>
              <a:avLst/>
              <a:gdLst>
                <a:gd name="connsiteX0" fmla="*/ 14097 w 14096"/>
                <a:gd name="connsiteY0" fmla="*/ 7048 h 14096"/>
                <a:gd name="connsiteX1" fmla="*/ 7048 w 14096"/>
                <a:gd name="connsiteY1" fmla="*/ 14097 h 14096"/>
                <a:gd name="connsiteX2" fmla="*/ 0 w 14096"/>
                <a:gd name="connsiteY2" fmla="*/ 7048 h 14096"/>
                <a:gd name="connsiteX3" fmla="*/ 7048 w 14096"/>
                <a:gd name="connsiteY3" fmla="*/ 0 h 14096"/>
                <a:gd name="connsiteX4" fmla="*/ 14097 w 14096"/>
                <a:gd name="connsiteY4" fmla="*/ 7048 h 1409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14096" h="14096">
                  <a:moveTo>
                    <a:pt x="14097" y="7048"/>
                  </a:moveTo>
                  <a:cubicBezTo>
                    <a:pt x="14097" y="10954"/>
                    <a:pt x="10954" y="14097"/>
                    <a:pt x="7048" y="14097"/>
                  </a:cubicBezTo>
                  <a:cubicBezTo>
                    <a:pt x="3143" y="14097"/>
                    <a:pt x="0" y="10954"/>
                    <a:pt x="0" y="7048"/>
                  </a:cubicBezTo>
                  <a:cubicBezTo>
                    <a:pt x="0" y="3143"/>
                    <a:pt x="3143" y="0"/>
                    <a:pt x="7048" y="0"/>
                  </a:cubicBezTo>
                  <a:cubicBezTo>
                    <a:pt x="10954" y="0"/>
                    <a:pt x="14097" y="3143"/>
                    <a:pt x="14097" y="7048"/>
                  </a:cubicBezTo>
                  <a:close/>
                </a:path>
              </a:pathLst>
            </a:custGeom>
            <a:grpFill/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224" name="Freeform: Shape 223">
              <a:extLst>
                <a:ext uri="{FF2B5EF4-FFF2-40B4-BE49-F238E27FC236}">
                  <a16:creationId xmlns:a16="http://schemas.microsoft.com/office/drawing/2014/main" id="{9558677C-76AD-451F-AEEE-C5FEE4179C8C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5970828" y="3303829"/>
              <a:ext cx="14096" cy="14096"/>
            </a:xfrm>
            <a:custGeom>
              <a:avLst/>
              <a:gdLst>
                <a:gd name="connsiteX0" fmla="*/ 14097 w 14096"/>
                <a:gd name="connsiteY0" fmla="*/ 7048 h 14096"/>
                <a:gd name="connsiteX1" fmla="*/ 7048 w 14096"/>
                <a:gd name="connsiteY1" fmla="*/ 14097 h 14096"/>
                <a:gd name="connsiteX2" fmla="*/ 0 w 14096"/>
                <a:gd name="connsiteY2" fmla="*/ 7048 h 14096"/>
                <a:gd name="connsiteX3" fmla="*/ 7048 w 14096"/>
                <a:gd name="connsiteY3" fmla="*/ 0 h 14096"/>
                <a:gd name="connsiteX4" fmla="*/ 14097 w 14096"/>
                <a:gd name="connsiteY4" fmla="*/ 7048 h 1409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14096" h="14096">
                  <a:moveTo>
                    <a:pt x="14097" y="7048"/>
                  </a:moveTo>
                  <a:cubicBezTo>
                    <a:pt x="14097" y="10954"/>
                    <a:pt x="10954" y="14097"/>
                    <a:pt x="7048" y="14097"/>
                  </a:cubicBezTo>
                  <a:cubicBezTo>
                    <a:pt x="3143" y="14097"/>
                    <a:pt x="0" y="10954"/>
                    <a:pt x="0" y="7048"/>
                  </a:cubicBezTo>
                  <a:cubicBezTo>
                    <a:pt x="0" y="3143"/>
                    <a:pt x="3143" y="0"/>
                    <a:pt x="7048" y="0"/>
                  </a:cubicBezTo>
                  <a:cubicBezTo>
                    <a:pt x="10954" y="0"/>
                    <a:pt x="14097" y="3143"/>
                    <a:pt x="14097" y="7048"/>
                  </a:cubicBezTo>
                  <a:close/>
                </a:path>
              </a:pathLst>
            </a:custGeom>
            <a:grpFill/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225" name="Freeform: Shape 224">
              <a:extLst>
                <a:ext uri="{FF2B5EF4-FFF2-40B4-BE49-F238E27FC236}">
                  <a16:creationId xmlns:a16="http://schemas.microsoft.com/office/drawing/2014/main" id="{79E472E5-A81A-44E7-AEBA-C3A593497BA6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6030073" y="3303829"/>
              <a:ext cx="14097" cy="14096"/>
            </a:xfrm>
            <a:custGeom>
              <a:avLst/>
              <a:gdLst>
                <a:gd name="connsiteX0" fmla="*/ 14097 w 14097"/>
                <a:gd name="connsiteY0" fmla="*/ 7048 h 14096"/>
                <a:gd name="connsiteX1" fmla="*/ 7048 w 14097"/>
                <a:gd name="connsiteY1" fmla="*/ 14097 h 14096"/>
                <a:gd name="connsiteX2" fmla="*/ 0 w 14097"/>
                <a:gd name="connsiteY2" fmla="*/ 7048 h 14096"/>
                <a:gd name="connsiteX3" fmla="*/ 7048 w 14097"/>
                <a:gd name="connsiteY3" fmla="*/ 0 h 14096"/>
                <a:gd name="connsiteX4" fmla="*/ 14097 w 14097"/>
                <a:gd name="connsiteY4" fmla="*/ 7048 h 1409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14097" h="14096">
                  <a:moveTo>
                    <a:pt x="14097" y="7048"/>
                  </a:moveTo>
                  <a:cubicBezTo>
                    <a:pt x="14097" y="10954"/>
                    <a:pt x="10954" y="14097"/>
                    <a:pt x="7048" y="14097"/>
                  </a:cubicBezTo>
                  <a:cubicBezTo>
                    <a:pt x="3143" y="14097"/>
                    <a:pt x="0" y="10954"/>
                    <a:pt x="0" y="7048"/>
                  </a:cubicBezTo>
                  <a:cubicBezTo>
                    <a:pt x="0" y="3143"/>
                    <a:pt x="3143" y="0"/>
                    <a:pt x="7048" y="0"/>
                  </a:cubicBezTo>
                  <a:cubicBezTo>
                    <a:pt x="10954" y="0"/>
                    <a:pt x="14097" y="3143"/>
                    <a:pt x="14097" y="7048"/>
                  </a:cubicBezTo>
                  <a:close/>
                </a:path>
              </a:pathLst>
            </a:custGeom>
            <a:grpFill/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226" name="Freeform: Shape 225">
              <a:extLst>
                <a:ext uri="{FF2B5EF4-FFF2-40B4-BE49-F238E27FC236}">
                  <a16:creationId xmlns:a16="http://schemas.microsoft.com/office/drawing/2014/main" id="{5CD54F54-9E41-4635-A533-6CC6515E13E8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6089224" y="3303829"/>
              <a:ext cx="14096" cy="14096"/>
            </a:xfrm>
            <a:custGeom>
              <a:avLst/>
              <a:gdLst>
                <a:gd name="connsiteX0" fmla="*/ 14097 w 14096"/>
                <a:gd name="connsiteY0" fmla="*/ 7048 h 14096"/>
                <a:gd name="connsiteX1" fmla="*/ 7048 w 14096"/>
                <a:gd name="connsiteY1" fmla="*/ 14097 h 14096"/>
                <a:gd name="connsiteX2" fmla="*/ 0 w 14096"/>
                <a:gd name="connsiteY2" fmla="*/ 7048 h 14096"/>
                <a:gd name="connsiteX3" fmla="*/ 7048 w 14096"/>
                <a:gd name="connsiteY3" fmla="*/ 0 h 14096"/>
                <a:gd name="connsiteX4" fmla="*/ 14097 w 14096"/>
                <a:gd name="connsiteY4" fmla="*/ 7048 h 1409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14096" h="14096">
                  <a:moveTo>
                    <a:pt x="14097" y="7048"/>
                  </a:moveTo>
                  <a:cubicBezTo>
                    <a:pt x="14097" y="10954"/>
                    <a:pt x="10954" y="14097"/>
                    <a:pt x="7048" y="14097"/>
                  </a:cubicBezTo>
                  <a:cubicBezTo>
                    <a:pt x="3143" y="14097"/>
                    <a:pt x="0" y="10954"/>
                    <a:pt x="0" y="7048"/>
                  </a:cubicBezTo>
                  <a:cubicBezTo>
                    <a:pt x="0" y="3143"/>
                    <a:pt x="3143" y="0"/>
                    <a:pt x="7048" y="0"/>
                  </a:cubicBezTo>
                  <a:cubicBezTo>
                    <a:pt x="10954" y="0"/>
                    <a:pt x="14097" y="3143"/>
                    <a:pt x="14097" y="7048"/>
                  </a:cubicBezTo>
                  <a:close/>
                </a:path>
              </a:pathLst>
            </a:custGeom>
            <a:grpFill/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227" name="Freeform: Shape 226">
              <a:extLst>
                <a:ext uri="{FF2B5EF4-FFF2-40B4-BE49-F238E27FC236}">
                  <a16:creationId xmlns:a16="http://schemas.microsoft.com/office/drawing/2014/main" id="{B22D6F46-74C0-49D9-8CD8-BC125E973D2F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5734038" y="3363074"/>
              <a:ext cx="14192" cy="14097"/>
            </a:xfrm>
            <a:custGeom>
              <a:avLst/>
              <a:gdLst>
                <a:gd name="connsiteX0" fmla="*/ 14192 w 14192"/>
                <a:gd name="connsiteY0" fmla="*/ 7048 h 14097"/>
                <a:gd name="connsiteX1" fmla="*/ 7144 w 14192"/>
                <a:gd name="connsiteY1" fmla="*/ 14097 h 14097"/>
                <a:gd name="connsiteX2" fmla="*/ 0 w 14192"/>
                <a:gd name="connsiteY2" fmla="*/ 7048 h 14097"/>
                <a:gd name="connsiteX3" fmla="*/ 7049 w 14192"/>
                <a:gd name="connsiteY3" fmla="*/ 0 h 14097"/>
                <a:gd name="connsiteX4" fmla="*/ 14192 w 14192"/>
                <a:gd name="connsiteY4" fmla="*/ 7048 h 14097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14192" h="14097">
                  <a:moveTo>
                    <a:pt x="14192" y="7048"/>
                  </a:moveTo>
                  <a:cubicBezTo>
                    <a:pt x="14192" y="10954"/>
                    <a:pt x="11049" y="14097"/>
                    <a:pt x="7144" y="14097"/>
                  </a:cubicBezTo>
                  <a:cubicBezTo>
                    <a:pt x="3239" y="14097"/>
                    <a:pt x="0" y="10954"/>
                    <a:pt x="0" y="7048"/>
                  </a:cubicBezTo>
                  <a:cubicBezTo>
                    <a:pt x="0" y="3143"/>
                    <a:pt x="3143" y="0"/>
                    <a:pt x="7049" y="0"/>
                  </a:cubicBezTo>
                  <a:cubicBezTo>
                    <a:pt x="10954" y="0"/>
                    <a:pt x="14192" y="3143"/>
                    <a:pt x="14192" y="7048"/>
                  </a:cubicBezTo>
                  <a:close/>
                </a:path>
              </a:pathLst>
            </a:custGeom>
            <a:grpFill/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228" name="Freeform: Shape 227">
              <a:extLst>
                <a:ext uri="{FF2B5EF4-FFF2-40B4-BE49-F238E27FC236}">
                  <a16:creationId xmlns:a16="http://schemas.microsoft.com/office/drawing/2014/main" id="{C6FAA6EC-EDF6-4522-ACD8-8D4F7FF87265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5793283" y="3363072"/>
              <a:ext cx="14097" cy="14099"/>
            </a:xfrm>
            <a:custGeom>
              <a:avLst/>
              <a:gdLst>
                <a:gd name="connsiteX0" fmla="*/ 14097 w 14097"/>
                <a:gd name="connsiteY0" fmla="*/ 7051 h 14099"/>
                <a:gd name="connsiteX1" fmla="*/ 7049 w 14097"/>
                <a:gd name="connsiteY1" fmla="*/ 14099 h 14099"/>
                <a:gd name="connsiteX2" fmla="*/ 0 w 14097"/>
                <a:gd name="connsiteY2" fmla="*/ 7051 h 14099"/>
                <a:gd name="connsiteX3" fmla="*/ 7049 w 14097"/>
                <a:gd name="connsiteY3" fmla="*/ 2 h 14099"/>
                <a:gd name="connsiteX4" fmla="*/ 14097 w 14097"/>
                <a:gd name="connsiteY4" fmla="*/ 7051 h 14099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14097" h="14099">
                  <a:moveTo>
                    <a:pt x="14097" y="7051"/>
                  </a:moveTo>
                  <a:cubicBezTo>
                    <a:pt x="14097" y="10956"/>
                    <a:pt x="10954" y="14099"/>
                    <a:pt x="7049" y="14099"/>
                  </a:cubicBezTo>
                  <a:cubicBezTo>
                    <a:pt x="3143" y="14099"/>
                    <a:pt x="0" y="10956"/>
                    <a:pt x="0" y="7051"/>
                  </a:cubicBezTo>
                  <a:cubicBezTo>
                    <a:pt x="0" y="3145"/>
                    <a:pt x="3143" y="2"/>
                    <a:pt x="7049" y="2"/>
                  </a:cubicBezTo>
                  <a:cubicBezTo>
                    <a:pt x="10954" y="-93"/>
                    <a:pt x="14097" y="3145"/>
                    <a:pt x="14097" y="7051"/>
                  </a:cubicBezTo>
                  <a:close/>
                </a:path>
              </a:pathLst>
            </a:custGeom>
            <a:grpFill/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229" name="Freeform: Shape 228">
              <a:extLst>
                <a:ext uri="{FF2B5EF4-FFF2-40B4-BE49-F238E27FC236}">
                  <a16:creationId xmlns:a16="http://schemas.microsoft.com/office/drawing/2014/main" id="{5F8364DC-ED1A-482D-A418-7941B199CBC5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5852433" y="3363072"/>
              <a:ext cx="14096" cy="14099"/>
            </a:xfrm>
            <a:custGeom>
              <a:avLst/>
              <a:gdLst>
                <a:gd name="connsiteX0" fmla="*/ 14097 w 14096"/>
                <a:gd name="connsiteY0" fmla="*/ 7051 h 14099"/>
                <a:gd name="connsiteX1" fmla="*/ 7048 w 14096"/>
                <a:gd name="connsiteY1" fmla="*/ 14099 h 14099"/>
                <a:gd name="connsiteX2" fmla="*/ 0 w 14096"/>
                <a:gd name="connsiteY2" fmla="*/ 7051 h 14099"/>
                <a:gd name="connsiteX3" fmla="*/ 7048 w 14096"/>
                <a:gd name="connsiteY3" fmla="*/ 2 h 14099"/>
                <a:gd name="connsiteX4" fmla="*/ 14097 w 14096"/>
                <a:gd name="connsiteY4" fmla="*/ 7051 h 14099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14096" h="14099">
                  <a:moveTo>
                    <a:pt x="14097" y="7051"/>
                  </a:moveTo>
                  <a:cubicBezTo>
                    <a:pt x="14097" y="10956"/>
                    <a:pt x="10954" y="14099"/>
                    <a:pt x="7048" y="14099"/>
                  </a:cubicBezTo>
                  <a:cubicBezTo>
                    <a:pt x="3143" y="14099"/>
                    <a:pt x="0" y="10956"/>
                    <a:pt x="0" y="7051"/>
                  </a:cubicBezTo>
                  <a:cubicBezTo>
                    <a:pt x="0" y="3145"/>
                    <a:pt x="3143" y="2"/>
                    <a:pt x="7048" y="2"/>
                  </a:cubicBezTo>
                  <a:cubicBezTo>
                    <a:pt x="10954" y="-93"/>
                    <a:pt x="14097" y="3145"/>
                    <a:pt x="14097" y="7051"/>
                  </a:cubicBezTo>
                  <a:close/>
                </a:path>
              </a:pathLst>
            </a:custGeom>
            <a:grpFill/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230" name="Freeform: Shape 229">
              <a:extLst>
                <a:ext uri="{FF2B5EF4-FFF2-40B4-BE49-F238E27FC236}">
                  <a16:creationId xmlns:a16="http://schemas.microsoft.com/office/drawing/2014/main" id="{1896D361-70A8-4528-940B-F306550F8830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5911678" y="3363072"/>
              <a:ext cx="14096" cy="14099"/>
            </a:xfrm>
            <a:custGeom>
              <a:avLst/>
              <a:gdLst>
                <a:gd name="connsiteX0" fmla="*/ 14097 w 14096"/>
                <a:gd name="connsiteY0" fmla="*/ 7051 h 14099"/>
                <a:gd name="connsiteX1" fmla="*/ 7048 w 14096"/>
                <a:gd name="connsiteY1" fmla="*/ 14099 h 14099"/>
                <a:gd name="connsiteX2" fmla="*/ 0 w 14096"/>
                <a:gd name="connsiteY2" fmla="*/ 7051 h 14099"/>
                <a:gd name="connsiteX3" fmla="*/ 7048 w 14096"/>
                <a:gd name="connsiteY3" fmla="*/ 2 h 14099"/>
                <a:gd name="connsiteX4" fmla="*/ 14097 w 14096"/>
                <a:gd name="connsiteY4" fmla="*/ 7051 h 14099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14096" h="14099">
                  <a:moveTo>
                    <a:pt x="14097" y="7051"/>
                  </a:moveTo>
                  <a:cubicBezTo>
                    <a:pt x="14097" y="10956"/>
                    <a:pt x="10954" y="14099"/>
                    <a:pt x="7048" y="14099"/>
                  </a:cubicBezTo>
                  <a:cubicBezTo>
                    <a:pt x="3143" y="14099"/>
                    <a:pt x="0" y="10956"/>
                    <a:pt x="0" y="7051"/>
                  </a:cubicBezTo>
                  <a:cubicBezTo>
                    <a:pt x="0" y="3145"/>
                    <a:pt x="3143" y="2"/>
                    <a:pt x="7048" y="2"/>
                  </a:cubicBezTo>
                  <a:cubicBezTo>
                    <a:pt x="10954" y="-93"/>
                    <a:pt x="14097" y="3145"/>
                    <a:pt x="14097" y="7051"/>
                  </a:cubicBezTo>
                  <a:close/>
                </a:path>
              </a:pathLst>
            </a:custGeom>
            <a:grpFill/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231" name="Freeform: Shape 230">
              <a:extLst>
                <a:ext uri="{FF2B5EF4-FFF2-40B4-BE49-F238E27FC236}">
                  <a16:creationId xmlns:a16="http://schemas.microsoft.com/office/drawing/2014/main" id="{4D1CB00A-0CE1-4E25-ADCE-9562845F548F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5970828" y="3363072"/>
              <a:ext cx="14096" cy="14099"/>
            </a:xfrm>
            <a:custGeom>
              <a:avLst/>
              <a:gdLst>
                <a:gd name="connsiteX0" fmla="*/ 14097 w 14096"/>
                <a:gd name="connsiteY0" fmla="*/ 7051 h 14099"/>
                <a:gd name="connsiteX1" fmla="*/ 7048 w 14096"/>
                <a:gd name="connsiteY1" fmla="*/ 14099 h 14099"/>
                <a:gd name="connsiteX2" fmla="*/ 0 w 14096"/>
                <a:gd name="connsiteY2" fmla="*/ 7051 h 14099"/>
                <a:gd name="connsiteX3" fmla="*/ 7048 w 14096"/>
                <a:gd name="connsiteY3" fmla="*/ 2 h 14099"/>
                <a:gd name="connsiteX4" fmla="*/ 14097 w 14096"/>
                <a:gd name="connsiteY4" fmla="*/ 7051 h 14099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14096" h="14099">
                  <a:moveTo>
                    <a:pt x="14097" y="7051"/>
                  </a:moveTo>
                  <a:cubicBezTo>
                    <a:pt x="14097" y="10956"/>
                    <a:pt x="10954" y="14099"/>
                    <a:pt x="7048" y="14099"/>
                  </a:cubicBezTo>
                  <a:cubicBezTo>
                    <a:pt x="3143" y="14099"/>
                    <a:pt x="0" y="10956"/>
                    <a:pt x="0" y="7051"/>
                  </a:cubicBezTo>
                  <a:cubicBezTo>
                    <a:pt x="0" y="3145"/>
                    <a:pt x="3143" y="2"/>
                    <a:pt x="7048" y="2"/>
                  </a:cubicBezTo>
                  <a:cubicBezTo>
                    <a:pt x="10954" y="-93"/>
                    <a:pt x="14097" y="3145"/>
                    <a:pt x="14097" y="7051"/>
                  </a:cubicBezTo>
                  <a:close/>
                </a:path>
              </a:pathLst>
            </a:custGeom>
            <a:grpFill/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232" name="Freeform: Shape 231">
              <a:extLst>
                <a:ext uri="{FF2B5EF4-FFF2-40B4-BE49-F238E27FC236}">
                  <a16:creationId xmlns:a16="http://schemas.microsoft.com/office/drawing/2014/main" id="{E1B6761E-B7C6-4218-B95F-F6DEC0066DBE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6030073" y="3363074"/>
              <a:ext cx="14097" cy="14097"/>
            </a:xfrm>
            <a:custGeom>
              <a:avLst/>
              <a:gdLst>
                <a:gd name="connsiteX0" fmla="*/ 14097 w 14097"/>
                <a:gd name="connsiteY0" fmla="*/ 7048 h 14097"/>
                <a:gd name="connsiteX1" fmla="*/ 7048 w 14097"/>
                <a:gd name="connsiteY1" fmla="*/ 14097 h 14097"/>
                <a:gd name="connsiteX2" fmla="*/ 0 w 14097"/>
                <a:gd name="connsiteY2" fmla="*/ 7048 h 14097"/>
                <a:gd name="connsiteX3" fmla="*/ 7048 w 14097"/>
                <a:gd name="connsiteY3" fmla="*/ 0 h 14097"/>
                <a:gd name="connsiteX4" fmla="*/ 14097 w 14097"/>
                <a:gd name="connsiteY4" fmla="*/ 7048 h 14097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14097" h="14097">
                  <a:moveTo>
                    <a:pt x="14097" y="7048"/>
                  </a:moveTo>
                  <a:cubicBezTo>
                    <a:pt x="14097" y="10954"/>
                    <a:pt x="10954" y="14097"/>
                    <a:pt x="7048" y="14097"/>
                  </a:cubicBezTo>
                  <a:cubicBezTo>
                    <a:pt x="3143" y="14097"/>
                    <a:pt x="0" y="10954"/>
                    <a:pt x="0" y="7048"/>
                  </a:cubicBezTo>
                  <a:cubicBezTo>
                    <a:pt x="0" y="3143"/>
                    <a:pt x="3143" y="0"/>
                    <a:pt x="7048" y="0"/>
                  </a:cubicBezTo>
                  <a:cubicBezTo>
                    <a:pt x="10954" y="0"/>
                    <a:pt x="14097" y="3143"/>
                    <a:pt x="14097" y="7048"/>
                  </a:cubicBezTo>
                  <a:close/>
                </a:path>
              </a:pathLst>
            </a:custGeom>
            <a:grpFill/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233" name="Freeform: Shape 232">
              <a:extLst>
                <a:ext uri="{FF2B5EF4-FFF2-40B4-BE49-F238E27FC236}">
                  <a16:creationId xmlns:a16="http://schemas.microsoft.com/office/drawing/2014/main" id="{CA081177-DAC3-4667-91A1-4CC885D4A165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6089224" y="3363072"/>
              <a:ext cx="14096" cy="14099"/>
            </a:xfrm>
            <a:custGeom>
              <a:avLst/>
              <a:gdLst>
                <a:gd name="connsiteX0" fmla="*/ 14097 w 14096"/>
                <a:gd name="connsiteY0" fmla="*/ 7051 h 14099"/>
                <a:gd name="connsiteX1" fmla="*/ 7048 w 14096"/>
                <a:gd name="connsiteY1" fmla="*/ 14099 h 14099"/>
                <a:gd name="connsiteX2" fmla="*/ 0 w 14096"/>
                <a:gd name="connsiteY2" fmla="*/ 7051 h 14099"/>
                <a:gd name="connsiteX3" fmla="*/ 7048 w 14096"/>
                <a:gd name="connsiteY3" fmla="*/ 2 h 14099"/>
                <a:gd name="connsiteX4" fmla="*/ 14097 w 14096"/>
                <a:gd name="connsiteY4" fmla="*/ 7051 h 14099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14096" h="14099">
                  <a:moveTo>
                    <a:pt x="14097" y="7051"/>
                  </a:moveTo>
                  <a:cubicBezTo>
                    <a:pt x="14097" y="10956"/>
                    <a:pt x="10954" y="14099"/>
                    <a:pt x="7048" y="14099"/>
                  </a:cubicBezTo>
                  <a:cubicBezTo>
                    <a:pt x="3143" y="14099"/>
                    <a:pt x="0" y="10956"/>
                    <a:pt x="0" y="7051"/>
                  </a:cubicBezTo>
                  <a:cubicBezTo>
                    <a:pt x="0" y="3145"/>
                    <a:pt x="3143" y="2"/>
                    <a:pt x="7048" y="2"/>
                  </a:cubicBezTo>
                  <a:cubicBezTo>
                    <a:pt x="10954" y="-93"/>
                    <a:pt x="14097" y="3145"/>
                    <a:pt x="14097" y="7051"/>
                  </a:cubicBezTo>
                  <a:close/>
                </a:path>
              </a:pathLst>
            </a:custGeom>
            <a:grpFill/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234" name="Freeform: Shape 233">
              <a:extLst>
                <a:ext uri="{FF2B5EF4-FFF2-40B4-BE49-F238E27FC236}">
                  <a16:creationId xmlns:a16="http://schemas.microsoft.com/office/drawing/2014/main" id="{435007DC-BB8D-43BA-9598-AE79AA262E18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5734038" y="3422225"/>
              <a:ext cx="14192" cy="14096"/>
            </a:xfrm>
            <a:custGeom>
              <a:avLst/>
              <a:gdLst>
                <a:gd name="connsiteX0" fmla="*/ 14192 w 14192"/>
                <a:gd name="connsiteY0" fmla="*/ 7048 h 14096"/>
                <a:gd name="connsiteX1" fmla="*/ 7144 w 14192"/>
                <a:gd name="connsiteY1" fmla="*/ 14097 h 14096"/>
                <a:gd name="connsiteX2" fmla="*/ 0 w 14192"/>
                <a:gd name="connsiteY2" fmla="*/ 7048 h 14096"/>
                <a:gd name="connsiteX3" fmla="*/ 7049 w 14192"/>
                <a:gd name="connsiteY3" fmla="*/ 0 h 14096"/>
                <a:gd name="connsiteX4" fmla="*/ 14192 w 14192"/>
                <a:gd name="connsiteY4" fmla="*/ 7048 h 1409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14192" h="14096">
                  <a:moveTo>
                    <a:pt x="14192" y="7048"/>
                  </a:moveTo>
                  <a:cubicBezTo>
                    <a:pt x="14192" y="10954"/>
                    <a:pt x="11049" y="14097"/>
                    <a:pt x="7144" y="14097"/>
                  </a:cubicBezTo>
                  <a:cubicBezTo>
                    <a:pt x="3239" y="14097"/>
                    <a:pt x="0" y="10954"/>
                    <a:pt x="0" y="7048"/>
                  </a:cubicBezTo>
                  <a:cubicBezTo>
                    <a:pt x="0" y="3143"/>
                    <a:pt x="3143" y="0"/>
                    <a:pt x="7049" y="0"/>
                  </a:cubicBezTo>
                  <a:cubicBezTo>
                    <a:pt x="10954" y="0"/>
                    <a:pt x="14192" y="3143"/>
                    <a:pt x="14192" y="7048"/>
                  </a:cubicBezTo>
                  <a:close/>
                </a:path>
              </a:pathLst>
            </a:custGeom>
            <a:grpFill/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235" name="Freeform: Shape 234">
              <a:extLst>
                <a:ext uri="{FF2B5EF4-FFF2-40B4-BE49-F238E27FC236}">
                  <a16:creationId xmlns:a16="http://schemas.microsoft.com/office/drawing/2014/main" id="{46628B8A-02EC-44EF-B52C-5EBAFBCF9CF9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5793283" y="3422225"/>
              <a:ext cx="14097" cy="14096"/>
            </a:xfrm>
            <a:custGeom>
              <a:avLst/>
              <a:gdLst>
                <a:gd name="connsiteX0" fmla="*/ 14097 w 14097"/>
                <a:gd name="connsiteY0" fmla="*/ 7048 h 14096"/>
                <a:gd name="connsiteX1" fmla="*/ 7049 w 14097"/>
                <a:gd name="connsiteY1" fmla="*/ 14097 h 14096"/>
                <a:gd name="connsiteX2" fmla="*/ 0 w 14097"/>
                <a:gd name="connsiteY2" fmla="*/ 7048 h 14096"/>
                <a:gd name="connsiteX3" fmla="*/ 7049 w 14097"/>
                <a:gd name="connsiteY3" fmla="*/ 0 h 14096"/>
                <a:gd name="connsiteX4" fmla="*/ 14097 w 14097"/>
                <a:gd name="connsiteY4" fmla="*/ 7048 h 1409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14097" h="14096">
                  <a:moveTo>
                    <a:pt x="14097" y="7048"/>
                  </a:moveTo>
                  <a:cubicBezTo>
                    <a:pt x="14097" y="10954"/>
                    <a:pt x="10954" y="14097"/>
                    <a:pt x="7049" y="14097"/>
                  </a:cubicBezTo>
                  <a:cubicBezTo>
                    <a:pt x="3143" y="14097"/>
                    <a:pt x="0" y="10954"/>
                    <a:pt x="0" y="7048"/>
                  </a:cubicBezTo>
                  <a:cubicBezTo>
                    <a:pt x="0" y="3143"/>
                    <a:pt x="3143" y="0"/>
                    <a:pt x="7049" y="0"/>
                  </a:cubicBezTo>
                  <a:cubicBezTo>
                    <a:pt x="10954" y="0"/>
                    <a:pt x="14097" y="3143"/>
                    <a:pt x="14097" y="7048"/>
                  </a:cubicBezTo>
                  <a:close/>
                </a:path>
              </a:pathLst>
            </a:custGeom>
            <a:grpFill/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236" name="Freeform: Shape 235">
              <a:extLst>
                <a:ext uri="{FF2B5EF4-FFF2-40B4-BE49-F238E27FC236}">
                  <a16:creationId xmlns:a16="http://schemas.microsoft.com/office/drawing/2014/main" id="{2DACEC99-8F4C-495C-8EAA-670A3A02ED79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5852433" y="3422225"/>
              <a:ext cx="14096" cy="14096"/>
            </a:xfrm>
            <a:custGeom>
              <a:avLst/>
              <a:gdLst>
                <a:gd name="connsiteX0" fmla="*/ 14097 w 14096"/>
                <a:gd name="connsiteY0" fmla="*/ 7048 h 14096"/>
                <a:gd name="connsiteX1" fmla="*/ 7048 w 14096"/>
                <a:gd name="connsiteY1" fmla="*/ 14097 h 14096"/>
                <a:gd name="connsiteX2" fmla="*/ 0 w 14096"/>
                <a:gd name="connsiteY2" fmla="*/ 7048 h 14096"/>
                <a:gd name="connsiteX3" fmla="*/ 7048 w 14096"/>
                <a:gd name="connsiteY3" fmla="*/ 0 h 14096"/>
                <a:gd name="connsiteX4" fmla="*/ 14097 w 14096"/>
                <a:gd name="connsiteY4" fmla="*/ 7048 h 1409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14096" h="14096">
                  <a:moveTo>
                    <a:pt x="14097" y="7048"/>
                  </a:moveTo>
                  <a:cubicBezTo>
                    <a:pt x="14097" y="10954"/>
                    <a:pt x="10954" y="14097"/>
                    <a:pt x="7048" y="14097"/>
                  </a:cubicBezTo>
                  <a:cubicBezTo>
                    <a:pt x="3143" y="14097"/>
                    <a:pt x="0" y="10954"/>
                    <a:pt x="0" y="7048"/>
                  </a:cubicBezTo>
                  <a:cubicBezTo>
                    <a:pt x="0" y="3143"/>
                    <a:pt x="3143" y="0"/>
                    <a:pt x="7048" y="0"/>
                  </a:cubicBezTo>
                  <a:cubicBezTo>
                    <a:pt x="10954" y="0"/>
                    <a:pt x="14097" y="3143"/>
                    <a:pt x="14097" y="7048"/>
                  </a:cubicBezTo>
                  <a:close/>
                </a:path>
              </a:pathLst>
            </a:custGeom>
            <a:grpFill/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237" name="Freeform: Shape 236">
              <a:extLst>
                <a:ext uri="{FF2B5EF4-FFF2-40B4-BE49-F238E27FC236}">
                  <a16:creationId xmlns:a16="http://schemas.microsoft.com/office/drawing/2014/main" id="{C8EFEAD4-1425-4357-9D8A-F326DABC6EC0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5911678" y="3422225"/>
              <a:ext cx="14096" cy="14096"/>
            </a:xfrm>
            <a:custGeom>
              <a:avLst/>
              <a:gdLst>
                <a:gd name="connsiteX0" fmla="*/ 14097 w 14096"/>
                <a:gd name="connsiteY0" fmla="*/ 7048 h 14096"/>
                <a:gd name="connsiteX1" fmla="*/ 7048 w 14096"/>
                <a:gd name="connsiteY1" fmla="*/ 14097 h 14096"/>
                <a:gd name="connsiteX2" fmla="*/ 0 w 14096"/>
                <a:gd name="connsiteY2" fmla="*/ 7048 h 14096"/>
                <a:gd name="connsiteX3" fmla="*/ 7048 w 14096"/>
                <a:gd name="connsiteY3" fmla="*/ 0 h 14096"/>
                <a:gd name="connsiteX4" fmla="*/ 14097 w 14096"/>
                <a:gd name="connsiteY4" fmla="*/ 7048 h 1409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14096" h="14096">
                  <a:moveTo>
                    <a:pt x="14097" y="7048"/>
                  </a:moveTo>
                  <a:cubicBezTo>
                    <a:pt x="14097" y="10954"/>
                    <a:pt x="10954" y="14097"/>
                    <a:pt x="7048" y="14097"/>
                  </a:cubicBezTo>
                  <a:cubicBezTo>
                    <a:pt x="3143" y="14097"/>
                    <a:pt x="0" y="10954"/>
                    <a:pt x="0" y="7048"/>
                  </a:cubicBezTo>
                  <a:cubicBezTo>
                    <a:pt x="0" y="3143"/>
                    <a:pt x="3143" y="0"/>
                    <a:pt x="7048" y="0"/>
                  </a:cubicBezTo>
                  <a:cubicBezTo>
                    <a:pt x="10954" y="0"/>
                    <a:pt x="14097" y="3143"/>
                    <a:pt x="14097" y="7048"/>
                  </a:cubicBezTo>
                  <a:close/>
                </a:path>
              </a:pathLst>
            </a:custGeom>
            <a:grpFill/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238" name="Freeform: Shape 237">
              <a:extLst>
                <a:ext uri="{FF2B5EF4-FFF2-40B4-BE49-F238E27FC236}">
                  <a16:creationId xmlns:a16="http://schemas.microsoft.com/office/drawing/2014/main" id="{FDA70E94-A082-47D4-B4F8-142AEF1DC3CD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5970828" y="3422225"/>
              <a:ext cx="14096" cy="14096"/>
            </a:xfrm>
            <a:custGeom>
              <a:avLst/>
              <a:gdLst>
                <a:gd name="connsiteX0" fmla="*/ 14097 w 14096"/>
                <a:gd name="connsiteY0" fmla="*/ 7048 h 14096"/>
                <a:gd name="connsiteX1" fmla="*/ 7048 w 14096"/>
                <a:gd name="connsiteY1" fmla="*/ 14097 h 14096"/>
                <a:gd name="connsiteX2" fmla="*/ 0 w 14096"/>
                <a:gd name="connsiteY2" fmla="*/ 7048 h 14096"/>
                <a:gd name="connsiteX3" fmla="*/ 7048 w 14096"/>
                <a:gd name="connsiteY3" fmla="*/ 0 h 14096"/>
                <a:gd name="connsiteX4" fmla="*/ 14097 w 14096"/>
                <a:gd name="connsiteY4" fmla="*/ 7048 h 1409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14096" h="14096">
                  <a:moveTo>
                    <a:pt x="14097" y="7048"/>
                  </a:moveTo>
                  <a:cubicBezTo>
                    <a:pt x="14097" y="10954"/>
                    <a:pt x="10954" y="14097"/>
                    <a:pt x="7048" y="14097"/>
                  </a:cubicBezTo>
                  <a:cubicBezTo>
                    <a:pt x="3143" y="14097"/>
                    <a:pt x="0" y="10954"/>
                    <a:pt x="0" y="7048"/>
                  </a:cubicBezTo>
                  <a:cubicBezTo>
                    <a:pt x="0" y="3143"/>
                    <a:pt x="3143" y="0"/>
                    <a:pt x="7048" y="0"/>
                  </a:cubicBezTo>
                  <a:cubicBezTo>
                    <a:pt x="10954" y="0"/>
                    <a:pt x="14097" y="3143"/>
                    <a:pt x="14097" y="7048"/>
                  </a:cubicBezTo>
                  <a:close/>
                </a:path>
              </a:pathLst>
            </a:custGeom>
            <a:grpFill/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239" name="Freeform: Shape 238">
              <a:extLst>
                <a:ext uri="{FF2B5EF4-FFF2-40B4-BE49-F238E27FC236}">
                  <a16:creationId xmlns:a16="http://schemas.microsoft.com/office/drawing/2014/main" id="{10E96E8A-1EEA-4F1D-8CFE-12DC9B9E7AF0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6030073" y="3422225"/>
              <a:ext cx="14097" cy="14096"/>
            </a:xfrm>
            <a:custGeom>
              <a:avLst/>
              <a:gdLst>
                <a:gd name="connsiteX0" fmla="*/ 14097 w 14097"/>
                <a:gd name="connsiteY0" fmla="*/ 7048 h 14096"/>
                <a:gd name="connsiteX1" fmla="*/ 7048 w 14097"/>
                <a:gd name="connsiteY1" fmla="*/ 14097 h 14096"/>
                <a:gd name="connsiteX2" fmla="*/ 0 w 14097"/>
                <a:gd name="connsiteY2" fmla="*/ 7048 h 14096"/>
                <a:gd name="connsiteX3" fmla="*/ 7048 w 14097"/>
                <a:gd name="connsiteY3" fmla="*/ 0 h 14096"/>
                <a:gd name="connsiteX4" fmla="*/ 14097 w 14097"/>
                <a:gd name="connsiteY4" fmla="*/ 7048 h 1409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14097" h="14096">
                  <a:moveTo>
                    <a:pt x="14097" y="7048"/>
                  </a:moveTo>
                  <a:cubicBezTo>
                    <a:pt x="14097" y="10954"/>
                    <a:pt x="10954" y="14097"/>
                    <a:pt x="7048" y="14097"/>
                  </a:cubicBezTo>
                  <a:cubicBezTo>
                    <a:pt x="3143" y="14097"/>
                    <a:pt x="0" y="10954"/>
                    <a:pt x="0" y="7048"/>
                  </a:cubicBezTo>
                  <a:cubicBezTo>
                    <a:pt x="0" y="3143"/>
                    <a:pt x="3143" y="0"/>
                    <a:pt x="7048" y="0"/>
                  </a:cubicBezTo>
                  <a:cubicBezTo>
                    <a:pt x="10954" y="0"/>
                    <a:pt x="14097" y="3143"/>
                    <a:pt x="14097" y="7048"/>
                  </a:cubicBezTo>
                  <a:close/>
                </a:path>
              </a:pathLst>
            </a:custGeom>
            <a:grpFill/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240" name="Freeform: Shape 239">
              <a:extLst>
                <a:ext uri="{FF2B5EF4-FFF2-40B4-BE49-F238E27FC236}">
                  <a16:creationId xmlns:a16="http://schemas.microsoft.com/office/drawing/2014/main" id="{B12D7CC4-A548-4FF7-A6B2-9151CFA9E3D3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6089224" y="3422225"/>
              <a:ext cx="14096" cy="14096"/>
            </a:xfrm>
            <a:custGeom>
              <a:avLst/>
              <a:gdLst>
                <a:gd name="connsiteX0" fmla="*/ 14097 w 14096"/>
                <a:gd name="connsiteY0" fmla="*/ 7048 h 14096"/>
                <a:gd name="connsiteX1" fmla="*/ 7048 w 14096"/>
                <a:gd name="connsiteY1" fmla="*/ 14097 h 14096"/>
                <a:gd name="connsiteX2" fmla="*/ 0 w 14096"/>
                <a:gd name="connsiteY2" fmla="*/ 7048 h 14096"/>
                <a:gd name="connsiteX3" fmla="*/ 7048 w 14096"/>
                <a:gd name="connsiteY3" fmla="*/ 0 h 14096"/>
                <a:gd name="connsiteX4" fmla="*/ 14097 w 14096"/>
                <a:gd name="connsiteY4" fmla="*/ 7048 h 1409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14096" h="14096">
                  <a:moveTo>
                    <a:pt x="14097" y="7048"/>
                  </a:moveTo>
                  <a:cubicBezTo>
                    <a:pt x="14097" y="10954"/>
                    <a:pt x="10954" y="14097"/>
                    <a:pt x="7048" y="14097"/>
                  </a:cubicBezTo>
                  <a:cubicBezTo>
                    <a:pt x="3143" y="14097"/>
                    <a:pt x="0" y="10954"/>
                    <a:pt x="0" y="7048"/>
                  </a:cubicBezTo>
                  <a:cubicBezTo>
                    <a:pt x="0" y="3143"/>
                    <a:pt x="3143" y="0"/>
                    <a:pt x="7048" y="0"/>
                  </a:cubicBezTo>
                  <a:cubicBezTo>
                    <a:pt x="10954" y="0"/>
                    <a:pt x="14097" y="3143"/>
                    <a:pt x="14097" y="7048"/>
                  </a:cubicBezTo>
                  <a:close/>
                </a:path>
              </a:pathLst>
            </a:custGeom>
            <a:grpFill/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241" name="Freeform: Shape 240">
              <a:extLst>
                <a:ext uri="{FF2B5EF4-FFF2-40B4-BE49-F238E27FC236}">
                  <a16:creationId xmlns:a16="http://schemas.microsoft.com/office/drawing/2014/main" id="{CB3F1C68-B597-4669-87F8-C80124ABE02D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6148469" y="3067039"/>
              <a:ext cx="14097" cy="14097"/>
            </a:xfrm>
            <a:custGeom>
              <a:avLst/>
              <a:gdLst>
                <a:gd name="connsiteX0" fmla="*/ 14097 w 14097"/>
                <a:gd name="connsiteY0" fmla="*/ 7049 h 14097"/>
                <a:gd name="connsiteX1" fmla="*/ 7049 w 14097"/>
                <a:gd name="connsiteY1" fmla="*/ 14097 h 14097"/>
                <a:gd name="connsiteX2" fmla="*/ 0 w 14097"/>
                <a:gd name="connsiteY2" fmla="*/ 7049 h 14097"/>
                <a:gd name="connsiteX3" fmla="*/ 6953 w 14097"/>
                <a:gd name="connsiteY3" fmla="*/ 0 h 14097"/>
                <a:gd name="connsiteX4" fmla="*/ 14097 w 14097"/>
                <a:gd name="connsiteY4" fmla="*/ 7049 h 14097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14097" h="14097">
                  <a:moveTo>
                    <a:pt x="14097" y="7049"/>
                  </a:moveTo>
                  <a:cubicBezTo>
                    <a:pt x="14097" y="10954"/>
                    <a:pt x="10954" y="14097"/>
                    <a:pt x="7049" y="14097"/>
                  </a:cubicBezTo>
                  <a:cubicBezTo>
                    <a:pt x="3143" y="14097"/>
                    <a:pt x="0" y="10954"/>
                    <a:pt x="0" y="7049"/>
                  </a:cubicBezTo>
                  <a:cubicBezTo>
                    <a:pt x="0" y="3143"/>
                    <a:pt x="3048" y="0"/>
                    <a:pt x="6953" y="0"/>
                  </a:cubicBezTo>
                  <a:cubicBezTo>
                    <a:pt x="10954" y="0"/>
                    <a:pt x="14097" y="3143"/>
                    <a:pt x="14097" y="7049"/>
                  </a:cubicBezTo>
                  <a:close/>
                </a:path>
              </a:pathLst>
            </a:custGeom>
            <a:grpFill/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242" name="Freeform: Shape 241">
              <a:extLst>
                <a:ext uri="{FF2B5EF4-FFF2-40B4-BE49-F238E27FC236}">
                  <a16:creationId xmlns:a16="http://schemas.microsoft.com/office/drawing/2014/main" id="{A57037D2-0958-4F34-815F-C8CA7F86AEE1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6207620" y="3067039"/>
              <a:ext cx="14096" cy="14097"/>
            </a:xfrm>
            <a:custGeom>
              <a:avLst/>
              <a:gdLst>
                <a:gd name="connsiteX0" fmla="*/ 14097 w 14096"/>
                <a:gd name="connsiteY0" fmla="*/ 7049 h 14097"/>
                <a:gd name="connsiteX1" fmla="*/ 7048 w 14096"/>
                <a:gd name="connsiteY1" fmla="*/ 14097 h 14097"/>
                <a:gd name="connsiteX2" fmla="*/ 0 w 14096"/>
                <a:gd name="connsiteY2" fmla="*/ 7049 h 14097"/>
                <a:gd name="connsiteX3" fmla="*/ 7048 w 14096"/>
                <a:gd name="connsiteY3" fmla="*/ 0 h 14097"/>
                <a:gd name="connsiteX4" fmla="*/ 14097 w 14096"/>
                <a:gd name="connsiteY4" fmla="*/ 7049 h 14097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14096" h="14097">
                  <a:moveTo>
                    <a:pt x="14097" y="7049"/>
                  </a:moveTo>
                  <a:cubicBezTo>
                    <a:pt x="14097" y="10954"/>
                    <a:pt x="10954" y="14097"/>
                    <a:pt x="7048" y="14097"/>
                  </a:cubicBezTo>
                  <a:cubicBezTo>
                    <a:pt x="3143" y="14097"/>
                    <a:pt x="0" y="10954"/>
                    <a:pt x="0" y="7049"/>
                  </a:cubicBezTo>
                  <a:cubicBezTo>
                    <a:pt x="0" y="3143"/>
                    <a:pt x="3143" y="0"/>
                    <a:pt x="7048" y="0"/>
                  </a:cubicBezTo>
                  <a:cubicBezTo>
                    <a:pt x="10954" y="0"/>
                    <a:pt x="14097" y="3143"/>
                    <a:pt x="14097" y="7049"/>
                  </a:cubicBezTo>
                  <a:close/>
                </a:path>
              </a:pathLst>
            </a:custGeom>
            <a:grpFill/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243" name="Freeform: Shape 242">
              <a:extLst>
                <a:ext uri="{FF2B5EF4-FFF2-40B4-BE49-F238E27FC236}">
                  <a16:creationId xmlns:a16="http://schemas.microsoft.com/office/drawing/2014/main" id="{30AF3969-3F11-4157-B4B9-33B1314623EE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6266865" y="3067039"/>
              <a:ext cx="14096" cy="14097"/>
            </a:xfrm>
            <a:custGeom>
              <a:avLst/>
              <a:gdLst>
                <a:gd name="connsiteX0" fmla="*/ 14097 w 14096"/>
                <a:gd name="connsiteY0" fmla="*/ 7049 h 14097"/>
                <a:gd name="connsiteX1" fmla="*/ 7049 w 14096"/>
                <a:gd name="connsiteY1" fmla="*/ 14097 h 14097"/>
                <a:gd name="connsiteX2" fmla="*/ 0 w 14096"/>
                <a:gd name="connsiteY2" fmla="*/ 7049 h 14097"/>
                <a:gd name="connsiteX3" fmla="*/ 6953 w 14096"/>
                <a:gd name="connsiteY3" fmla="*/ 0 h 14097"/>
                <a:gd name="connsiteX4" fmla="*/ 14097 w 14096"/>
                <a:gd name="connsiteY4" fmla="*/ 7049 h 14097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14096" h="14097">
                  <a:moveTo>
                    <a:pt x="14097" y="7049"/>
                  </a:moveTo>
                  <a:cubicBezTo>
                    <a:pt x="14097" y="10954"/>
                    <a:pt x="10954" y="14097"/>
                    <a:pt x="7049" y="14097"/>
                  </a:cubicBezTo>
                  <a:cubicBezTo>
                    <a:pt x="3143" y="14097"/>
                    <a:pt x="0" y="10954"/>
                    <a:pt x="0" y="7049"/>
                  </a:cubicBezTo>
                  <a:cubicBezTo>
                    <a:pt x="0" y="3143"/>
                    <a:pt x="3048" y="0"/>
                    <a:pt x="6953" y="0"/>
                  </a:cubicBezTo>
                  <a:cubicBezTo>
                    <a:pt x="10859" y="0"/>
                    <a:pt x="14097" y="3143"/>
                    <a:pt x="14097" y="7049"/>
                  </a:cubicBezTo>
                  <a:close/>
                </a:path>
              </a:pathLst>
            </a:custGeom>
            <a:grpFill/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244" name="Freeform: Shape 243">
              <a:extLst>
                <a:ext uri="{FF2B5EF4-FFF2-40B4-BE49-F238E27FC236}">
                  <a16:creationId xmlns:a16="http://schemas.microsoft.com/office/drawing/2014/main" id="{51D613E3-18F5-4426-ADEB-DEC123E16B63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6326014" y="3067039"/>
              <a:ext cx="14096" cy="14097"/>
            </a:xfrm>
            <a:custGeom>
              <a:avLst/>
              <a:gdLst>
                <a:gd name="connsiteX0" fmla="*/ 14097 w 14096"/>
                <a:gd name="connsiteY0" fmla="*/ 7049 h 14097"/>
                <a:gd name="connsiteX1" fmla="*/ 7048 w 14096"/>
                <a:gd name="connsiteY1" fmla="*/ 14097 h 14097"/>
                <a:gd name="connsiteX2" fmla="*/ 0 w 14096"/>
                <a:gd name="connsiteY2" fmla="*/ 7049 h 14097"/>
                <a:gd name="connsiteX3" fmla="*/ 7048 w 14096"/>
                <a:gd name="connsiteY3" fmla="*/ 0 h 14097"/>
                <a:gd name="connsiteX4" fmla="*/ 14097 w 14096"/>
                <a:gd name="connsiteY4" fmla="*/ 7049 h 14097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14096" h="14097">
                  <a:moveTo>
                    <a:pt x="14097" y="7049"/>
                  </a:moveTo>
                  <a:cubicBezTo>
                    <a:pt x="14097" y="10954"/>
                    <a:pt x="10954" y="14097"/>
                    <a:pt x="7048" y="14097"/>
                  </a:cubicBezTo>
                  <a:cubicBezTo>
                    <a:pt x="3143" y="14097"/>
                    <a:pt x="0" y="10954"/>
                    <a:pt x="0" y="7049"/>
                  </a:cubicBezTo>
                  <a:cubicBezTo>
                    <a:pt x="0" y="3143"/>
                    <a:pt x="3143" y="0"/>
                    <a:pt x="7048" y="0"/>
                  </a:cubicBezTo>
                  <a:cubicBezTo>
                    <a:pt x="10954" y="0"/>
                    <a:pt x="14097" y="3143"/>
                    <a:pt x="14097" y="7049"/>
                  </a:cubicBezTo>
                  <a:close/>
                </a:path>
              </a:pathLst>
            </a:custGeom>
            <a:grpFill/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245" name="Freeform: Shape 244">
              <a:extLst>
                <a:ext uri="{FF2B5EF4-FFF2-40B4-BE49-F238E27FC236}">
                  <a16:creationId xmlns:a16="http://schemas.microsoft.com/office/drawing/2014/main" id="{1DC25548-A3A9-4018-A29B-6972D353F9B2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6385260" y="3067039"/>
              <a:ext cx="14096" cy="14097"/>
            </a:xfrm>
            <a:custGeom>
              <a:avLst/>
              <a:gdLst>
                <a:gd name="connsiteX0" fmla="*/ 14097 w 14096"/>
                <a:gd name="connsiteY0" fmla="*/ 7049 h 14097"/>
                <a:gd name="connsiteX1" fmla="*/ 7048 w 14096"/>
                <a:gd name="connsiteY1" fmla="*/ 14097 h 14097"/>
                <a:gd name="connsiteX2" fmla="*/ 0 w 14096"/>
                <a:gd name="connsiteY2" fmla="*/ 7049 h 14097"/>
                <a:gd name="connsiteX3" fmla="*/ 6953 w 14096"/>
                <a:gd name="connsiteY3" fmla="*/ 0 h 14097"/>
                <a:gd name="connsiteX4" fmla="*/ 14097 w 14096"/>
                <a:gd name="connsiteY4" fmla="*/ 7049 h 14097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14096" h="14097">
                  <a:moveTo>
                    <a:pt x="14097" y="7049"/>
                  </a:moveTo>
                  <a:cubicBezTo>
                    <a:pt x="14097" y="10954"/>
                    <a:pt x="10954" y="14097"/>
                    <a:pt x="7048" y="14097"/>
                  </a:cubicBezTo>
                  <a:cubicBezTo>
                    <a:pt x="3143" y="14097"/>
                    <a:pt x="0" y="10954"/>
                    <a:pt x="0" y="7049"/>
                  </a:cubicBezTo>
                  <a:cubicBezTo>
                    <a:pt x="0" y="3143"/>
                    <a:pt x="3048" y="0"/>
                    <a:pt x="6953" y="0"/>
                  </a:cubicBezTo>
                  <a:cubicBezTo>
                    <a:pt x="10858" y="0"/>
                    <a:pt x="14097" y="3143"/>
                    <a:pt x="14097" y="7049"/>
                  </a:cubicBezTo>
                  <a:close/>
                </a:path>
              </a:pathLst>
            </a:custGeom>
            <a:grpFill/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246" name="Freeform: Shape 245">
              <a:extLst>
                <a:ext uri="{FF2B5EF4-FFF2-40B4-BE49-F238E27FC236}">
                  <a16:creationId xmlns:a16="http://schemas.microsoft.com/office/drawing/2014/main" id="{7EDE6372-94D2-435D-BD43-A20072D8074F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6444410" y="3067039"/>
              <a:ext cx="14096" cy="14097"/>
            </a:xfrm>
            <a:custGeom>
              <a:avLst/>
              <a:gdLst>
                <a:gd name="connsiteX0" fmla="*/ 14097 w 14096"/>
                <a:gd name="connsiteY0" fmla="*/ 7049 h 14097"/>
                <a:gd name="connsiteX1" fmla="*/ 7048 w 14096"/>
                <a:gd name="connsiteY1" fmla="*/ 14097 h 14097"/>
                <a:gd name="connsiteX2" fmla="*/ 0 w 14096"/>
                <a:gd name="connsiteY2" fmla="*/ 7049 h 14097"/>
                <a:gd name="connsiteX3" fmla="*/ 7048 w 14096"/>
                <a:gd name="connsiteY3" fmla="*/ 0 h 14097"/>
                <a:gd name="connsiteX4" fmla="*/ 14097 w 14096"/>
                <a:gd name="connsiteY4" fmla="*/ 7049 h 14097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14096" h="14097">
                  <a:moveTo>
                    <a:pt x="14097" y="7049"/>
                  </a:moveTo>
                  <a:cubicBezTo>
                    <a:pt x="14097" y="10941"/>
                    <a:pt x="10941" y="14097"/>
                    <a:pt x="7048" y="14097"/>
                  </a:cubicBezTo>
                  <a:cubicBezTo>
                    <a:pt x="3156" y="14097"/>
                    <a:pt x="0" y="10941"/>
                    <a:pt x="0" y="7049"/>
                  </a:cubicBezTo>
                  <a:cubicBezTo>
                    <a:pt x="0" y="3156"/>
                    <a:pt x="3156" y="0"/>
                    <a:pt x="7048" y="0"/>
                  </a:cubicBezTo>
                  <a:cubicBezTo>
                    <a:pt x="10941" y="0"/>
                    <a:pt x="14097" y="3156"/>
                    <a:pt x="14097" y="7049"/>
                  </a:cubicBezTo>
                  <a:close/>
                </a:path>
              </a:pathLst>
            </a:custGeom>
            <a:grpFill/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247" name="Freeform: Shape 246">
              <a:extLst>
                <a:ext uri="{FF2B5EF4-FFF2-40B4-BE49-F238E27FC236}">
                  <a16:creationId xmlns:a16="http://schemas.microsoft.com/office/drawing/2014/main" id="{729575A6-77E2-4199-8F0A-27C89330A0C7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6148469" y="3126281"/>
              <a:ext cx="14097" cy="14099"/>
            </a:xfrm>
            <a:custGeom>
              <a:avLst/>
              <a:gdLst>
                <a:gd name="connsiteX0" fmla="*/ 14097 w 14097"/>
                <a:gd name="connsiteY0" fmla="*/ 7051 h 14099"/>
                <a:gd name="connsiteX1" fmla="*/ 7049 w 14097"/>
                <a:gd name="connsiteY1" fmla="*/ 14099 h 14099"/>
                <a:gd name="connsiteX2" fmla="*/ 0 w 14097"/>
                <a:gd name="connsiteY2" fmla="*/ 7051 h 14099"/>
                <a:gd name="connsiteX3" fmla="*/ 7049 w 14097"/>
                <a:gd name="connsiteY3" fmla="*/ 2 h 14099"/>
                <a:gd name="connsiteX4" fmla="*/ 14097 w 14097"/>
                <a:gd name="connsiteY4" fmla="*/ 7051 h 14099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14097" h="14099">
                  <a:moveTo>
                    <a:pt x="14097" y="7051"/>
                  </a:moveTo>
                  <a:cubicBezTo>
                    <a:pt x="14097" y="10956"/>
                    <a:pt x="10954" y="14099"/>
                    <a:pt x="7049" y="14099"/>
                  </a:cubicBezTo>
                  <a:cubicBezTo>
                    <a:pt x="3143" y="14099"/>
                    <a:pt x="0" y="10956"/>
                    <a:pt x="0" y="7051"/>
                  </a:cubicBezTo>
                  <a:cubicBezTo>
                    <a:pt x="0" y="3145"/>
                    <a:pt x="3143" y="2"/>
                    <a:pt x="7049" y="2"/>
                  </a:cubicBezTo>
                  <a:cubicBezTo>
                    <a:pt x="10954" y="-93"/>
                    <a:pt x="14097" y="3145"/>
                    <a:pt x="14097" y="7051"/>
                  </a:cubicBezTo>
                  <a:close/>
                </a:path>
              </a:pathLst>
            </a:custGeom>
            <a:grpFill/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248" name="Freeform: Shape 247">
              <a:extLst>
                <a:ext uri="{FF2B5EF4-FFF2-40B4-BE49-F238E27FC236}">
                  <a16:creationId xmlns:a16="http://schemas.microsoft.com/office/drawing/2014/main" id="{12EB506D-59AD-4011-80F8-36A2BDB9540A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6207620" y="3126281"/>
              <a:ext cx="14096" cy="14099"/>
            </a:xfrm>
            <a:custGeom>
              <a:avLst/>
              <a:gdLst>
                <a:gd name="connsiteX0" fmla="*/ 14097 w 14096"/>
                <a:gd name="connsiteY0" fmla="*/ 7051 h 14099"/>
                <a:gd name="connsiteX1" fmla="*/ 7048 w 14096"/>
                <a:gd name="connsiteY1" fmla="*/ 14099 h 14099"/>
                <a:gd name="connsiteX2" fmla="*/ 0 w 14096"/>
                <a:gd name="connsiteY2" fmla="*/ 7051 h 14099"/>
                <a:gd name="connsiteX3" fmla="*/ 7048 w 14096"/>
                <a:gd name="connsiteY3" fmla="*/ 2 h 14099"/>
                <a:gd name="connsiteX4" fmla="*/ 14097 w 14096"/>
                <a:gd name="connsiteY4" fmla="*/ 7051 h 14099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14096" h="14099">
                  <a:moveTo>
                    <a:pt x="14097" y="7051"/>
                  </a:moveTo>
                  <a:cubicBezTo>
                    <a:pt x="14097" y="10956"/>
                    <a:pt x="10954" y="14099"/>
                    <a:pt x="7048" y="14099"/>
                  </a:cubicBezTo>
                  <a:cubicBezTo>
                    <a:pt x="3143" y="14099"/>
                    <a:pt x="0" y="10956"/>
                    <a:pt x="0" y="7051"/>
                  </a:cubicBezTo>
                  <a:cubicBezTo>
                    <a:pt x="0" y="3145"/>
                    <a:pt x="3143" y="2"/>
                    <a:pt x="7048" y="2"/>
                  </a:cubicBezTo>
                  <a:cubicBezTo>
                    <a:pt x="10954" y="-93"/>
                    <a:pt x="14097" y="3145"/>
                    <a:pt x="14097" y="7051"/>
                  </a:cubicBezTo>
                  <a:close/>
                </a:path>
              </a:pathLst>
            </a:custGeom>
            <a:grpFill/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249" name="Freeform: Shape 248">
              <a:extLst>
                <a:ext uri="{FF2B5EF4-FFF2-40B4-BE49-F238E27FC236}">
                  <a16:creationId xmlns:a16="http://schemas.microsoft.com/office/drawing/2014/main" id="{92FD46FA-14EB-46A2-B4A3-ECD1F49BAC63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6266865" y="3126281"/>
              <a:ext cx="14096" cy="14099"/>
            </a:xfrm>
            <a:custGeom>
              <a:avLst/>
              <a:gdLst>
                <a:gd name="connsiteX0" fmla="*/ 14097 w 14096"/>
                <a:gd name="connsiteY0" fmla="*/ 7051 h 14099"/>
                <a:gd name="connsiteX1" fmla="*/ 7049 w 14096"/>
                <a:gd name="connsiteY1" fmla="*/ 14099 h 14099"/>
                <a:gd name="connsiteX2" fmla="*/ 0 w 14096"/>
                <a:gd name="connsiteY2" fmla="*/ 7051 h 14099"/>
                <a:gd name="connsiteX3" fmla="*/ 7049 w 14096"/>
                <a:gd name="connsiteY3" fmla="*/ 2 h 14099"/>
                <a:gd name="connsiteX4" fmla="*/ 14097 w 14096"/>
                <a:gd name="connsiteY4" fmla="*/ 7051 h 14099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14096" h="14099">
                  <a:moveTo>
                    <a:pt x="14097" y="7051"/>
                  </a:moveTo>
                  <a:cubicBezTo>
                    <a:pt x="14097" y="10956"/>
                    <a:pt x="10954" y="14099"/>
                    <a:pt x="7049" y="14099"/>
                  </a:cubicBezTo>
                  <a:cubicBezTo>
                    <a:pt x="3143" y="14099"/>
                    <a:pt x="0" y="10956"/>
                    <a:pt x="0" y="7051"/>
                  </a:cubicBezTo>
                  <a:cubicBezTo>
                    <a:pt x="0" y="3145"/>
                    <a:pt x="3143" y="2"/>
                    <a:pt x="7049" y="2"/>
                  </a:cubicBezTo>
                  <a:cubicBezTo>
                    <a:pt x="10859" y="-93"/>
                    <a:pt x="14097" y="3145"/>
                    <a:pt x="14097" y="7051"/>
                  </a:cubicBezTo>
                  <a:close/>
                </a:path>
              </a:pathLst>
            </a:custGeom>
            <a:grpFill/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250" name="Freeform: Shape 249">
              <a:extLst>
                <a:ext uri="{FF2B5EF4-FFF2-40B4-BE49-F238E27FC236}">
                  <a16:creationId xmlns:a16="http://schemas.microsoft.com/office/drawing/2014/main" id="{1CD84E07-49A9-40E3-B34C-91C156C9C60F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6326014" y="3126281"/>
              <a:ext cx="14096" cy="14099"/>
            </a:xfrm>
            <a:custGeom>
              <a:avLst/>
              <a:gdLst>
                <a:gd name="connsiteX0" fmla="*/ 14097 w 14096"/>
                <a:gd name="connsiteY0" fmla="*/ 7051 h 14099"/>
                <a:gd name="connsiteX1" fmla="*/ 7048 w 14096"/>
                <a:gd name="connsiteY1" fmla="*/ 14099 h 14099"/>
                <a:gd name="connsiteX2" fmla="*/ 0 w 14096"/>
                <a:gd name="connsiteY2" fmla="*/ 7051 h 14099"/>
                <a:gd name="connsiteX3" fmla="*/ 7048 w 14096"/>
                <a:gd name="connsiteY3" fmla="*/ 2 h 14099"/>
                <a:gd name="connsiteX4" fmla="*/ 14097 w 14096"/>
                <a:gd name="connsiteY4" fmla="*/ 7051 h 14099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14096" h="14099">
                  <a:moveTo>
                    <a:pt x="14097" y="7051"/>
                  </a:moveTo>
                  <a:cubicBezTo>
                    <a:pt x="14097" y="10956"/>
                    <a:pt x="10954" y="14099"/>
                    <a:pt x="7048" y="14099"/>
                  </a:cubicBezTo>
                  <a:cubicBezTo>
                    <a:pt x="3143" y="14099"/>
                    <a:pt x="0" y="10956"/>
                    <a:pt x="0" y="7051"/>
                  </a:cubicBezTo>
                  <a:cubicBezTo>
                    <a:pt x="0" y="3145"/>
                    <a:pt x="3143" y="2"/>
                    <a:pt x="7048" y="2"/>
                  </a:cubicBezTo>
                  <a:cubicBezTo>
                    <a:pt x="10954" y="-93"/>
                    <a:pt x="14097" y="3145"/>
                    <a:pt x="14097" y="7051"/>
                  </a:cubicBezTo>
                  <a:close/>
                </a:path>
              </a:pathLst>
            </a:custGeom>
            <a:grpFill/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251" name="Freeform: Shape 250">
              <a:extLst>
                <a:ext uri="{FF2B5EF4-FFF2-40B4-BE49-F238E27FC236}">
                  <a16:creationId xmlns:a16="http://schemas.microsoft.com/office/drawing/2014/main" id="{F3090306-C384-44A0-8C38-77397133BA04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6385260" y="3126281"/>
              <a:ext cx="14096" cy="14099"/>
            </a:xfrm>
            <a:custGeom>
              <a:avLst/>
              <a:gdLst>
                <a:gd name="connsiteX0" fmla="*/ 14097 w 14096"/>
                <a:gd name="connsiteY0" fmla="*/ 7051 h 14099"/>
                <a:gd name="connsiteX1" fmla="*/ 7048 w 14096"/>
                <a:gd name="connsiteY1" fmla="*/ 14099 h 14099"/>
                <a:gd name="connsiteX2" fmla="*/ 0 w 14096"/>
                <a:gd name="connsiteY2" fmla="*/ 7051 h 14099"/>
                <a:gd name="connsiteX3" fmla="*/ 7048 w 14096"/>
                <a:gd name="connsiteY3" fmla="*/ 2 h 14099"/>
                <a:gd name="connsiteX4" fmla="*/ 14097 w 14096"/>
                <a:gd name="connsiteY4" fmla="*/ 7051 h 14099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14096" h="14099">
                  <a:moveTo>
                    <a:pt x="14097" y="7051"/>
                  </a:moveTo>
                  <a:cubicBezTo>
                    <a:pt x="14097" y="10956"/>
                    <a:pt x="10954" y="14099"/>
                    <a:pt x="7048" y="14099"/>
                  </a:cubicBezTo>
                  <a:cubicBezTo>
                    <a:pt x="3143" y="14099"/>
                    <a:pt x="0" y="10956"/>
                    <a:pt x="0" y="7051"/>
                  </a:cubicBezTo>
                  <a:cubicBezTo>
                    <a:pt x="0" y="3145"/>
                    <a:pt x="3143" y="2"/>
                    <a:pt x="7048" y="2"/>
                  </a:cubicBezTo>
                  <a:cubicBezTo>
                    <a:pt x="10858" y="-93"/>
                    <a:pt x="14097" y="3145"/>
                    <a:pt x="14097" y="7051"/>
                  </a:cubicBezTo>
                  <a:close/>
                </a:path>
              </a:pathLst>
            </a:custGeom>
            <a:grpFill/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252" name="Freeform: Shape 251">
              <a:extLst>
                <a:ext uri="{FF2B5EF4-FFF2-40B4-BE49-F238E27FC236}">
                  <a16:creationId xmlns:a16="http://schemas.microsoft.com/office/drawing/2014/main" id="{3515E97E-31A4-4273-AB55-8EAD74CB9EBB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6444410" y="3126283"/>
              <a:ext cx="14096" cy="14097"/>
            </a:xfrm>
            <a:custGeom>
              <a:avLst/>
              <a:gdLst>
                <a:gd name="connsiteX0" fmla="*/ 14097 w 14096"/>
                <a:gd name="connsiteY0" fmla="*/ 7049 h 14097"/>
                <a:gd name="connsiteX1" fmla="*/ 7048 w 14096"/>
                <a:gd name="connsiteY1" fmla="*/ 14097 h 14097"/>
                <a:gd name="connsiteX2" fmla="*/ 0 w 14096"/>
                <a:gd name="connsiteY2" fmla="*/ 7049 h 14097"/>
                <a:gd name="connsiteX3" fmla="*/ 7048 w 14096"/>
                <a:gd name="connsiteY3" fmla="*/ 0 h 14097"/>
                <a:gd name="connsiteX4" fmla="*/ 14097 w 14096"/>
                <a:gd name="connsiteY4" fmla="*/ 7049 h 14097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14096" h="14097">
                  <a:moveTo>
                    <a:pt x="14097" y="7049"/>
                  </a:moveTo>
                  <a:cubicBezTo>
                    <a:pt x="14097" y="10954"/>
                    <a:pt x="10954" y="14097"/>
                    <a:pt x="7048" y="14097"/>
                  </a:cubicBezTo>
                  <a:cubicBezTo>
                    <a:pt x="3143" y="14097"/>
                    <a:pt x="0" y="10954"/>
                    <a:pt x="0" y="7049"/>
                  </a:cubicBezTo>
                  <a:cubicBezTo>
                    <a:pt x="0" y="3143"/>
                    <a:pt x="3143" y="0"/>
                    <a:pt x="7048" y="0"/>
                  </a:cubicBezTo>
                  <a:cubicBezTo>
                    <a:pt x="10954" y="0"/>
                    <a:pt x="14097" y="3143"/>
                    <a:pt x="14097" y="7049"/>
                  </a:cubicBezTo>
                  <a:close/>
                </a:path>
              </a:pathLst>
            </a:custGeom>
            <a:grpFill/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253" name="Freeform: Shape 252">
              <a:extLst>
                <a:ext uri="{FF2B5EF4-FFF2-40B4-BE49-F238E27FC236}">
                  <a16:creationId xmlns:a16="http://schemas.microsoft.com/office/drawing/2014/main" id="{792F63CA-0494-43E2-A0AA-37C35C832606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6148469" y="3185433"/>
              <a:ext cx="14097" cy="14096"/>
            </a:xfrm>
            <a:custGeom>
              <a:avLst/>
              <a:gdLst>
                <a:gd name="connsiteX0" fmla="*/ 14097 w 14097"/>
                <a:gd name="connsiteY0" fmla="*/ 7048 h 14096"/>
                <a:gd name="connsiteX1" fmla="*/ 7049 w 14097"/>
                <a:gd name="connsiteY1" fmla="*/ 14097 h 14096"/>
                <a:gd name="connsiteX2" fmla="*/ 0 w 14097"/>
                <a:gd name="connsiteY2" fmla="*/ 7048 h 14096"/>
                <a:gd name="connsiteX3" fmla="*/ 7049 w 14097"/>
                <a:gd name="connsiteY3" fmla="*/ 0 h 14096"/>
                <a:gd name="connsiteX4" fmla="*/ 14097 w 14097"/>
                <a:gd name="connsiteY4" fmla="*/ 7048 h 1409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14097" h="14096">
                  <a:moveTo>
                    <a:pt x="14097" y="7048"/>
                  </a:moveTo>
                  <a:cubicBezTo>
                    <a:pt x="14097" y="10954"/>
                    <a:pt x="10954" y="14097"/>
                    <a:pt x="7049" y="14097"/>
                  </a:cubicBezTo>
                  <a:cubicBezTo>
                    <a:pt x="3143" y="14097"/>
                    <a:pt x="0" y="10954"/>
                    <a:pt x="0" y="7048"/>
                  </a:cubicBezTo>
                  <a:cubicBezTo>
                    <a:pt x="0" y="3143"/>
                    <a:pt x="3143" y="0"/>
                    <a:pt x="7049" y="0"/>
                  </a:cubicBezTo>
                  <a:cubicBezTo>
                    <a:pt x="10954" y="0"/>
                    <a:pt x="14097" y="3143"/>
                    <a:pt x="14097" y="7048"/>
                  </a:cubicBezTo>
                  <a:close/>
                </a:path>
              </a:pathLst>
            </a:custGeom>
            <a:grpFill/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254" name="Freeform: Shape 253">
              <a:extLst>
                <a:ext uri="{FF2B5EF4-FFF2-40B4-BE49-F238E27FC236}">
                  <a16:creationId xmlns:a16="http://schemas.microsoft.com/office/drawing/2014/main" id="{5389A040-E4CC-4CE7-8B9F-40ECA9ACE11A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6207620" y="3185433"/>
              <a:ext cx="14096" cy="14096"/>
            </a:xfrm>
            <a:custGeom>
              <a:avLst/>
              <a:gdLst>
                <a:gd name="connsiteX0" fmla="*/ 14097 w 14096"/>
                <a:gd name="connsiteY0" fmla="*/ 7048 h 14096"/>
                <a:gd name="connsiteX1" fmla="*/ 7048 w 14096"/>
                <a:gd name="connsiteY1" fmla="*/ 14097 h 14096"/>
                <a:gd name="connsiteX2" fmla="*/ 0 w 14096"/>
                <a:gd name="connsiteY2" fmla="*/ 7048 h 14096"/>
                <a:gd name="connsiteX3" fmla="*/ 7048 w 14096"/>
                <a:gd name="connsiteY3" fmla="*/ 0 h 14096"/>
                <a:gd name="connsiteX4" fmla="*/ 14097 w 14096"/>
                <a:gd name="connsiteY4" fmla="*/ 7048 h 1409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14096" h="14096">
                  <a:moveTo>
                    <a:pt x="14097" y="7048"/>
                  </a:moveTo>
                  <a:cubicBezTo>
                    <a:pt x="14097" y="10954"/>
                    <a:pt x="10954" y="14097"/>
                    <a:pt x="7048" y="14097"/>
                  </a:cubicBezTo>
                  <a:cubicBezTo>
                    <a:pt x="3143" y="14097"/>
                    <a:pt x="0" y="10954"/>
                    <a:pt x="0" y="7048"/>
                  </a:cubicBezTo>
                  <a:cubicBezTo>
                    <a:pt x="0" y="3143"/>
                    <a:pt x="3143" y="0"/>
                    <a:pt x="7048" y="0"/>
                  </a:cubicBezTo>
                  <a:cubicBezTo>
                    <a:pt x="10954" y="0"/>
                    <a:pt x="14097" y="3143"/>
                    <a:pt x="14097" y="7048"/>
                  </a:cubicBezTo>
                  <a:close/>
                </a:path>
              </a:pathLst>
            </a:custGeom>
            <a:grpFill/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255" name="Freeform: Shape 254">
              <a:extLst>
                <a:ext uri="{FF2B5EF4-FFF2-40B4-BE49-F238E27FC236}">
                  <a16:creationId xmlns:a16="http://schemas.microsoft.com/office/drawing/2014/main" id="{1BA51B23-705C-49BE-B606-8A9B623E0A55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6266865" y="3185433"/>
              <a:ext cx="14096" cy="14096"/>
            </a:xfrm>
            <a:custGeom>
              <a:avLst/>
              <a:gdLst>
                <a:gd name="connsiteX0" fmla="*/ 14097 w 14096"/>
                <a:gd name="connsiteY0" fmla="*/ 7048 h 14096"/>
                <a:gd name="connsiteX1" fmla="*/ 7049 w 14096"/>
                <a:gd name="connsiteY1" fmla="*/ 14097 h 14096"/>
                <a:gd name="connsiteX2" fmla="*/ 0 w 14096"/>
                <a:gd name="connsiteY2" fmla="*/ 7048 h 14096"/>
                <a:gd name="connsiteX3" fmla="*/ 7049 w 14096"/>
                <a:gd name="connsiteY3" fmla="*/ 0 h 14096"/>
                <a:gd name="connsiteX4" fmla="*/ 14097 w 14096"/>
                <a:gd name="connsiteY4" fmla="*/ 7048 h 1409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14096" h="14096">
                  <a:moveTo>
                    <a:pt x="14097" y="7048"/>
                  </a:moveTo>
                  <a:cubicBezTo>
                    <a:pt x="14097" y="10954"/>
                    <a:pt x="10954" y="14097"/>
                    <a:pt x="7049" y="14097"/>
                  </a:cubicBezTo>
                  <a:cubicBezTo>
                    <a:pt x="3143" y="14097"/>
                    <a:pt x="0" y="10954"/>
                    <a:pt x="0" y="7048"/>
                  </a:cubicBezTo>
                  <a:cubicBezTo>
                    <a:pt x="0" y="3143"/>
                    <a:pt x="3143" y="0"/>
                    <a:pt x="7049" y="0"/>
                  </a:cubicBezTo>
                  <a:cubicBezTo>
                    <a:pt x="10859" y="0"/>
                    <a:pt x="14097" y="3143"/>
                    <a:pt x="14097" y="7048"/>
                  </a:cubicBezTo>
                  <a:close/>
                </a:path>
              </a:pathLst>
            </a:custGeom>
            <a:grpFill/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256" name="Freeform: Shape 255">
              <a:extLst>
                <a:ext uri="{FF2B5EF4-FFF2-40B4-BE49-F238E27FC236}">
                  <a16:creationId xmlns:a16="http://schemas.microsoft.com/office/drawing/2014/main" id="{B16EF17A-F451-4B5B-9052-33A9116E9DEA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6326014" y="3185433"/>
              <a:ext cx="14096" cy="14096"/>
            </a:xfrm>
            <a:custGeom>
              <a:avLst/>
              <a:gdLst>
                <a:gd name="connsiteX0" fmla="*/ 14097 w 14096"/>
                <a:gd name="connsiteY0" fmla="*/ 7048 h 14096"/>
                <a:gd name="connsiteX1" fmla="*/ 7048 w 14096"/>
                <a:gd name="connsiteY1" fmla="*/ 14097 h 14096"/>
                <a:gd name="connsiteX2" fmla="*/ 0 w 14096"/>
                <a:gd name="connsiteY2" fmla="*/ 7048 h 14096"/>
                <a:gd name="connsiteX3" fmla="*/ 7048 w 14096"/>
                <a:gd name="connsiteY3" fmla="*/ 0 h 14096"/>
                <a:gd name="connsiteX4" fmla="*/ 14097 w 14096"/>
                <a:gd name="connsiteY4" fmla="*/ 7048 h 1409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14096" h="14096">
                  <a:moveTo>
                    <a:pt x="14097" y="7048"/>
                  </a:moveTo>
                  <a:cubicBezTo>
                    <a:pt x="14097" y="10954"/>
                    <a:pt x="10954" y="14097"/>
                    <a:pt x="7048" y="14097"/>
                  </a:cubicBezTo>
                  <a:cubicBezTo>
                    <a:pt x="3143" y="14097"/>
                    <a:pt x="0" y="10954"/>
                    <a:pt x="0" y="7048"/>
                  </a:cubicBezTo>
                  <a:cubicBezTo>
                    <a:pt x="0" y="3143"/>
                    <a:pt x="3143" y="0"/>
                    <a:pt x="7048" y="0"/>
                  </a:cubicBezTo>
                  <a:cubicBezTo>
                    <a:pt x="10954" y="0"/>
                    <a:pt x="14097" y="3143"/>
                    <a:pt x="14097" y="7048"/>
                  </a:cubicBezTo>
                  <a:close/>
                </a:path>
              </a:pathLst>
            </a:custGeom>
            <a:grpFill/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257" name="Freeform: Shape 256">
              <a:extLst>
                <a:ext uri="{FF2B5EF4-FFF2-40B4-BE49-F238E27FC236}">
                  <a16:creationId xmlns:a16="http://schemas.microsoft.com/office/drawing/2014/main" id="{1B20B7D1-27D7-4E1A-A317-E9E7A105A94B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6385260" y="3185433"/>
              <a:ext cx="14096" cy="14096"/>
            </a:xfrm>
            <a:custGeom>
              <a:avLst/>
              <a:gdLst>
                <a:gd name="connsiteX0" fmla="*/ 14097 w 14096"/>
                <a:gd name="connsiteY0" fmla="*/ 7048 h 14096"/>
                <a:gd name="connsiteX1" fmla="*/ 7048 w 14096"/>
                <a:gd name="connsiteY1" fmla="*/ 14097 h 14096"/>
                <a:gd name="connsiteX2" fmla="*/ 0 w 14096"/>
                <a:gd name="connsiteY2" fmla="*/ 7048 h 14096"/>
                <a:gd name="connsiteX3" fmla="*/ 7048 w 14096"/>
                <a:gd name="connsiteY3" fmla="*/ 0 h 14096"/>
                <a:gd name="connsiteX4" fmla="*/ 14097 w 14096"/>
                <a:gd name="connsiteY4" fmla="*/ 7048 h 1409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14096" h="14096">
                  <a:moveTo>
                    <a:pt x="14097" y="7048"/>
                  </a:moveTo>
                  <a:cubicBezTo>
                    <a:pt x="14097" y="10954"/>
                    <a:pt x="10954" y="14097"/>
                    <a:pt x="7048" y="14097"/>
                  </a:cubicBezTo>
                  <a:cubicBezTo>
                    <a:pt x="3143" y="14097"/>
                    <a:pt x="0" y="10954"/>
                    <a:pt x="0" y="7048"/>
                  </a:cubicBezTo>
                  <a:cubicBezTo>
                    <a:pt x="0" y="3143"/>
                    <a:pt x="3143" y="0"/>
                    <a:pt x="7048" y="0"/>
                  </a:cubicBezTo>
                  <a:cubicBezTo>
                    <a:pt x="10858" y="0"/>
                    <a:pt x="14097" y="3143"/>
                    <a:pt x="14097" y="7048"/>
                  </a:cubicBezTo>
                  <a:close/>
                </a:path>
              </a:pathLst>
            </a:custGeom>
            <a:grpFill/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258" name="Freeform: Shape 257">
              <a:extLst>
                <a:ext uri="{FF2B5EF4-FFF2-40B4-BE49-F238E27FC236}">
                  <a16:creationId xmlns:a16="http://schemas.microsoft.com/office/drawing/2014/main" id="{1E3FADAF-FD1D-45B2-A40D-EBDD536E7560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6444410" y="3185432"/>
              <a:ext cx="14096" cy="14097"/>
            </a:xfrm>
            <a:custGeom>
              <a:avLst/>
              <a:gdLst>
                <a:gd name="connsiteX0" fmla="*/ 14097 w 14096"/>
                <a:gd name="connsiteY0" fmla="*/ 7049 h 14097"/>
                <a:gd name="connsiteX1" fmla="*/ 7048 w 14096"/>
                <a:gd name="connsiteY1" fmla="*/ 14097 h 14097"/>
                <a:gd name="connsiteX2" fmla="*/ 0 w 14096"/>
                <a:gd name="connsiteY2" fmla="*/ 7049 h 14097"/>
                <a:gd name="connsiteX3" fmla="*/ 7048 w 14096"/>
                <a:gd name="connsiteY3" fmla="*/ 0 h 14097"/>
                <a:gd name="connsiteX4" fmla="*/ 14097 w 14096"/>
                <a:gd name="connsiteY4" fmla="*/ 7049 h 14097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14096" h="14097">
                  <a:moveTo>
                    <a:pt x="14097" y="7049"/>
                  </a:moveTo>
                  <a:cubicBezTo>
                    <a:pt x="14097" y="10941"/>
                    <a:pt x="10941" y="14097"/>
                    <a:pt x="7048" y="14097"/>
                  </a:cubicBezTo>
                  <a:cubicBezTo>
                    <a:pt x="3156" y="14097"/>
                    <a:pt x="0" y="10941"/>
                    <a:pt x="0" y="7049"/>
                  </a:cubicBezTo>
                  <a:cubicBezTo>
                    <a:pt x="0" y="3156"/>
                    <a:pt x="3156" y="0"/>
                    <a:pt x="7048" y="0"/>
                  </a:cubicBezTo>
                  <a:cubicBezTo>
                    <a:pt x="10941" y="0"/>
                    <a:pt x="14097" y="3156"/>
                    <a:pt x="14097" y="7049"/>
                  </a:cubicBezTo>
                  <a:close/>
                </a:path>
              </a:pathLst>
            </a:custGeom>
            <a:grpFill/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259" name="Freeform: Shape 258">
              <a:extLst>
                <a:ext uri="{FF2B5EF4-FFF2-40B4-BE49-F238E27FC236}">
                  <a16:creationId xmlns:a16="http://schemas.microsoft.com/office/drawing/2014/main" id="{301257BA-BCE2-4479-A04F-A9DBFAF9289F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6148469" y="3244676"/>
              <a:ext cx="14097" cy="14099"/>
            </a:xfrm>
            <a:custGeom>
              <a:avLst/>
              <a:gdLst>
                <a:gd name="connsiteX0" fmla="*/ 14097 w 14097"/>
                <a:gd name="connsiteY0" fmla="*/ 7051 h 14099"/>
                <a:gd name="connsiteX1" fmla="*/ 7049 w 14097"/>
                <a:gd name="connsiteY1" fmla="*/ 14099 h 14099"/>
                <a:gd name="connsiteX2" fmla="*/ 0 w 14097"/>
                <a:gd name="connsiteY2" fmla="*/ 7051 h 14099"/>
                <a:gd name="connsiteX3" fmla="*/ 7049 w 14097"/>
                <a:gd name="connsiteY3" fmla="*/ 2 h 14099"/>
                <a:gd name="connsiteX4" fmla="*/ 14097 w 14097"/>
                <a:gd name="connsiteY4" fmla="*/ 7051 h 14099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14097" h="14099">
                  <a:moveTo>
                    <a:pt x="14097" y="7051"/>
                  </a:moveTo>
                  <a:cubicBezTo>
                    <a:pt x="14097" y="10956"/>
                    <a:pt x="10954" y="14099"/>
                    <a:pt x="7049" y="14099"/>
                  </a:cubicBezTo>
                  <a:cubicBezTo>
                    <a:pt x="3143" y="14099"/>
                    <a:pt x="0" y="10956"/>
                    <a:pt x="0" y="7051"/>
                  </a:cubicBezTo>
                  <a:cubicBezTo>
                    <a:pt x="0" y="3145"/>
                    <a:pt x="3143" y="2"/>
                    <a:pt x="7049" y="2"/>
                  </a:cubicBezTo>
                  <a:cubicBezTo>
                    <a:pt x="10954" y="-93"/>
                    <a:pt x="14097" y="3145"/>
                    <a:pt x="14097" y="7051"/>
                  </a:cubicBezTo>
                  <a:close/>
                </a:path>
              </a:pathLst>
            </a:custGeom>
            <a:grpFill/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260" name="Freeform: Shape 259">
              <a:extLst>
                <a:ext uri="{FF2B5EF4-FFF2-40B4-BE49-F238E27FC236}">
                  <a16:creationId xmlns:a16="http://schemas.microsoft.com/office/drawing/2014/main" id="{619D0ABC-04D9-405A-A52F-5EEC01762AA1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6207620" y="3244676"/>
              <a:ext cx="14096" cy="14099"/>
            </a:xfrm>
            <a:custGeom>
              <a:avLst/>
              <a:gdLst>
                <a:gd name="connsiteX0" fmla="*/ 14097 w 14096"/>
                <a:gd name="connsiteY0" fmla="*/ 7051 h 14099"/>
                <a:gd name="connsiteX1" fmla="*/ 7048 w 14096"/>
                <a:gd name="connsiteY1" fmla="*/ 14099 h 14099"/>
                <a:gd name="connsiteX2" fmla="*/ 0 w 14096"/>
                <a:gd name="connsiteY2" fmla="*/ 7051 h 14099"/>
                <a:gd name="connsiteX3" fmla="*/ 7048 w 14096"/>
                <a:gd name="connsiteY3" fmla="*/ 2 h 14099"/>
                <a:gd name="connsiteX4" fmla="*/ 14097 w 14096"/>
                <a:gd name="connsiteY4" fmla="*/ 7051 h 14099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14096" h="14099">
                  <a:moveTo>
                    <a:pt x="14097" y="7051"/>
                  </a:moveTo>
                  <a:cubicBezTo>
                    <a:pt x="14097" y="10956"/>
                    <a:pt x="10954" y="14099"/>
                    <a:pt x="7048" y="14099"/>
                  </a:cubicBezTo>
                  <a:cubicBezTo>
                    <a:pt x="3143" y="14099"/>
                    <a:pt x="0" y="10956"/>
                    <a:pt x="0" y="7051"/>
                  </a:cubicBezTo>
                  <a:cubicBezTo>
                    <a:pt x="0" y="3145"/>
                    <a:pt x="3143" y="2"/>
                    <a:pt x="7048" y="2"/>
                  </a:cubicBezTo>
                  <a:cubicBezTo>
                    <a:pt x="10954" y="-93"/>
                    <a:pt x="14097" y="3145"/>
                    <a:pt x="14097" y="7051"/>
                  </a:cubicBezTo>
                  <a:close/>
                </a:path>
              </a:pathLst>
            </a:custGeom>
            <a:grpFill/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261" name="Freeform: Shape 260">
              <a:extLst>
                <a:ext uri="{FF2B5EF4-FFF2-40B4-BE49-F238E27FC236}">
                  <a16:creationId xmlns:a16="http://schemas.microsoft.com/office/drawing/2014/main" id="{123AE5C7-608A-47A7-B7A1-55662B70BF39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6266865" y="3244676"/>
              <a:ext cx="14096" cy="14099"/>
            </a:xfrm>
            <a:custGeom>
              <a:avLst/>
              <a:gdLst>
                <a:gd name="connsiteX0" fmla="*/ 14097 w 14096"/>
                <a:gd name="connsiteY0" fmla="*/ 7051 h 14099"/>
                <a:gd name="connsiteX1" fmla="*/ 7049 w 14096"/>
                <a:gd name="connsiteY1" fmla="*/ 14099 h 14099"/>
                <a:gd name="connsiteX2" fmla="*/ 0 w 14096"/>
                <a:gd name="connsiteY2" fmla="*/ 7051 h 14099"/>
                <a:gd name="connsiteX3" fmla="*/ 7049 w 14096"/>
                <a:gd name="connsiteY3" fmla="*/ 2 h 14099"/>
                <a:gd name="connsiteX4" fmla="*/ 14097 w 14096"/>
                <a:gd name="connsiteY4" fmla="*/ 7051 h 14099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14096" h="14099">
                  <a:moveTo>
                    <a:pt x="14097" y="7051"/>
                  </a:moveTo>
                  <a:cubicBezTo>
                    <a:pt x="14097" y="10956"/>
                    <a:pt x="10954" y="14099"/>
                    <a:pt x="7049" y="14099"/>
                  </a:cubicBezTo>
                  <a:cubicBezTo>
                    <a:pt x="3143" y="14099"/>
                    <a:pt x="0" y="10956"/>
                    <a:pt x="0" y="7051"/>
                  </a:cubicBezTo>
                  <a:cubicBezTo>
                    <a:pt x="0" y="3145"/>
                    <a:pt x="3143" y="2"/>
                    <a:pt x="7049" y="2"/>
                  </a:cubicBezTo>
                  <a:cubicBezTo>
                    <a:pt x="10859" y="-93"/>
                    <a:pt x="14097" y="3145"/>
                    <a:pt x="14097" y="7051"/>
                  </a:cubicBezTo>
                  <a:close/>
                </a:path>
              </a:pathLst>
            </a:custGeom>
            <a:grpFill/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262" name="Freeform: Shape 261">
              <a:extLst>
                <a:ext uri="{FF2B5EF4-FFF2-40B4-BE49-F238E27FC236}">
                  <a16:creationId xmlns:a16="http://schemas.microsoft.com/office/drawing/2014/main" id="{957BDA1A-3081-45EB-A31E-3F98EC6DC30C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6326014" y="3244676"/>
              <a:ext cx="14096" cy="14099"/>
            </a:xfrm>
            <a:custGeom>
              <a:avLst/>
              <a:gdLst>
                <a:gd name="connsiteX0" fmla="*/ 14097 w 14096"/>
                <a:gd name="connsiteY0" fmla="*/ 7051 h 14099"/>
                <a:gd name="connsiteX1" fmla="*/ 7048 w 14096"/>
                <a:gd name="connsiteY1" fmla="*/ 14099 h 14099"/>
                <a:gd name="connsiteX2" fmla="*/ 0 w 14096"/>
                <a:gd name="connsiteY2" fmla="*/ 7051 h 14099"/>
                <a:gd name="connsiteX3" fmla="*/ 7048 w 14096"/>
                <a:gd name="connsiteY3" fmla="*/ 2 h 14099"/>
                <a:gd name="connsiteX4" fmla="*/ 14097 w 14096"/>
                <a:gd name="connsiteY4" fmla="*/ 7051 h 14099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14096" h="14099">
                  <a:moveTo>
                    <a:pt x="14097" y="7051"/>
                  </a:moveTo>
                  <a:cubicBezTo>
                    <a:pt x="14097" y="10956"/>
                    <a:pt x="10954" y="14099"/>
                    <a:pt x="7048" y="14099"/>
                  </a:cubicBezTo>
                  <a:cubicBezTo>
                    <a:pt x="3143" y="14099"/>
                    <a:pt x="0" y="10956"/>
                    <a:pt x="0" y="7051"/>
                  </a:cubicBezTo>
                  <a:cubicBezTo>
                    <a:pt x="0" y="3145"/>
                    <a:pt x="3143" y="2"/>
                    <a:pt x="7048" y="2"/>
                  </a:cubicBezTo>
                  <a:cubicBezTo>
                    <a:pt x="10954" y="-93"/>
                    <a:pt x="14097" y="3145"/>
                    <a:pt x="14097" y="7051"/>
                  </a:cubicBezTo>
                  <a:close/>
                </a:path>
              </a:pathLst>
            </a:custGeom>
            <a:grpFill/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263" name="Freeform: Shape 262">
              <a:extLst>
                <a:ext uri="{FF2B5EF4-FFF2-40B4-BE49-F238E27FC236}">
                  <a16:creationId xmlns:a16="http://schemas.microsoft.com/office/drawing/2014/main" id="{683DDA50-C794-4DC5-8297-CFDEB8DCB4A5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6385260" y="3244676"/>
              <a:ext cx="14096" cy="14099"/>
            </a:xfrm>
            <a:custGeom>
              <a:avLst/>
              <a:gdLst>
                <a:gd name="connsiteX0" fmla="*/ 14097 w 14096"/>
                <a:gd name="connsiteY0" fmla="*/ 7051 h 14099"/>
                <a:gd name="connsiteX1" fmla="*/ 7048 w 14096"/>
                <a:gd name="connsiteY1" fmla="*/ 14099 h 14099"/>
                <a:gd name="connsiteX2" fmla="*/ 0 w 14096"/>
                <a:gd name="connsiteY2" fmla="*/ 7051 h 14099"/>
                <a:gd name="connsiteX3" fmla="*/ 7048 w 14096"/>
                <a:gd name="connsiteY3" fmla="*/ 2 h 14099"/>
                <a:gd name="connsiteX4" fmla="*/ 14097 w 14096"/>
                <a:gd name="connsiteY4" fmla="*/ 7051 h 14099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14096" h="14099">
                  <a:moveTo>
                    <a:pt x="14097" y="7051"/>
                  </a:moveTo>
                  <a:cubicBezTo>
                    <a:pt x="14097" y="10956"/>
                    <a:pt x="10954" y="14099"/>
                    <a:pt x="7048" y="14099"/>
                  </a:cubicBezTo>
                  <a:cubicBezTo>
                    <a:pt x="3143" y="14099"/>
                    <a:pt x="0" y="10956"/>
                    <a:pt x="0" y="7051"/>
                  </a:cubicBezTo>
                  <a:cubicBezTo>
                    <a:pt x="0" y="3145"/>
                    <a:pt x="3143" y="2"/>
                    <a:pt x="7048" y="2"/>
                  </a:cubicBezTo>
                  <a:cubicBezTo>
                    <a:pt x="10858" y="-93"/>
                    <a:pt x="14097" y="3145"/>
                    <a:pt x="14097" y="7051"/>
                  </a:cubicBezTo>
                  <a:close/>
                </a:path>
              </a:pathLst>
            </a:custGeom>
            <a:grpFill/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264" name="Freeform: Shape 263">
              <a:extLst>
                <a:ext uri="{FF2B5EF4-FFF2-40B4-BE49-F238E27FC236}">
                  <a16:creationId xmlns:a16="http://schemas.microsoft.com/office/drawing/2014/main" id="{FA42024A-A832-4635-9CE6-B968232CE8E1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6444410" y="3244679"/>
              <a:ext cx="14096" cy="14096"/>
            </a:xfrm>
            <a:custGeom>
              <a:avLst/>
              <a:gdLst>
                <a:gd name="connsiteX0" fmla="*/ 14097 w 14096"/>
                <a:gd name="connsiteY0" fmla="*/ 7048 h 14096"/>
                <a:gd name="connsiteX1" fmla="*/ 7048 w 14096"/>
                <a:gd name="connsiteY1" fmla="*/ 14097 h 14096"/>
                <a:gd name="connsiteX2" fmla="*/ 0 w 14096"/>
                <a:gd name="connsiteY2" fmla="*/ 7048 h 14096"/>
                <a:gd name="connsiteX3" fmla="*/ 7048 w 14096"/>
                <a:gd name="connsiteY3" fmla="*/ 0 h 14096"/>
                <a:gd name="connsiteX4" fmla="*/ 14097 w 14096"/>
                <a:gd name="connsiteY4" fmla="*/ 7048 h 1409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14096" h="14096">
                  <a:moveTo>
                    <a:pt x="14097" y="7048"/>
                  </a:moveTo>
                  <a:cubicBezTo>
                    <a:pt x="14097" y="10954"/>
                    <a:pt x="10954" y="14097"/>
                    <a:pt x="7048" y="14097"/>
                  </a:cubicBezTo>
                  <a:cubicBezTo>
                    <a:pt x="3143" y="14097"/>
                    <a:pt x="0" y="10954"/>
                    <a:pt x="0" y="7048"/>
                  </a:cubicBezTo>
                  <a:cubicBezTo>
                    <a:pt x="0" y="3143"/>
                    <a:pt x="3143" y="0"/>
                    <a:pt x="7048" y="0"/>
                  </a:cubicBezTo>
                  <a:cubicBezTo>
                    <a:pt x="10954" y="0"/>
                    <a:pt x="14097" y="3143"/>
                    <a:pt x="14097" y="7048"/>
                  </a:cubicBezTo>
                  <a:close/>
                </a:path>
              </a:pathLst>
            </a:custGeom>
            <a:grpFill/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265" name="Freeform: Shape 264">
              <a:extLst>
                <a:ext uri="{FF2B5EF4-FFF2-40B4-BE49-F238E27FC236}">
                  <a16:creationId xmlns:a16="http://schemas.microsoft.com/office/drawing/2014/main" id="{564D00AA-3E68-4F56-80A0-08D5DFFB6115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6148469" y="3303829"/>
              <a:ext cx="14097" cy="14096"/>
            </a:xfrm>
            <a:custGeom>
              <a:avLst/>
              <a:gdLst>
                <a:gd name="connsiteX0" fmla="*/ 14097 w 14097"/>
                <a:gd name="connsiteY0" fmla="*/ 7048 h 14096"/>
                <a:gd name="connsiteX1" fmla="*/ 7049 w 14097"/>
                <a:gd name="connsiteY1" fmla="*/ 14097 h 14096"/>
                <a:gd name="connsiteX2" fmla="*/ 0 w 14097"/>
                <a:gd name="connsiteY2" fmla="*/ 7048 h 14096"/>
                <a:gd name="connsiteX3" fmla="*/ 7049 w 14097"/>
                <a:gd name="connsiteY3" fmla="*/ 0 h 14096"/>
                <a:gd name="connsiteX4" fmla="*/ 14097 w 14097"/>
                <a:gd name="connsiteY4" fmla="*/ 7048 h 1409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14097" h="14096">
                  <a:moveTo>
                    <a:pt x="14097" y="7048"/>
                  </a:moveTo>
                  <a:cubicBezTo>
                    <a:pt x="14097" y="10954"/>
                    <a:pt x="10954" y="14097"/>
                    <a:pt x="7049" y="14097"/>
                  </a:cubicBezTo>
                  <a:cubicBezTo>
                    <a:pt x="3143" y="14097"/>
                    <a:pt x="0" y="10954"/>
                    <a:pt x="0" y="7048"/>
                  </a:cubicBezTo>
                  <a:cubicBezTo>
                    <a:pt x="0" y="3143"/>
                    <a:pt x="3143" y="0"/>
                    <a:pt x="7049" y="0"/>
                  </a:cubicBezTo>
                  <a:cubicBezTo>
                    <a:pt x="10954" y="0"/>
                    <a:pt x="14097" y="3143"/>
                    <a:pt x="14097" y="7048"/>
                  </a:cubicBezTo>
                  <a:close/>
                </a:path>
              </a:pathLst>
            </a:custGeom>
            <a:grpFill/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266" name="Freeform: Shape 265">
              <a:extLst>
                <a:ext uri="{FF2B5EF4-FFF2-40B4-BE49-F238E27FC236}">
                  <a16:creationId xmlns:a16="http://schemas.microsoft.com/office/drawing/2014/main" id="{D988A711-E3E8-4172-AFE1-60E93FF10AF3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6207620" y="3303829"/>
              <a:ext cx="14096" cy="14096"/>
            </a:xfrm>
            <a:custGeom>
              <a:avLst/>
              <a:gdLst>
                <a:gd name="connsiteX0" fmla="*/ 14097 w 14096"/>
                <a:gd name="connsiteY0" fmla="*/ 7048 h 14096"/>
                <a:gd name="connsiteX1" fmla="*/ 7048 w 14096"/>
                <a:gd name="connsiteY1" fmla="*/ 14097 h 14096"/>
                <a:gd name="connsiteX2" fmla="*/ 0 w 14096"/>
                <a:gd name="connsiteY2" fmla="*/ 7048 h 14096"/>
                <a:gd name="connsiteX3" fmla="*/ 7048 w 14096"/>
                <a:gd name="connsiteY3" fmla="*/ 0 h 14096"/>
                <a:gd name="connsiteX4" fmla="*/ 14097 w 14096"/>
                <a:gd name="connsiteY4" fmla="*/ 7048 h 1409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14096" h="14096">
                  <a:moveTo>
                    <a:pt x="14097" y="7048"/>
                  </a:moveTo>
                  <a:cubicBezTo>
                    <a:pt x="14097" y="10954"/>
                    <a:pt x="10954" y="14097"/>
                    <a:pt x="7048" y="14097"/>
                  </a:cubicBezTo>
                  <a:cubicBezTo>
                    <a:pt x="3143" y="14097"/>
                    <a:pt x="0" y="10954"/>
                    <a:pt x="0" y="7048"/>
                  </a:cubicBezTo>
                  <a:cubicBezTo>
                    <a:pt x="0" y="3143"/>
                    <a:pt x="3143" y="0"/>
                    <a:pt x="7048" y="0"/>
                  </a:cubicBezTo>
                  <a:cubicBezTo>
                    <a:pt x="10954" y="0"/>
                    <a:pt x="14097" y="3143"/>
                    <a:pt x="14097" y="7048"/>
                  </a:cubicBezTo>
                  <a:close/>
                </a:path>
              </a:pathLst>
            </a:custGeom>
            <a:grpFill/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267" name="Freeform: Shape 266">
              <a:extLst>
                <a:ext uri="{FF2B5EF4-FFF2-40B4-BE49-F238E27FC236}">
                  <a16:creationId xmlns:a16="http://schemas.microsoft.com/office/drawing/2014/main" id="{7A89FF34-EE34-461C-A3EF-73AC3801B923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6266865" y="3303829"/>
              <a:ext cx="14096" cy="14096"/>
            </a:xfrm>
            <a:custGeom>
              <a:avLst/>
              <a:gdLst>
                <a:gd name="connsiteX0" fmla="*/ 14097 w 14096"/>
                <a:gd name="connsiteY0" fmla="*/ 7048 h 14096"/>
                <a:gd name="connsiteX1" fmla="*/ 7049 w 14096"/>
                <a:gd name="connsiteY1" fmla="*/ 14097 h 14096"/>
                <a:gd name="connsiteX2" fmla="*/ 0 w 14096"/>
                <a:gd name="connsiteY2" fmla="*/ 7048 h 14096"/>
                <a:gd name="connsiteX3" fmla="*/ 7049 w 14096"/>
                <a:gd name="connsiteY3" fmla="*/ 0 h 14096"/>
                <a:gd name="connsiteX4" fmla="*/ 14097 w 14096"/>
                <a:gd name="connsiteY4" fmla="*/ 7048 h 1409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14096" h="14096">
                  <a:moveTo>
                    <a:pt x="14097" y="7048"/>
                  </a:moveTo>
                  <a:cubicBezTo>
                    <a:pt x="14097" y="10954"/>
                    <a:pt x="10954" y="14097"/>
                    <a:pt x="7049" y="14097"/>
                  </a:cubicBezTo>
                  <a:cubicBezTo>
                    <a:pt x="3143" y="14097"/>
                    <a:pt x="0" y="10954"/>
                    <a:pt x="0" y="7048"/>
                  </a:cubicBezTo>
                  <a:cubicBezTo>
                    <a:pt x="0" y="3143"/>
                    <a:pt x="3143" y="0"/>
                    <a:pt x="7049" y="0"/>
                  </a:cubicBezTo>
                  <a:cubicBezTo>
                    <a:pt x="10859" y="0"/>
                    <a:pt x="14097" y="3143"/>
                    <a:pt x="14097" y="7048"/>
                  </a:cubicBezTo>
                  <a:close/>
                </a:path>
              </a:pathLst>
            </a:custGeom>
            <a:grpFill/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268" name="Freeform: Shape 267">
              <a:extLst>
                <a:ext uri="{FF2B5EF4-FFF2-40B4-BE49-F238E27FC236}">
                  <a16:creationId xmlns:a16="http://schemas.microsoft.com/office/drawing/2014/main" id="{80D55E43-BE59-444D-B32B-9C0306A126BE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6326014" y="3303829"/>
              <a:ext cx="14096" cy="14096"/>
            </a:xfrm>
            <a:custGeom>
              <a:avLst/>
              <a:gdLst>
                <a:gd name="connsiteX0" fmla="*/ 14097 w 14096"/>
                <a:gd name="connsiteY0" fmla="*/ 7048 h 14096"/>
                <a:gd name="connsiteX1" fmla="*/ 7048 w 14096"/>
                <a:gd name="connsiteY1" fmla="*/ 14097 h 14096"/>
                <a:gd name="connsiteX2" fmla="*/ 0 w 14096"/>
                <a:gd name="connsiteY2" fmla="*/ 7048 h 14096"/>
                <a:gd name="connsiteX3" fmla="*/ 7048 w 14096"/>
                <a:gd name="connsiteY3" fmla="*/ 0 h 14096"/>
                <a:gd name="connsiteX4" fmla="*/ 14097 w 14096"/>
                <a:gd name="connsiteY4" fmla="*/ 7048 h 1409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14096" h="14096">
                  <a:moveTo>
                    <a:pt x="14097" y="7048"/>
                  </a:moveTo>
                  <a:cubicBezTo>
                    <a:pt x="14097" y="10954"/>
                    <a:pt x="10954" y="14097"/>
                    <a:pt x="7048" y="14097"/>
                  </a:cubicBezTo>
                  <a:cubicBezTo>
                    <a:pt x="3143" y="14097"/>
                    <a:pt x="0" y="10954"/>
                    <a:pt x="0" y="7048"/>
                  </a:cubicBezTo>
                  <a:cubicBezTo>
                    <a:pt x="0" y="3143"/>
                    <a:pt x="3143" y="0"/>
                    <a:pt x="7048" y="0"/>
                  </a:cubicBezTo>
                  <a:cubicBezTo>
                    <a:pt x="10954" y="0"/>
                    <a:pt x="14097" y="3143"/>
                    <a:pt x="14097" y="7048"/>
                  </a:cubicBezTo>
                  <a:close/>
                </a:path>
              </a:pathLst>
            </a:custGeom>
            <a:grpFill/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269" name="Freeform: Shape 268">
              <a:extLst>
                <a:ext uri="{FF2B5EF4-FFF2-40B4-BE49-F238E27FC236}">
                  <a16:creationId xmlns:a16="http://schemas.microsoft.com/office/drawing/2014/main" id="{639C823F-B16B-4DF7-BA6E-0D832AAB27DC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6385260" y="3303829"/>
              <a:ext cx="14096" cy="14096"/>
            </a:xfrm>
            <a:custGeom>
              <a:avLst/>
              <a:gdLst>
                <a:gd name="connsiteX0" fmla="*/ 14097 w 14096"/>
                <a:gd name="connsiteY0" fmla="*/ 7048 h 14096"/>
                <a:gd name="connsiteX1" fmla="*/ 7048 w 14096"/>
                <a:gd name="connsiteY1" fmla="*/ 14097 h 14096"/>
                <a:gd name="connsiteX2" fmla="*/ 0 w 14096"/>
                <a:gd name="connsiteY2" fmla="*/ 7048 h 14096"/>
                <a:gd name="connsiteX3" fmla="*/ 7048 w 14096"/>
                <a:gd name="connsiteY3" fmla="*/ 0 h 14096"/>
                <a:gd name="connsiteX4" fmla="*/ 14097 w 14096"/>
                <a:gd name="connsiteY4" fmla="*/ 7048 h 1409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14096" h="14096">
                  <a:moveTo>
                    <a:pt x="14097" y="7048"/>
                  </a:moveTo>
                  <a:cubicBezTo>
                    <a:pt x="14097" y="10954"/>
                    <a:pt x="10954" y="14097"/>
                    <a:pt x="7048" y="14097"/>
                  </a:cubicBezTo>
                  <a:cubicBezTo>
                    <a:pt x="3143" y="14097"/>
                    <a:pt x="0" y="10954"/>
                    <a:pt x="0" y="7048"/>
                  </a:cubicBezTo>
                  <a:cubicBezTo>
                    <a:pt x="0" y="3143"/>
                    <a:pt x="3143" y="0"/>
                    <a:pt x="7048" y="0"/>
                  </a:cubicBezTo>
                  <a:cubicBezTo>
                    <a:pt x="10858" y="0"/>
                    <a:pt x="14097" y="3143"/>
                    <a:pt x="14097" y="7048"/>
                  </a:cubicBezTo>
                  <a:close/>
                </a:path>
              </a:pathLst>
            </a:custGeom>
            <a:grpFill/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270" name="Freeform: Shape 269">
              <a:extLst>
                <a:ext uri="{FF2B5EF4-FFF2-40B4-BE49-F238E27FC236}">
                  <a16:creationId xmlns:a16="http://schemas.microsoft.com/office/drawing/2014/main" id="{2E623C08-172F-41EA-90CB-59ED0D583BFD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6444410" y="3303829"/>
              <a:ext cx="14096" cy="14096"/>
            </a:xfrm>
            <a:custGeom>
              <a:avLst/>
              <a:gdLst>
                <a:gd name="connsiteX0" fmla="*/ 14097 w 14096"/>
                <a:gd name="connsiteY0" fmla="*/ 7048 h 14096"/>
                <a:gd name="connsiteX1" fmla="*/ 7048 w 14096"/>
                <a:gd name="connsiteY1" fmla="*/ 14097 h 14096"/>
                <a:gd name="connsiteX2" fmla="*/ 0 w 14096"/>
                <a:gd name="connsiteY2" fmla="*/ 7048 h 14096"/>
                <a:gd name="connsiteX3" fmla="*/ 7048 w 14096"/>
                <a:gd name="connsiteY3" fmla="*/ 0 h 14096"/>
                <a:gd name="connsiteX4" fmla="*/ 14097 w 14096"/>
                <a:gd name="connsiteY4" fmla="*/ 7048 h 1409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14096" h="14096">
                  <a:moveTo>
                    <a:pt x="14097" y="7048"/>
                  </a:moveTo>
                  <a:cubicBezTo>
                    <a:pt x="14097" y="10954"/>
                    <a:pt x="10954" y="14097"/>
                    <a:pt x="7048" y="14097"/>
                  </a:cubicBezTo>
                  <a:cubicBezTo>
                    <a:pt x="3143" y="14097"/>
                    <a:pt x="0" y="10954"/>
                    <a:pt x="0" y="7048"/>
                  </a:cubicBezTo>
                  <a:cubicBezTo>
                    <a:pt x="0" y="3143"/>
                    <a:pt x="3143" y="0"/>
                    <a:pt x="7048" y="0"/>
                  </a:cubicBezTo>
                  <a:cubicBezTo>
                    <a:pt x="10954" y="0"/>
                    <a:pt x="14097" y="3143"/>
                    <a:pt x="14097" y="7048"/>
                  </a:cubicBezTo>
                  <a:close/>
                </a:path>
              </a:pathLst>
            </a:custGeom>
            <a:grpFill/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271" name="Freeform: Shape 270">
              <a:extLst>
                <a:ext uri="{FF2B5EF4-FFF2-40B4-BE49-F238E27FC236}">
                  <a16:creationId xmlns:a16="http://schemas.microsoft.com/office/drawing/2014/main" id="{94C0577F-0FF9-47D5-8C6D-FC7B4CC31837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6148469" y="3363072"/>
              <a:ext cx="14097" cy="14099"/>
            </a:xfrm>
            <a:custGeom>
              <a:avLst/>
              <a:gdLst>
                <a:gd name="connsiteX0" fmla="*/ 14097 w 14097"/>
                <a:gd name="connsiteY0" fmla="*/ 7051 h 14099"/>
                <a:gd name="connsiteX1" fmla="*/ 7049 w 14097"/>
                <a:gd name="connsiteY1" fmla="*/ 14099 h 14099"/>
                <a:gd name="connsiteX2" fmla="*/ 0 w 14097"/>
                <a:gd name="connsiteY2" fmla="*/ 7051 h 14099"/>
                <a:gd name="connsiteX3" fmla="*/ 7049 w 14097"/>
                <a:gd name="connsiteY3" fmla="*/ 2 h 14099"/>
                <a:gd name="connsiteX4" fmla="*/ 14097 w 14097"/>
                <a:gd name="connsiteY4" fmla="*/ 7051 h 14099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14097" h="14099">
                  <a:moveTo>
                    <a:pt x="14097" y="7051"/>
                  </a:moveTo>
                  <a:cubicBezTo>
                    <a:pt x="14097" y="10956"/>
                    <a:pt x="10954" y="14099"/>
                    <a:pt x="7049" y="14099"/>
                  </a:cubicBezTo>
                  <a:cubicBezTo>
                    <a:pt x="3143" y="14099"/>
                    <a:pt x="0" y="10956"/>
                    <a:pt x="0" y="7051"/>
                  </a:cubicBezTo>
                  <a:cubicBezTo>
                    <a:pt x="0" y="3145"/>
                    <a:pt x="3143" y="2"/>
                    <a:pt x="7049" y="2"/>
                  </a:cubicBezTo>
                  <a:cubicBezTo>
                    <a:pt x="10954" y="-93"/>
                    <a:pt x="14097" y="3145"/>
                    <a:pt x="14097" y="7051"/>
                  </a:cubicBezTo>
                  <a:close/>
                </a:path>
              </a:pathLst>
            </a:custGeom>
            <a:grpFill/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272" name="Freeform: Shape 271">
              <a:extLst>
                <a:ext uri="{FF2B5EF4-FFF2-40B4-BE49-F238E27FC236}">
                  <a16:creationId xmlns:a16="http://schemas.microsoft.com/office/drawing/2014/main" id="{30C80E9D-7909-4C52-ACAD-80FF874F9938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6207620" y="3363072"/>
              <a:ext cx="14096" cy="14099"/>
            </a:xfrm>
            <a:custGeom>
              <a:avLst/>
              <a:gdLst>
                <a:gd name="connsiteX0" fmla="*/ 14097 w 14096"/>
                <a:gd name="connsiteY0" fmla="*/ 7051 h 14099"/>
                <a:gd name="connsiteX1" fmla="*/ 7048 w 14096"/>
                <a:gd name="connsiteY1" fmla="*/ 14099 h 14099"/>
                <a:gd name="connsiteX2" fmla="*/ 0 w 14096"/>
                <a:gd name="connsiteY2" fmla="*/ 7051 h 14099"/>
                <a:gd name="connsiteX3" fmla="*/ 7048 w 14096"/>
                <a:gd name="connsiteY3" fmla="*/ 2 h 14099"/>
                <a:gd name="connsiteX4" fmla="*/ 14097 w 14096"/>
                <a:gd name="connsiteY4" fmla="*/ 7051 h 14099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14096" h="14099">
                  <a:moveTo>
                    <a:pt x="14097" y="7051"/>
                  </a:moveTo>
                  <a:cubicBezTo>
                    <a:pt x="14097" y="10956"/>
                    <a:pt x="10954" y="14099"/>
                    <a:pt x="7048" y="14099"/>
                  </a:cubicBezTo>
                  <a:cubicBezTo>
                    <a:pt x="3143" y="14099"/>
                    <a:pt x="0" y="10956"/>
                    <a:pt x="0" y="7051"/>
                  </a:cubicBezTo>
                  <a:cubicBezTo>
                    <a:pt x="0" y="3145"/>
                    <a:pt x="3143" y="2"/>
                    <a:pt x="7048" y="2"/>
                  </a:cubicBezTo>
                  <a:cubicBezTo>
                    <a:pt x="10954" y="-93"/>
                    <a:pt x="14097" y="3145"/>
                    <a:pt x="14097" y="7051"/>
                  </a:cubicBezTo>
                  <a:close/>
                </a:path>
              </a:pathLst>
            </a:custGeom>
            <a:grpFill/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273" name="Freeform: Shape 272">
              <a:extLst>
                <a:ext uri="{FF2B5EF4-FFF2-40B4-BE49-F238E27FC236}">
                  <a16:creationId xmlns:a16="http://schemas.microsoft.com/office/drawing/2014/main" id="{2B9598CE-4E74-4A54-BAB8-59379D21146F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6266865" y="3363072"/>
              <a:ext cx="14096" cy="14099"/>
            </a:xfrm>
            <a:custGeom>
              <a:avLst/>
              <a:gdLst>
                <a:gd name="connsiteX0" fmla="*/ 14097 w 14096"/>
                <a:gd name="connsiteY0" fmla="*/ 7051 h 14099"/>
                <a:gd name="connsiteX1" fmla="*/ 7049 w 14096"/>
                <a:gd name="connsiteY1" fmla="*/ 14099 h 14099"/>
                <a:gd name="connsiteX2" fmla="*/ 0 w 14096"/>
                <a:gd name="connsiteY2" fmla="*/ 7051 h 14099"/>
                <a:gd name="connsiteX3" fmla="*/ 7049 w 14096"/>
                <a:gd name="connsiteY3" fmla="*/ 2 h 14099"/>
                <a:gd name="connsiteX4" fmla="*/ 14097 w 14096"/>
                <a:gd name="connsiteY4" fmla="*/ 7051 h 14099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14096" h="14099">
                  <a:moveTo>
                    <a:pt x="14097" y="7051"/>
                  </a:moveTo>
                  <a:cubicBezTo>
                    <a:pt x="14097" y="10956"/>
                    <a:pt x="10954" y="14099"/>
                    <a:pt x="7049" y="14099"/>
                  </a:cubicBezTo>
                  <a:cubicBezTo>
                    <a:pt x="3143" y="14099"/>
                    <a:pt x="0" y="10956"/>
                    <a:pt x="0" y="7051"/>
                  </a:cubicBezTo>
                  <a:cubicBezTo>
                    <a:pt x="0" y="3145"/>
                    <a:pt x="3143" y="2"/>
                    <a:pt x="7049" y="2"/>
                  </a:cubicBezTo>
                  <a:cubicBezTo>
                    <a:pt x="10859" y="-93"/>
                    <a:pt x="14097" y="3145"/>
                    <a:pt x="14097" y="7051"/>
                  </a:cubicBezTo>
                  <a:close/>
                </a:path>
              </a:pathLst>
            </a:custGeom>
            <a:grpFill/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274" name="Freeform: Shape 273">
              <a:extLst>
                <a:ext uri="{FF2B5EF4-FFF2-40B4-BE49-F238E27FC236}">
                  <a16:creationId xmlns:a16="http://schemas.microsoft.com/office/drawing/2014/main" id="{E7188EAA-47E1-4B73-8682-C74A0421BE66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6326014" y="3363072"/>
              <a:ext cx="14096" cy="14099"/>
            </a:xfrm>
            <a:custGeom>
              <a:avLst/>
              <a:gdLst>
                <a:gd name="connsiteX0" fmla="*/ 14097 w 14096"/>
                <a:gd name="connsiteY0" fmla="*/ 7051 h 14099"/>
                <a:gd name="connsiteX1" fmla="*/ 7048 w 14096"/>
                <a:gd name="connsiteY1" fmla="*/ 14099 h 14099"/>
                <a:gd name="connsiteX2" fmla="*/ 0 w 14096"/>
                <a:gd name="connsiteY2" fmla="*/ 7051 h 14099"/>
                <a:gd name="connsiteX3" fmla="*/ 7048 w 14096"/>
                <a:gd name="connsiteY3" fmla="*/ 2 h 14099"/>
                <a:gd name="connsiteX4" fmla="*/ 14097 w 14096"/>
                <a:gd name="connsiteY4" fmla="*/ 7051 h 14099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14096" h="14099">
                  <a:moveTo>
                    <a:pt x="14097" y="7051"/>
                  </a:moveTo>
                  <a:cubicBezTo>
                    <a:pt x="14097" y="10956"/>
                    <a:pt x="10954" y="14099"/>
                    <a:pt x="7048" y="14099"/>
                  </a:cubicBezTo>
                  <a:cubicBezTo>
                    <a:pt x="3143" y="14099"/>
                    <a:pt x="0" y="10956"/>
                    <a:pt x="0" y="7051"/>
                  </a:cubicBezTo>
                  <a:cubicBezTo>
                    <a:pt x="0" y="3145"/>
                    <a:pt x="3143" y="2"/>
                    <a:pt x="7048" y="2"/>
                  </a:cubicBezTo>
                  <a:cubicBezTo>
                    <a:pt x="10954" y="-93"/>
                    <a:pt x="14097" y="3145"/>
                    <a:pt x="14097" y="7051"/>
                  </a:cubicBezTo>
                  <a:close/>
                </a:path>
              </a:pathLst>
            </a:custGeom>
            <a:grpFill/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275" name="Freeform: Shape 274">
              <a:extLst>
                <a:ext uri="{FF2B5EF4-FFF2-40B4-BE49-F238E27FC236}">
                  <a16:creationId xmlns:a16="http://schemas.microsoft.com/office/drawing/2014/main" id="{36900E8B-61F2-411F-B29F-A9CDC6E811DC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6385260" y="3363072"/>
              <a:ext cx="14096" cy="14099"/>
            </a:xfrm>
            <a:custGeom>
              <a:avLst/>
              <a:gdLst>
                <a:gd name="connsiteX0" fmla="*/ 14097 w 14096"/>
                <a:gd name="connsiteY0" fmla="*/ 7051 h 14099"/>
                <a:gd name="connsiteX1" fmla="*/ 7048 w 14096"/>
                <a:gd name="connsiteY1" fmla="*/ 14099 h 14099"/>
                <a:gd name="connsiteX2" fmla="*/ 0 w 14096"/>
                <a:gd name="connsiteY2" fmla="*/ 7051 h 14099"/>
                <a:gd name="connsiteX3" fmla="*/ 7048 w 14096"/>
                <a:gd name="connsiteY3" fmla="*/ 2 h 14099"/>
                <a:gd name="connsiteX4" fmla="*/ 14097 w 14096"/>
                <a:gd name="connsiteY4" fmla="*/ 7051 h 14099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14096" h="14099">
                  <a:moveTo>
                    <a:pt x="14097" y="7051"/>
                  </a:moveTo>
                  <a:cubicBezTo>
                    <a:pt x="14097" y="10956"/>
                    <a:pt x="10954" y="14099"/>
                    <a:pt x="7048" y="14099"/>
                  </a:cubicBezTo>
                  <a:cubicBezTo>
                    <a:pt x="3143" y="14099"/>
                    <a:pt x="0" y="10956"/>
                    <a:pt x="0" y="7051"/>
                  </a:cubicBezTo>
                  <a:cubicBezTo>
                    <a:pt x="0" y="3145"/>
                    <a:pt x="3143" y="2"/>
                    <a:pt x="7048" y="2"/>
                  </a:cubicBezTo>
                  <a:cubicBezTo>
                    <a:pt x="10858" y="-93"/>
                    <a:pt x="14097" y="3145"/>
                    <a:pt x="14097" y="7051"/>
                  </a:cubicBezTo>
                  <a:close/>
                </a:path>
              </a:pathLst>
            </a:custGeom>
            <a:grpFill/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276" name="Freeform: Shape 275">
              <a:extLst>
                <a:ext uri="{FF2B5EF4-FFF2-40B4-BE49-F238E27FC236}">
                  <a16:creationId xmlns:a16="http://schemas.microsoft.com/office/drawing/2014/main" id="{0A25598A-334A-487D-9604-4753EAE81EC2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6444410" y="3363074"/>
              <a:ext cx="14096" cy="14097"/>
            </a:xfrm>
            <a:custGeom>
              <a:avLst/>
              <a:gdLst>
                <a:gd name="connsiteX0" fmla="*/ 14097 w 14096"/>
                <a:gd name="connsiteY0" fmla="*/ 7048 h 14097"/>
                <a:gd name="connsiteX1" fmla="*/ 7048 w 14096"/>
                <a:gd name="connsiteY1" fmla="*/ 14097 h 14097"/>
                <a:gd name="connsiteX2" fmla="*/ 0 w 14096"/>
                <a:gd name="connsiteY2" fmla="*/ 7048 h 14097"/>
                <a:gd name="connsiteX3" fmla="*/ 7048 w 14096"/>
                <a:gd name="connsiteY3" fmla="*/ 0 h 14097"/>
                <a:gd name="connsiteX4" fmla="*/ 14097 w 14096"/>
                <a:gd name="connsiteY4" fmla="*/ 7048 h 14097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14096" h="14097">
                  <a:moveTo>
                    <a:pt x="14097" y="7048"/>
                  </a:moveTo>
                  <a:cubicBezTo>
                    <a:pt x="14097" y="10954"/>
                    <a:pt x="10954" y="14097"/>
                    <a:pt x="7048" y="14097"/>
                  </a:cubicBezTo>
                  <a:cubicBezTo>
                    <a:pt x="3143" y="14097"/>
                    <a:pt x="0" y="10954"/>
                    <a:pt x="0" y="7048"/>
                  </a:cubicBezTo>
                  <a:cubicBezTo>
                    <a:pt x="0" y="3143"/>
                    <a:pt x="3143" y="0"/>
                    <a:pt x="7048" y="0"/>
                  </a:cubicBezTo>
                  <a:cubicBezTo>
                    <a:pt x="10954" y="0"/>
                    <a:pt x="14097" y="3143"/>
                    <a:pt x="14097" y="7048"/>
                  </a:cubicBezTo>
                  <a:close/>
                </a:path>
              </a:pathLst>
            </a:custGeom>
            <a:grpFill/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277" name="Freeform: Shape 276">
              <a:extLst>
                <a:ext uri="{FF2B5EF4-FFF2-40B4-BE49-F238E27FC236}">
                  <a16:creationId xmlns:a16="http://schemas.microsoft.com/office/drawing/2014/main" id="{C8DBE472-045A-491C-AB7C-4153EE2B0085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6148469" y="3422225"/>
              <a:ext cx="14097" cy="14096"/>
            </a:xfrm>
            <a:custGeom>
              <a:avLst/>
              <a:gdLst>
                <a:gd name="connsiteX0" fmla="*/ 14097 w 14097"/>
                <a:gd name="connsiteY0" fmla="*/ 7048 h 14096"/>
                <a:gd name="connsiteX1" fmla="*/ 7049 w 14097"/>
                <a:gd name="connsiteY1" fmla="*/ 14097 h 14096"/>
                <a:gd name="connsiteX2" fmla="*/ 0 w 14097"/>
                <a:gd name="connsiteY2" fmla="*/ 7048 h 14096"/>
                <a:gd name="connsiteX3" fmla="*/ 7049 w 14097"/>
                <a:gd name="connsiteY3" fmla="*/ 0 h 14096"/>
                <a:gd name="connsiteX4" fmla="*/ 14097 w 14097"/>
                <a:gd name="connsiteY4" fmla="*/ 7048 h 1409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14097" h="14096">
                  <a:moveTo>
                    <a:pt x="14097" y="7048"/>
                  </a:moveTo>
                  <a:cubicBezTo>
                    <a:pt x="14097" y="10954"/>
                    <a:pt x="10954" y="14097"/>
                    <a:pt x="7049" y="14097"/>
                  </a:cubicBezTo>
                  <a:cubicBezTo>
                    <a:pt x="3143" y="14097"/>
                    <a:pt x="0" y="10954"/>
                    <a:pt x="0" y="7048"/>
                  </a:cubicBezTo>
                  <a:cubicBezTo>
                    <a:pt x="0" y="3143"/>
                    <a:pt x="3143" y="0"/>
                    <a:pt x="7049" y="0"/>
                  </a:cubicBezTo>
                  <a:cubicBezTo>
                    <a:pt x="10954" y="0"/>
                    <a:pt x="14097" y="3143"/>
                    <a:pt x="14097" y="7048"/>
                  </a:cubicBezTo>
                  <a:close/>
                </a:path>
              </a:pathLst>
            </a:custGeom>
            <a:grpFill/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278" name="Freeform: Shape 277">
              <a:extLst>
                <a:ext uri="{FF2B5EF4-FFF2-40B4-BE49-F238E27FC236}">
                  <a16:creationId xmlns:a16="http://schemas.microsoft.com/office/drawing/2014/main" id="{2F6DD374-5D5F-48BB-8135-8F37EE2C235E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6207620" y="3422225"/>
              <a:ext cx="14096" cy="14096"/>
            </a:xfrm>
            <a:custGeom>
              <a:avLst/>
              <a:gdLst>
                <a:gd name="connsiteX0" fmla="*/ 14097 w 14096"/>
                <a:gd name="connsiteY0" fmla="*/ 7048 h 14096"/>
                <a:gd name="connsiteX1" fmla="*/ 7048 w 14096"/>
                <a:gd name="connsiteY1" fmla="*/ 14097 h 14096"/>
                <a:gd name="connsiteX2" fmla="*/ 0 w 14096"/>
                <a:gd name="connsiteY2" fmla="*/ 7048 h 14096"/>
                <a:gd name="connsiteX3" fmla="*/ 7048 w 14096"/>
                <a:gd name="connsiteY3" fmla="*/ 0 h 14096"/>
                <a:gd name="connsiteX4" fmla="*/ 14097 w 14096"/>
                <a:gd name="connsiteY4" fmla="*/ 7048 h 1409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14096" h="14096">
                  <a:moveTo>
                    <a:pt x="14097" y="7048"/>
                  </a:moveTo>
                  <a:cubicBezTo>
                    <a:pt x="14097" y="10954"/>
                    <a:pt x="10954" y="14097"/>
                    <a:pt x="7048" y="14097"/>
                  </a:cubicBezTo>
                  <a:cubicBezTo>
                    <a:pt x="3143" y="14097"/>
                    <a:pt x="0" y="10954"/>
                    <a:pt x="0" y="7048"/>
                  </a:cubicBezTo>
                  <a:cubicBezTo>
                    <a:pt x="0" y="3143"/>
                    <a:pt x="3143" y="0"/>
                    <a:pt x="7048" y="0"/>
                  </a:cubicBezTo>
                  <a:cubicBezTo>
                    <a:pt x="10954" y="0"/>
                    <a:pt x="14097" y="3143"/>
                    <a:pt x="14097" y="7048"/>
                  </a:cubicBezTo>
                  <a:close/>
                </a:path>
              </a:pathLst>
            </a:custGeom>
            <a:grpFill/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279" name="Freeform: Shape 278">
              <a:extLst>
                <a:ext uri="{FF2B5EF4-FFF2-40B4-BE49-F238E27FC236}">
                  <a16:creationId xmlns:a16="http://schemas.microsoft.com/office/drawing/2014/main" id="{386B8A5A-00D0-4291-937B-931B3F19CD46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6266865" y="3422225"/>
              <a:ext cx="14096" cy="14096"/>
            </a:xfrm>
            <a:custGeom>
              <a:avLst/>
              <a:gdLst>
                <a:gd name="connsiteX0" fmla="*/ 14097 w 14096"/>
                <a:gd name="connsiteY0" fmla="*/ 7048 h 14096"/>
                <a:gd name="connsiteX1" fmla="*/ 7049 w 14096"/>
                <a:gd name="connsiteY1" fmla="*/ 14097 h 14096"/>
                <a:gd name="connsiteX2" fmla="*/ 0 w 14096"/>
                <a:gd name="connsiteY2" fmla="*/ 7048 h 14096"/>
                <a:gd name="connsiteX3" fmla="*/ 7049 w 14096"/>
                <a:gd name="connsiteY3" fmla="*/ 0 h 14096"/>
                <a:gd name="connsiteX4" fmla="*/ 14097 w 14096"/>
                <a:gd name="connsiteY4" fmla="*/ 7048 h 1409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14096" h="14096">
                  <a:moveTo>
                    <a:pt x="14097" y="7048"/>
                  </a:moveTo>
                  <a:cubicBezTo>
                    <a:pt x="14097" y="10954"/>
                    <a:pt x="10954" y="14097"/>
                    <a:pt x="7049" y="14097"/>
                  </a:cubicBezTo>
                  <a:cubicBezTo>
                    <a:pt x="3143" y="14097"/>
                    <a:pt x="0" y="10954"/>
                    <a:pt x="0" y="7048"/>
                  </a:cubicBezTo>
                  <a:cubicBezTo>
                    <a:pt x="0" y="3143"/>
                    <a:pt x="3143" y="0"/>
                    <a:pt x="7049" y="0"/>
                  </a:cubicBezTo>
                  <a:cubicBezTo>
                    <a:pt x="10859" y="0"/>
                    <a:pt x="14097" y="3143"/>
                    <a:pt x="14097" y="7048"/>
                  </a:cubicBezTo>
                  <a:close/>
                </a:path>
              </a:pathLst>
            </a:custGeom>
            <a:grpFill/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280" name="Freeform: Shape 279">
              <a:extLst>
                <a:ext uri="{FF2B5EF4-FFF2-40B4-BE49-F238E27FC236}">
                  <a16:creationId xmlns:a16="http://schemas.microsoft.com/office/drawing/2014/main" id="{89C10BFA-8067-495D-810E-1F4085F7B4FE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6326014" y="3422225"/>
              <a:ext cx="14096" cy="14096"/>
            </a:xfrm>
            <a:custGeom>
              <a:avLst/>
              <a:gdLst>
                <a:gd name="connsiteX0" fmla="*/ 14097 w 14096"/>
                <a:gd name="connsiteY0" fmla="*/ 7048 h 14096"/>
                <a:gd name="connsiteX1" fmla="*/ 7048 w 14096"/>
                <a:gd name="connsiteY1" fmla="*/ 14097 h 14096"/>
                <a:gd name="connsiteX2" fmla="*/ 0 w 14096"/>
                <a:gd name="connsiteY2" fmla="*/ 7048 h 14096"/>
                <a:gd name="connsiteX3" fmla="*/ 7048 w 14096"/>
                <a:gd name="connsiteY3" fmla="*/ 0 h 14096"/>
                <a:gd name="connsiteX4" fmla="*/ 14097 w 14096"/>
                <a:gd name="connsiteY4" fmla="*/ 7048 h 1409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14096" h="14096">
                  <a:moveTo>
                    <a:pt x="14097" y="7048"/>
                  </a:moveTo>
                  <a:cubicBezTo>
                    <a:pt x="14097" y="10954"/>
                    <a:pt x="10954" y="14097"/>
                    <a:pt x="7048" y="14097"/>
                  </a:cubicBezTo>
                  <a:cubicBezTo>
                    <a:pt x="3143" y="14097"/>
                    <a:pt x="0" y="10954"/>
                    <a:pt x="0" y="7048"/>
                  </a:cubicBezTo>
                  <a:cubicBezTo>
                    <a:pt x="0" y="3143"/>
                    <a:pt x="3143" y="0"/>
                    <a:pt x="7048" y="0"/>
                  </a:cubicBezTo>
                  <a:cubicBezTo>
                    <a:pt x="10954" y="0"/>
                    <a:pt x="14097" y="3143"/>
                    <a:pt x="14097" y="7048"/>
                  </a:cubicBezTo>
                  <a:close/>
                </a:path>
              </a:pathLst>
            </a:custGeom>
            <a:grpFill/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281" name="Freeform: Shape 280">
              <a:extLst>
                <a:ext uri="{FF2B5EF4-FFF2-40B4-BE49-F238E27FC236}">
                  <a16:creationId xmlns:a16="http://schemas.microsoft.com/office/drawing/2014/main" id="{51F94E69-8294-4AB3-A457-3BD4ACF085CB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6385260" y="3422225"/>
              <a:ext cx="14096" cy="14096"/>
            </a:xfrm>
            <a:custGeom>
              <a:avLst/>
              <a:gdLst>
                <a:gd name="connsiteX0" fmla="*/ 14097 w 14096"/>
                <a:gd name="connsiteY0" fmla="*/ 7048 h 14096"/>
                <a:gd name="connsiteX1" fmla="*/ 7048 w 14096"/>
                <a:gd name="connsiteY1" fmla="*/ 14097 h 14096"/>
                <a:gd name="connsiteX2" fmla="*/ 0 w 14096"/>
                <a:gd name="connsiteY2" fmla="*/ 7048 h 14096"/>
                <a:gd name="connsiteX3" fmla="*/ 7048 w 14096"/>
                <a:gd name="connsiteY3" fmla="*/ 0 h 14096"/>
                <a:gd name="connsiteX4" fmla="*/ 14097 w 14096"/>
                <a:gd name="connsiteY4" fmla="*/ 7048 h 1409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14096" h="14096">
                  <a:moveTo>
                    <a:pt x="14097" y="7048"/>
                  </a:moveTo>
                  <a:cubicBezTo>
                    <a:pt x="14097" y="10954"/>
                    <a:pt x="10954" y="14097"/>
                    <a:pt x="7048" y="14097"/>
                  </a:cubicBezTo>
                  <a:cubicBezTo>
                    <a:pt x="3143" y="14097"/>
                    <a:pt x="0" y="10954"/>
                    <a:pt x="0" y="7048"/>
                  </a:cubicBezTo>
                  <a:cubicBezTo>
                    <a:pt x="0" y="3143"/>
                    <a:pt x="3143" y="0"/>
                    <a:pt x="7048" y="0"/>
                  </a:cubicBezTo>
                  <a:cubicBezTo>
                    <a:pt x="10858" y="0"/>
                    <a:pt x="14097" y="3143"/>
                    <a:pt x="14097" y="7048"/>
                  </a:cubicBezTo>
                  <a:close/>
                </a:path>
              </a:pathLst>
            </a:custGeom>
            <a:grpFill/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282" name="Freeform: Shape 281">
              <a:extLst>
                <a:ext uri="{FF2B5EF4-FFF2-40B4-BE49-F238E27FC236}">
                  <a16:creationId xmlns:a16="http://schemas.microsoft.com/office/drawing/2014/main" id="{AD2859C5-45C5-4EE2-8272-0FA7A023536A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6444410" y="3422224"/>
              <a:ext cx="14096" cy="14096"/>
            </a:xfrm>
            <a:custGeom>
              <a:avLst/>
              <a:gdLst>
                <a:gd name="connsiteX0" fmla="*/ 14097 w 14096"/>
                <a:gd name="connsiteY0" fmla="*/ 7048 h 14096"/>
                <a:gd name="connsiteX1" fmla="*/ 7048 w 14096"/>
                <a:gd name="connsiteY1" fmla="*/ 14097 h 14096"/>
                <a:gd name="connsiteX2" fmla="*/ 0 w 14096"/>
                <a:gd name="connsiteY2" fmla="*/ 7048 h 14096"/>
                <a:gd name="connsiteX3" fmla="*/ 7048 w 14096"/>
                <a:gd name="connsiteY3" fmla="*/ 0 h 14096"/>
                <a:gd name="connsiteX4" fmla="*/ 14097 w 14096"/>
                <a:gd name="connsiteY4" fmla="*/ 7048 h 1409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14096" h="14096">
                  <a:moveTo>
                    <a:pt x="14097" y="7048"/>
                  </a:moveTo>
                  <a:cubicBezTo>
                    <a:pt x="14097" y="10954"/>
                    <a:pt x="10954" y="14097"/>
                    <a:pt x="7048" y="14097"/>
                  </a:cubicBezTo>
                  <a:cubicBezTo>
                    <a:pt x="3143" y="14097"/>
                    <a:pt x="0" y="10954"/>
                    <a:pt x="0" y="7048"/>
                  </a:cubicBezTo>
                  <a:cubicBezTo>
                    <a:pt x="0" y="3143"/>
                    <a:pt x="3143" y="0"/>
                    <a:pt x="7048" y="0"/>
                  </a:cubicBezTo>
                  <a:cubicBezTo>
                    <a:pt x="10954" y="0"/>
                    <a:pt x="14097" y="3143"/>
                    <a:pt x="14097" y="7048"/>
                  </a:cubicBezTo>
                  <a:close/>
                </a:path>
              </a:pathLst>
            </a:custGeom>
            <a:grpFill/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283" name="Freeform: Shape 282">
              <a:extLst>
                <a:ext uri="{FF2B5EF4-FFF2-40B4-BE49-F238E27FC236}">
                  <a16:creationId xmlns:a16="http://schemas.microsoft.com/office/drawing/2014/main" id="{14AFB321-1B9D-41AF-9686-8C689A3F4B15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5734038" y="3481374"/>
              <a:ext cx="14192" cy="14096"/>
            </a:xfrm>
            <a:custGeom>
              <a:avLst/>
              <a:gdLst>
                <a:gd name="connsiteX0" fmla="*/ 14192 w 14192"/>
                <a:gd name="connsiteY0" fmla="*/ 7049 h 14096"/>
                <a:gd name="connsiteX1" fmla="*/ 7144 w 14192"/>
                <a:gd name="connsiteY1" fmla="*/ 14097 h 14096"/>
                <a:gd name="connsiteX2" fmla="*/ 0 w 14192"/>
                <a:gd name="connsiteY2" fmla="*/ 7049 h 14096"/>
                <a:gd name="connsiteX3" fmla="*/ 7049 w 14192"/>
                <a:gd name="connsiteY3" fmla="*/ 0 h 14096"/>
                <a:gd name="connsiteX4" fmla="*/ 14192 w 14192"/>
                <a:gd name="connsiteY4" fmla="*/ 7049 h 1409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14192" h="14096">
                  <a:moveTo>
                    <a:pt x="14192" y="7049"/>
                  </a:moveTo>
                  <a:cubicBezTo>
                    <a:pt x="14192" y="10954"/>
                    <a:pt x="11049" y="14097"/>
                    <a:pt x="7144" y="14097"/>
                  </a:cubicBezTo>
                  <a:cubicBezTo>
                    <a:pt x="3239" y="14097"/>
                    <a:pt x="0" y="11049"/>
                    <a:pt x="0" y="7049"/>
                  </a:cubicBezTo>
                  <a:cubicBezTo>
                    <a:pt x="0" y="3048"/>
                    <a:pt x="3143" y="0"/>
                    <a:pt x="7049" y="0"/>
                  </a:cubicBezTo>
                  <a:cubicBezTo>
                    <a:pt x="10954" y="0"/>
                    <a:pt x="14192" y="3143"/>
                    <a:pt x="14192" y="7049"/>
                  </a:cubicBezTo>
                  <a:close/>
                </a:path>
              </a:pathLst>
            </a:custGeom>
            <a:grpFill/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284" name="Freeform: Shape 283">
              <a:extLst>
                <a:ext uri="{FF2B5EF4-FFF2-40B4-BE49-F238E27FC236}">
                  <a16:creationId xmlns:a16="http://schemas.microsoft.com/office/drawing/2014/main" id="{5C4403F4-D893-4E4C-8DFE-E79AE6A62A63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5793283" y="3481374"/>
              <a:ext cx="14097" cy="14097"/>
            </a:xfrm>
            <a:custGeom>
              <a:avLst/>
              <a:gdLst>
                <a:gd name="connsiteX0" fmla="*/ 14097 w 14097"/>
                <a:gd name="connsiteY0" fmla="*/ 7049 h 14097"/>
                <a:gd name="connsiteX1" fmla="*/ 7049 w 14097"/>
                <a:gd name="connsiteY1" fmla="*/ 14097 h 14097"/>
                <a:gd name="connsiteX2" fmla="*/ 0 w 14097"/>
                <a:gd name="connsiteY2" fmla="*/ 7049 h 14097"/>
                <a:gd name="connsiteX3" fmla="*/ 7049 w 14097"/>
                <a:gd name="connsiteY3" fmla="*/ 0 h 14097"/>
                <a:gd name="connsiteX4" fmla="*/ 14097 w 14097"/>
                <a:gd name="connsiteY4" fmla="*/ 7049 h 14097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14097" h="14097">
                  <a:moveTo>
                    <a:pt x="14097" y="7049"/>
                  </a:moveTo>
                  <a:cubicBezTo>
                    <a:pt x="14097" y="10941"/>
                    <a:pt x="10941" y="14097"/>
                    <a:pt x="7049" y="14097"/>
                  </a:cubicBezTo>
                  <a:cubicBezTo>
                    <a:pt x="3156" y="14097"/>
                    <a:pt x="0" y="10941"/>
                    <a:pt x="0" y="7049"/>
                  </a:cubicBezTo>
                  <a:cubicBezTo>
                    <a:pt x="0" y="3156"/>
                    <a:pt x="3156" y="0"/>
                    <a:pt x="7049" y="0"/>
                  </a:cubicBezTo>
                  <a:cubicBezTo>
                    <a:pt x="10941" y="0"/>
                    <a:pt x="14097" y="3156"/>
                    <a:pt x="14097" y="7049"/>
                  </a:cubicBezTo>
                  <a:close/>
                </a:path>
              </a:pathLst>
            </a:custGeom>
            <a:grpFill/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285" name="Freeform: Shape 284">
              <a:extLst>
                <a:ext uri="{FF2B5EF4-FFF2-40B4-BE49-F238E27FC236}">
                  <a16:creationId xmlns:a16="http://schemas.microsoft.com/office/drawing/2014/main" id="{BA894316-677B-4B51-AF19-0D3FAF96A7DB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5852433" y="3481374"/>
              <a:ext cx="14096" cy="14096"/>
            </a:xfrm>
            <a:custGeom>
              <a:avLst/>
              <a:gdLst>
                <a:gd name="connsiteX0" fmla="*/ 14097 w 14096"/>
                <a:gd name="connsiteY0" fmla="*/ 7049 h 14096"/>
                <a:gd name="connsiteX1" fmla="*/ 7048 w 14096"/>
                <a:gd name="connsiteY1" fmla="*/ 14097 h 14096"/>
                <a:gd name="connsiteX2" fmla="*/ 0 w 14096"/>
                <a:gd name="connsiteY2" fmla="*/ 7049 h 14096"/>
                <a:gd name="connsiteX3" fmla="*/ 7048 w 14096"/>
                <a:gd name="connsiteY3" fmla="*/ 0 h 14096"/>
                <a:gd name="connsiteX4" fmla="*/ 14097 w 14096"/>
                <a:gd name="connsiteY4" fmla="*/ 7049 h 1409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14096" h="14096">
                  <a:moveTo>
                    <a:pt x="14097" y="7049"/>
                  </a:moveTo>
                  <a:cubicBezTo>
                    <a:pt x="14097" y="10954"/>
                    <a:pt x="10954" y="14097"/>
                    <a:pt x="7048" y="14097"/>
                  </a:cubicBezTo>
                  <a:cubicBezTo>
                    <a:pt x="3143" y="14097"/>
                    <a:pt x="0" y="10954"/>
                    <a:pt x="0" y="7049"/>
                  </a:cubicBezTo>
                  <a:cubicBezTo>
                    <a:pt x="0" y="3143"/>
                    <a:pt x="3143" y="0"/>
                    <a:pt x="7048" y="0"/>
                  </a:cubicBezTo>
                  <a:cubicBezTo>
                    <a:pt x="10954" y="0"/>
                    <a:pt x="14097" y="3143"/>
                    <a:pt x="14097" y="7049"/>
                  </a:cubicBezTo>
                  <a:close/>
                </a:path>
              </a:pathLst>
            </a:custGeom>
            <a:grpFill/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286" name="Freeform: Shape 285">
              <a:extLst>
                <a:ext uri="{FF2B5EF4-FFF2-40B4-BE49-F238E27FC236}">
                  <a16:creationId xmlns:a16="http://schemas.microsoft.com/office/drawing/2014/main" id="{07FDE9AD-8F5A-44B0-AC7E-30148150D05B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5911678" y="3481374"/>
              <a:ext cx="14096" cy="14096"/>
            </a:xfrm>
            <a:custGeom>
              <a:avLst/>
              <a:gdLst>
                <a:gd name="connsiteX0" fmla="*/ 14097 w 14096"/>
                <a:gd name="connsiteY0" fmla="*/ 7049 h 14096"/>
                <a:gd name="connsiteX1" fmla="*/ 7048 w 14096"/>
                <a:gd name="connsiteY1" fmla="*/ 14097 h 14096"/>
                <a:gd name="connsiteX2" fmla="*/ 0 w 14096"/>
                <a:gd name="connsiteY2" fmla="*/ 7049 h 14096"/>
                <a:gd name="connsiteX3" fmla="*/ 7048 w 14096"/>
                <a:gd name="connsiteY3" fmla="*/ 0 h 14096"/>
                <a:gd name="connsiteX4" fmla="*/ 14097 w 14096"/>
                <a:gd name="connsiteY4" fmla="*/ 7049 h 1409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14096" h="14096">
                  <a:moveTo>
                    <a:pt x="14097" y="7049"/>
                  </a:moveTo>
                  <a:cubicBezTo>
                    <a:pt x="14097" y="10954"/>
                    <a:pt x="10954" y="14097"/>
                    <a:pt x="7048" y="14097"/>
                  </a:cubicBezTo>
                  <a:cubicBezTo>
                    <a:pt x="3143" y="14097"/>
                    <a:pt x="0" y="10954"/>
                    <a:pt x="0" y="7049"/>
                  </a:cubicBezTo>
                  <a:cubicBezTo>
                    <a:pt x="0" y="3143"/>
                    <a:pt x="3143" y="0"/>
                    <a:pt x="7048" y="0"/>
                  </a:cubicBezTo>
                  <a:cubicBezTo>
                    <a:pt x="10954" y="0"/>
                    <a:pt x="14097" y="3143"/>
                    <a:pt x="14097" y="7049"/>
                  </a:cubicBezTo>
                  <a:close/>
                </a:path>
              </a:pathLst>
            </a:custGeom>
            <a:grpFill/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287" name="Freeform: Shape 286">
              <a:extLst>
                <a:ext uri="{FF2B5EF4-FFF2-40B4-BE49-F238E27FC236}">
                  <a16:creationId xmlns:a16="http://schemas.microsoft.com/office/drawing/2014/main" id="{A4D0E6BA-489D-4EA4-994E-225F7D078BC2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5970828" y="3481374"/>
              <a:ext cx="14096" cy="14096"/>
            </a:xfrm>
            <a:custGeom>
              <a:avLst/>
              <a:gdLst>
                <a:gd name="connsiteX0" fmla="*/ 14097 w 14096"/>
                <a:gd name="connsiteY0" fmla="*/ 7049 h 14096"/>
                <a:gd name="connsiteX1" fmla="*/ 7048 w 14096"/>
                <a:gd name="connsiteY1" fmla="*/ 14097 h 14096"/>
                <a:gd name="connsiteX2" fmla="*/ 0 w 14096"/>
                <a:gd name="connsiteY2" fmla="*/ 7049 h 14096"/>
                <a:gd name="connsiteX3" fmla="*/ 7048 w 14096"/>
                <a:gd name="connsiteY3" fmla="*/ 0 h 14096"/>
                <a:gd name="connsiteX4" fmla="*/ 14097 w 14096"/>
                <a:gd name="connsiteY4" fmla="*/ 7049 h 1409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14096" h="14096">
                  <a:moveTo>
                    <a:pt x="14097" y="7049"/>
                  </a:moveTo>
                  <a:cubicBezTo>
                    <a:pt x="14097" y="10954"/>
                    <a:pt x="10954" y="14097"/>
                    <a:pt x="7048" y="14097"/>
                  </a:cubicBezTo>
                  <a:cubicBezTo>
                    <a:pt x="3143" y="14097"/>
                    <a:pt x="0" y="10954"/>
                    <a:pt x="0" y="7049"/>
                  </a:cubicBezTo>
                  <a:cubicBezTo>
                    <a:pt x="0" y="3143"/>
                    <a:pt x="3143" y="0"/>
                    <a:pt x="7048" y="0"/>
                  </a:cubicBezTo>
                  <a:cubicBezTo>
                    <a:pt x="10954" y="0"/>
                    <a:pt x="14097" y="3143"/>
                    <a:pt x="14097" y="7049"/>
                  </a:cubicBezTo>
                  <a:close/>
                </a:path>
              </a:pathLst>
            </a:custGeom>
            <a:grpFill/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288" name="Freeform: Shape 287">
              <a:extLst>
                <a:ext uri="{FF2B5EF4-FFF2-40B4-BE49-F238E27FC236}">
                  <a16:creationId xmlns:a16="http://schemas.microsoft.com/office/drawing/2014/main" id="{7EDFBCCB-EC92-4860-BBDB-2EC6355FEE2D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6030074" y="3481374"/>
              <a:ext cx="14097" cy="14097"/>
            </a:xfrm>
            <a:custGeom>
              <a:avLst/>
              <a:gdLst>
                <a:gd name="connsiteX0" fmla="*/ 14097 w 14097"/>
                <a:gd name="connsiteY0" fmla="*/ 7049 h 14097"/>
                <a:gd name="connsiteX1" fmla="*/ 7049 w 14097"/>
                <a:gd name="connsiteY1" fmla="*/ 14097 h 14097"/>
                <a:gd name="connsiteX2" fmla="*/ 0 w 14097"/>
                <a:gd name="connsiteY2" fmla="*/ 7049 h 14097"/>
                <a:gd name="connsiteX3" fmla="*/ 7049 w 14097"/>
                <a:gd name="connsiteY3" fmla="*/ 0 h 14097"/>
                <a:gd name="connsiteX4" fmla="*/ 14097 w 14097"/>
                <a:gd name="connsiteY4" fmla="*/ 7049 h 14097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14097" h="14097">
                  <a:moveTo>
                    <a:pt x="14097" y="7049"/>
                  </a:moveTo>
                  <a:cubicBezTo>
                    <a:pt x="14097" y="10941"/>
                    <a:pt x="10941" y="14097"/>
                    <a:pt x="7049" y="14097"/>
                  </a:cubicBezTo>
                  <a:cubicBezTo>
                    <a:pt x="3156" y="14097"/>
                    <a:pt x="0" y="10941"/>
                    <a:pt x="0" y="7049"/>
                  </a:cubicBezTo>
                  <a:cubicBezTo>
                    <a:pt x="0" y="3156"/>
                    <a:pt x="3156" y="0"/>
                    <a:pt x="7049" y="0"/>
                  </a:cubicBezTo>
                  <a:cubicBezTo>
                    <a:pt x="10941" y="0"/>
                    <a:pt x="14097" y="3156"/>
                    <a:pt x="14097" y="7049"/>
                  </a:cubicBezTo>
                  <a:close/>
                </a:path>
              </a:pathLst>
            </a:custGeom>
            <a:grpFill/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289" name="Freeform: Shape 288">
              <a:extLst>
                <a:ext uri="{FF2B5EF4-FFF2-40B4-BE49-F238E27FC236}">
                  <a16:creationId xmlns:a16="http://schemas.microsoft.com/office/drawing/2014/main" id="{459DBA8E-2EB0-4C51-A161-2C595B89D49A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6089224" y="3481374"/>
              <a:ext cx="14096" cy="14096"/>
            </a:xfrm>
            <a:custGeom>
              <a:avLst/>
              <a:gdLst>
                <a:gd name="connsiteX0" fmla="*/ 14097 w 14096"/>
                <a:gd name="connsiteY0" fmla="*/ 7049 h 14096"/>
                <a:gd name="connsiteX1" fmla="*/ 7048 w 14096"/>
                <a:gd name="connsiteY1" fmla="*/ 14097 h 14096"/>
                <a:gd name="connsiteX2" fmla="*/ 0 w 14096"/>
                <a:gd name="connsiteY2" fmla="*/ 7049 h 14096"/>
                <a:gd name="connsiteX3" fmla="*/ 7048 w 14096"/>
                <a:gd name="connsiteY3" fmla="*/ 0 h 14096"/>
                <a:gd name="connsiteX4" fmla="*/ 14097 w 14096"/>
                <a:gd name="connsiteY4" fmla="*/ 7049 h 1409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14096" h="14096">
                  <a:moveTo>
                    <a:pt x="14097" y="7049"/>
                  </a:moveTo>
                  <a:cubicBezTo>
                    <a:pt x="14097" y="10954"/>
                    <a:pt x="10954" y="14097"/>
                    <a:pt x="7048" y="14097"/>
                  </a:cubicBezTo>
                  <a:cubicBezTo>
                    <a:pt x="3143" y="14097"/>
                    <a:pt x="0" y="10954"/>
                    <a:pt x="0" y="7049"/>
                  </a:cubicBezTo>
                  <a:cubicBezTo>
                    <a:pt x="0" y="3143"/>
                    <a:pt x="3143" y="0"/>
                    <a:pt x="7048" y="0"/>
                  </a:cubicBezTo>
                  <a:cubicBezTo>
                    <a:pt x="10954" y="0"/>
                    <a:pt x="14097" y="3143"/>
                    <a:pt x="14097" y="7049"/>
                  </a:cubicBezTo>
                  <a:close/>
                </a:path>
              </a:pathLst>
            </a:custGeom>
            <a:grpFill/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290" name="Freeform: Shape 289">
              <a:extLst>
                <a:ext uri="{FF2B5EF4-FFF2-40B4-BE49-F238E27FC236}">
                  <a16:creationId xmlns:a16="http://schemas.microsoft.com/office/drawing/2014/main" id="{FB1BA285-9A95-49B7-A098-F38400D92B9F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5734038" y="3540620"/>
              <a:ext cx="14192" cy="14096"/>
            </a:xfrm>
            <a:custGeom>
              <a:avLst/>
              <a:gdLst>
                <a:gd name="connsiteX0" fmla="*/ 14192 w 14192"/>
                <a:gd name="connsiteY0" fmla="*/ 7048 h 14096"/>
                <a:gd name="connsiteX1" fmla="*/ 7144 w 14192"/>
                <a:gd name="connsiteY1" fmla="*/ 14097 h 14096"/>
                <a:gd name="connsiteX2" fmla="*/ 0 w 14192"/>
                <a:gd name="connsiteY2" fmla="*/ 7048 h 14096"/>
                <a:gd name="connsiteX3" fmla="*/ 7049 w 14192"/>
                <a:gd name="connsiteY3" fmla="*/ 0 h 14096"/>
                <a:gd name="connsiteX4" fmla="*/ 14192 w 14192"/>
                <a:gd name="connsiteY4" fmla="*/ 7048 h 1409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14192" h="14096">
                  <a:moveTo>
                    <a:pt x="14192" y="7048"/>
                  </a:moveTo>
                  <a:cubicBezTo>
                    <a:pt x="14192" y="10954"/>
                    <a:pt x="11049" y="14097"/>
                    <a:pt x="7144" y="14097"/>
                  </a:cubicBezTo>
                  <a:cubicBezTo>
                    <a:pt x="3239" y="14097"/>
                    <a:pt x="0" y="10954"/>
                    <a:pt x="0" y="7048"/>
                  </a:cubicBezTo>
                  <a:cubicBezTo>
                    <a:pt x="0" y="3143"/>
                    <a:pt x="3143" y="0"/>
                    <a:pt x="7049" y="0"/>
                  </a:cubicBezTo>
                  <a:cubicBezTo>
                    <a:pt x="10954" y="0"/>
                    <a:pt x="14192" y="3143"/>
                    <a:pt x="14192" y="7048"/>
                  </a:cubicBezTo>
                  <a:close/>
                </a:path>
              </a:pathLst>
            </a:custGeom>
            <a:grpFill/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291" name="Freeform: Shape 290">
              <a:extLst>
                <a:ext uri="{FF2B5EF4-FFF2-40B4-BE49-F238E27FC236}">
                  <a16:creationId xmlns:a16="http://schemas.microsoft.com/office/drawing/2014/main" id="{D29C405E-90F5-4AB5-8B5F-3CA2F1815A61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5793283" y="3540620"/>
              <a:ext cx="14097" cy="14097"/>
            </a:xfrm>
            <a:custGeom>
              <a:avLst/>
              <a:gdLst>
                <a:gd name="connsiteX0" fmla="*/ 14097 w 14097"/>
                <a:gd name="connsiteY0" fmla="*/ 7048 h 14097"/>
                <a:gd name="connsiteX1" fmla="*/ 7049 w 14097"/>
                <a:gd name="connsiteY1" fmla="*/ 14097 h 14097"/>
                <a:gd name="connsiteX2" fmla="*/ 0 w 14097"/>
                <a:gd name="connsiteY2" fmla="*/ 7048 h 14097"/>
                <a:gd name="connsiteX3" fmla="*/ 7049 w 14097"/>
                <a:gd name="connsiteY3" fmla="*/ 0 h 14097"/>
                <a:gd name="connsiteX4" fmla="*/ 14097 w 14097"/>
                <a:gd name="connsiteY4" fmla="*/ 7048 h 14097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14097" h="14097">
                  <a:moveTo>
                    <a:pt x="14097" y="7048"/>
                  </a:moveTo>
                  <a:cubicBezTo>
                    <a:pt x="14097" y="10941"/>
                    <a:pt x="10941" y="14097"/>
                    <a:pt x="7049" y="14097"/>
                  </a:cubicBezTo>
                  <a:cubicBezTo>
                    <a:pt x="3156" y="14097"/>
                    <a:pt x="0" y="10941"/>
                    <a:pt x="0" y="7048"/>
                  </a:cubicBezTo>
                  <a:cubicBezTo>
                    <a:pt x="0" y="3156"/>
                    <a:pt x="3156" y="0"/>
                    <a:pt x="7049" y="0"/>
                  </a:cubicBezTo>
                  <a:cubicBezTo>
                    <a:pt x="10941" y="0"/>
                    <a:pt x="14097" y="3156"/>
                    <a:pt x="14097" y="7048"/>
                  </a:cubicBezTo>
                  <a:close/>
                </a:path>
              </a:pathLst>
            </a:custGeom>
            <a:grpFill/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292" name="Freeform: Shape 291">
              <a:extLst>
                <a:ext uri="{FF2B5EF4-FFF2-40B4-BE49-F238E27FC236}">
                  <a16:creationId xmlns:a16="http://schemas.microsoft.com/office/drawing/2014/main" id="{F7214FFD-3321-412F-9CA5-4BC6E874F923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5852433" y="3540620"/>
              <a:ext cx="14096" cy="14096"/>
            </a:xfrm>
            <a:custGeom>
              <a:avLst/>
              <a:gdLst>
                <a:gd name="connsiteX0" fmla="*/ 14097 w 14096"/>
                <a:gd name="connsiteY0" fmla="*/ 7048 h 14096"/>
                <a:gd name="connsiteX1" fmla="*/ 7048 w 14096"/>
                <a:gd name="connsiteY1" fmla="*/ 14097 h 14096"/>
                <a:gd name="connsiteX2" fmla="*/ 0 w 14096"/>
                <a:gd name="connsiteY2" fmla="*/ 7048 h 14096"/>
                <a:gd name="connsiteX3" fmla="*/ 7048 w 14096"/>
                <a:gd name="connsiteY3" fmla="*/ 0 h 14096"/>
                <a:gd name="connsiteX4" fmla="*/ 14097 w 14096"/>
                <a:gd name="connsiteY4" fmla="*/ 7048 h 1409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14096" h="14096">
                  <a:moveTo>
                    <a:pt x="14097" y="7048"/>
                  </a:moveTo>
                  <a:cubicBezTo>
                    <a:pt x="14097" y="10954"/>
                    <a:pt x="10954" y="14097"/>
                    <a:pt x="7048" y="14097"/>
                  </a:cubicBezTo>
                  <a:cubicBezTo>
                    <a:pt x="3143" y="14097"/>
                    <a:pt x="0" y="10954"/>
                    <a:pt x="0" y="7048"/>
                  </a:cubicBezTo>
                  <a:cubicBezTo>
                    <a:pt x="0" y="3143"/>
                    <a:pt x="3143" y="0"/>
                    <a:pt x="7048" y="0"/>
                  </a:cubicBezTo>
                  <a:cubicBezTo>
                    <a:pt x="10954" y="0"/>
                    <a:pt x="14097" y="3143"/>
                    <a:pt x="14097" y="7048"/>
                  </a:cubicBezTo>
                  <a:close/>
                </a:path>
              </a:pathLst>
            </a:custGeom>
            <a:grpFill/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293" name="Freeform: Shape 292">
              <a:extLst>
                <a:ext uri="{FF2B5EF4-FFF2-40B4-BE49-F238E27FC236}">
                  <a16:creationId xmlns:a16="http://schemas.microsoft.com/office/drawing/2014/main" id="{5F16C3D8-64A1-443D-92A7-EA97518A63FA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5911678" y="3540620"/>
              <a:ext cx="14096" cy="14096"/>
            </a:xfrm>
            <a:custGeom>
              <a:avLst/>
              <a:gdLst>
                <a:gd name="connsiteX0" fmla="*/ 14097 w 14096"/>
                <a:gd name="connsiteY0" fmla="*/ 7048 h 14096"/>
                <a:gd name="connsiteX1" fmla="*/ 7048 w 14096"/>
                <a:gd name="connsiteY1" fmla="*/ 14097 h 14096"/>
                <a:gd name="connsiteX2" fmla="*/ 0 w 14096"/>
                <a:gd name="connsiteY2" fmla="*/ 7048 h 14096"/>
                <a:gd name="connsiteX3" fmla="*/ 7048 w 14096"/>
                <a:gd name="connsiteY3" fmla="*/ 0 h 14096"/>
                <a:gd name="connsiteX4" fmla="*/ 14097 w 14096"/>
                <a:gd name="connsiteY4" fmla="*/ 7048 h 1409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14096" h="14096">
                  <a:moveTo>
                    <a:pt x="14097" y="7048"/>
                  </a:moveTo>
                  <a:cubicBezTo>
                    <a:pt x="14097" y="10954"/>
                    <a:pt x="10954" y="14097"/>
                    <a:pt x="7048" y="14097"/>
                  </a:cubicBezTo>
                  <a:cubicBezTo>
                    <a:pt x="3143" y="14097"/>
                    <a:pt x="0" y="10954"/>
                    <a:pt x="0" y="7048"/>
                  </a:cubicBezTo>
                  <a:cubicBezTo>
                    <a:pt x="0" y="3143"/>
                    <a:pt x="3143" y="0"/>
                    <a:pt x="7048" y="0"/>
                  </a:cubicBezTo>
                  <a:cubicBezTo>
                    <a:pt x="10954" y="0"/>
                    <a:pt x="14097" y="3143"/>
                    <a:pt x="14097" y="7048"/>
                  </a:cubicBezTo>
                  <a:close/>
                </a:path>
              </a:pathLst>
            </a:custGeom>
            <a:grpFill/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294" name="Freeform: Shape 293">
              <a:extLst>
                <a:ext uri="{FF2B5EF4-FFF2-40B4-BE49-F238E27FC236}">
                  <a16:creationId xmlns:a16="http://schemas.microsoft.com/office/drawing/2014/main" id="{7E4EFAB9-436A-4B6B-A16B-8DA3F614A89C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5970828" y="3540620"/>
              <a:ext cx="14096" cy="14096"/>
            </a:xfrm>
            <a:custGeom>
              <a:avLst/>
              <a:gdLst>
                <a:gd name="connsiteX0" fmla="*/ 14097 w 14096"/>
                <a:gd name="connsiteY0" fmla="*/ 7048 h 14096"/>
                <a:gd name="connsiteX1" fmla="*/ 7048 w 14096"/>
                <a:gd name="connsiteY1" fmla="*/ 14097 h 14096"/>
                <a:gd name="connsiteX2" fmla="*/ 0 w 14096"/>
                <a:gd name="connsiteY2" fmla="*/ 7048 h 14096"/>
                <a:gd name="connsiteX3" fmla="*/ 7048 w 14096"/>
                <a:gd name="connsiteY3" fmla="*/ 0 h 14096"/>
                <a:gd name="connsiteX4" fmla="*/ 14097 w 14096"/>
                <a:gd name="connsiteY4" fmla="*/ 7048 h 1409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14096" h="14096">
                  <a:moveTo>
                    <a:pt x="14097" y="7048"/>
                  </a:moveTo>
                  <a:cubicBezTo>
                    <a:pt x="14097" y="10954"/>
                    <a:pt x="10954" y="14097"/>
                    <a:pt x="7048" y="14097"/>
                  </a:cubicBezTo>
                  <a:cubicBezTo>
                    <a:pt x="3143" y="14097"/>
                    <a:pt x="0" y="10954"/>
                    <a:pt x="0" y="7048"/>
                  </a:cubicBezTo>
                  <a:cubicBezTo>
                    <a:pt x="0" y="3143"/>
                    <a:pt x="3143" y="0"/>
                    <a:pt x="7048" y="0"/>
                  </a:cubicBezTo>
                  <a:cubicBezTo>
                    <a:pt x="10954" y="0"/>
                    <a:pt x="14097" y="3143"/>
                    <a:pt x="14097" y="7048"/>
                  </a:cubicBezTo>
                  <a:close/>
                </a:path>
              </a:pathLst>
            </a:custGeom>
            <a:grpFill/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295" name="Freeform: Shape 294">
              <a:extLst>
                <a:ext uri="{FF2B5EF4-FFF2-40B4-BE49-F238E27FC236}">
                  <a16:creationId xmlns:a16="http://schemas.microsoft.com/office/drawing/2014/main" id="{037DDFC3-D7A5-443D-8417-D723296DA742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6030074" y="3540620"/>
              <a:ext cx="14097" cy="14097"/>
            </a:xfrm>
            <a:custGeom>
              <a:avLst/>
              <a:gdLst>
                <a:gd name="connsiteX0" fmla="*/ 14097 w 14097"/>
                <a:gd name="connsiteY0" fmla="*/ 7048 h 14097"/>
                <a:gd name="connsiteX1" fmla="*/ 7049 w 14097"/>
                <a:gd name="connsiteY1" fmla="*/ 14097 h 14097"/>
                <a:gd name="connsiteX2" fmla="*/ 0 w 14097"/>
                <a:gd name="connsiteY2" fmla="*/ 7048 h 14097"/>
                <a:gd name="connsiteX3" fmla="*/ 7049 w 14097"/>
                <a:gd name="connsiteY3" fmla="*/ 0 h 14097"/>
                <a:gd name="connsiteX4" fmla="*/ 14097 w 14097"/>
                <a:gd name="connsiteY4" fmla="*/ 7048 h 14097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14097" h="14097">
                  <a:moveTo>
                    <a:pt x="14097" y="7048"/>
                  </a:moveTo>
                  <a:cubicBezTo>
                    <a:pt x="14097" y="10941"/>
                    <a:pt x="10941" y="14097"/>
                    <a:pt x="7049" y="14097"/>
                  </a:cubicBezTo>
                  <a:cubicBezTo>
                    <a:pt x="3156" y="14097"/>
                    <a:pt x="0" y="10941"/>
                    <a:pt x="0" y="7048"/>
                  </a:cubicBezTo>
                  <a:cubicBezTo>
                    <a:pt x="0" y="3156"/>
                    <a:pt x="3156" y="0"/>
                    <a:pt x="7049" y="0"/>
                  </a:cubicBezTo>
                  <a:cubicBezTo>
                    <a:pt x="10941" y="0"/>
                    <a:pt x="14097" y="3156"/>
                    <a:pt x="14097" y="7048"/>
                  </a:cubicBezTo>
                  <a:close/>
                </a:path>
              </a:pathLst>
            </a:custGeom>
            <a:grpFill/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296" name="Freeform: Shape 295">
              <a:extLst>
                <a:ext uri="{FF2B5EF4-FFF2-40B4-BE49-F238E27FC236}">
                  <a16:creationId xmlns:a16="http://schemas.microsoft.com/office/drawing/2014/main" id="{253AC142-F4B4-47E8-BBEE-F7D0F8547FE1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6089224" y="3540620"/>
              <a:ext cx="14096" cy="14096"/>
            </a:xfrm>
            <a:custGeom>
              <a:avLst/>
              <a:gdLst>
                <a:gd name="connsiteX0" fmla="*/ 14097 w 14096"/>
                <a:gd name="connsiteY0" fmla="*/ 7048 h 14096"/>
                <a:gd name="connsiteX1" fmla="*/ 7048 w 14096"/>
                <a:gd name="connsiteY1" fmla="*/ 14097 h 14096"/>
                <a:gd name="connsiteX2" fmla="*/ 0 w 14096"/>
                <a:gd name="connsiteY2" fmla="*/ 7048 h 14096"/>
                <a:gd name="connsiteX3" fmla="*/ 7048 w 14096"/>
                <a:gd name="connsiteY3" fmla="*/ 0 h 14096"/>
                <a:gd name="connsiteX4" fmla="*/ 14097 w 14096"/>
                <a:gd name="connsiteY4" fmla="*/ 7048 h 1409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14096" h="14096">
                  <a:moveTo>
                    <a:pt x="14097" y="7048"/>
                  </a:moveTo>
                  <a:cubicBezTo>
                    <a:pt x="14097" y="10954"/>
                    <a:pt x="10954" y="14097"/>
                    <a:pt x="7048" y="14097"/>
                  </a:cubicBezTo>
                  <a:cubicBezTo>
                    <a:pt x="3143" y="14097"/>
                    <a:pt x="0" y="10954"/>
                    <a:pt x="0" y="7048"/>
                  </a:cubicBezTo>
                  <a:cubicBezTo>
                    <a:pt x="0" y="3143"/>
                    <a:pt x="3143" y="0"/>
                    <a:pt x="7048" y="0"/>
                  </a:cubicBezTo>
                  <a:cubicBezTo>
                    <a:pt x="10954" y="0"/>
                    <a:pt x="14097" y="3143"/>
                    <a:pt x="14097" y="7048"/>
                  </a:cubicBezTo>
                  <a:close/>
                </a:path>
              </a:pathLst>
            </a:custGeom>
            <a:grpFill/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297" name="Freeform: Shape 296">
              <a:extLst>
                <a:ext uri="{FF2B5EF4-FFF2-40B4-BE49-F238E27FC236}">
                  <a16:creationId xmlns:a16="http://schemas.microsoft.com/office/drawing/2014/main" id="{890AAA82-94E2-41D0-AE92-9C87195CCBBC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5734038" y="3599770"/>
              <a:ext cx="14192" cy="14096"/>
            </a:xfrm>
            <a:custGeom>
              <a:avLst/>
              <a:gdLst>
                <a:gd name="connsiteX0" fmla="*/ 14192 w 14192"/>
                <a:gd name="connsiteY0" fmla="*/ 7048 h 14096"/>
                <a:gd name="connsiteX1" fmla="*/ 7144 w 14192"/>
                <a:gd name="connsiteY1" fmla="*/ 14097 h 14096"/>
                <a:gd name="connsiteX2" fmla="*/ 0 w 14192"/>
                <a:gd name="connsiteY2" fmla="*/ 7048 h 14096"/>
                <a:gd name="connsiteX3" fmla="*/ 7049 w 14192"/>
                <a:gd name="connsiteY3" fmla="*/ 0 h 14096"/>
                <a:gd name="connsiteX4" fmla="*/ 14192 w 14192"/>
                <a:gd name="connsiteY4" fmla="*/ 7048 h 1409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14192" h="14096">
                  <a:moveTo>
                    <a:pt x="14192" y="7048"/>
                  </a:moveTo>
                  <a:cubicBezTo>
                    <a:pt x="14192" y="10954"/>
                    <a:pt x="11049" y="14097"/>
                    <a:pt x="7144" y="14097"/>
                  </a:cubicBezTo>
                  <a:cubicBezTo>
                    <a:pt x="3239" y="14097"/>
                    <a:pt x="0" y="10954"/>
                    <a:pt x="0" y="7048"/>
                  </a:cubicBezTo>
                  <a:cubicBezTo>
                    <a:pt x="0" y="3143"/>
                    <a:pt x="3143" y="0"/>
                    <a:pt x="7049" y="0"/>
                  </a:cubicBezTo>
                  <a:cubicBezTo>
                    <a:pt x="10954" y="0"/>
                    <a:pt x="14192" y="3143"/>
                    <a:pt x="14192" y="7048"/>
                  </a:cubicBezTo>
                  <a:close/>
                </a:path>
              </a:pathLst>
            </a:custGeom>
            <a:grpFill/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298" name="Freeform: Shape 297">
              <a:extLst>
                <a:ext uri="{FF2B5EF4-FFF2-40B4-BE49-F238E27FC236}">
                  <a16:creationId xmlns:a16="http://schemas.microsoft.com/office/drawing/2014/main" id="{FD33B856-EF4E-40FC-BDA0-9E26203D03CA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5793283" y="3599770"/>
              <a:ext cx="14097" cy="14096"/>
            </a:xfrm>
            <a:custGeom>
              <a:avLst/>
              <a:gdLst>
                <a:gd name="connsiteX0" fmla="*/ 14097 w 14097"/>
                <a:gd name="connsiteY0" fmla="*/ 7048 h 14096"/>
                <a:gd name="connsiteX1" fmla="*/ 7049 w 14097"/>
                <a:gd name="connsiteY1" fmla="*/ 14097 h 14096"/>
                <a:gd name="connsiteX2" fmla="*/ 0 w 14097"/>
                <a:gd name="connsiteY2" fmla="*/ 7048 h 14096"/>
                <a:gd name="connsiteX3" fmla="*/ 7049 w 14097"/>
                <a:gd name="connsiteY3" fmla="*/ 0 h 14096"/>
                <a:gd name="connsiteX4" fmla="*/ 14097 w 14097"/>
                <a:gd name="connsiteY4" fmla="*/ 7048 h 1409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14097" h="14096">
                  <a:moveTo>
                    <a:pt x="14097" y="7048"/>
                  </a:moveTo>
                  <a:cubicBezTo>
                    <a:pt x="14097" y="10954"/>
                    <a:pt x="10954" y="14097"/>
                    <a:pt x="7049" y="14097"/>
                  </a:cubicBezTo>
                  <a:cubicBezTo>
                    <a:pt x="3143" y="14097"/>
                    <a:pt x="0" y="10954"/>
                    <a:pt x="0" y="7048"/>
                  </a:cubicBezTo>
                  <a:cubicBezTo>
                    <a:pt x="0" y="3143"/>
                    <a:pt x="3143" y="0"/>
                    <a:pt x="7049" y="0"/>
                  </a:cubicBezTo>
                  <a:cubicBezTo>
                    <a:pt x="10954" y="0"/>
                    <a:pt x="14097" y="3143"/>
                    <a:pt x="14097" y="7048"/>
                  </a:cubicBezTo>
                  <a:close/>
                </a:path>
              </a:pathLst>
            </a:custGeom>
            <a:grpFill/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299" name="Freeform: Shape 298">
              <a:extLst>
                <a:ext uri="{FF2B5EF4-FFF2-40B4-BE49-F238E27FC236}">
                  <a16:creationId xmlns:a16="http://schemas.microsoft.com/office/drawing/2014/main" id="{24AEBF58-C8A2-4D00-9AFB-B5012AEA3694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5852433" y="3599770"/>
              <a:ext cx="14096" cy="14096"/>
            </a:xfrm>
            <a:custGeom>
              <a:avLst/>
              <a:gdLst>
                <a:gd name="connsiteX0" fmla="*/ 14097 w 14096"/>
                <a:gd name="connsiteY0" fmla="*/ 7048 h 14096"/>
                <a:gd name="connsiteX1" fmla="*/ 7048 w 14096"/>
                <a:gd name="connsiteY1" fmla="*/ 14097 h 14096"/>
                <a:gd name="connsiteX2" fmla="*/ 0 w 14096"/>
                <a:gd name="connsiteY2" fmla="*/ 7048 h 14096"/>
                <a:gd name="connsiteX3" fmla="*/ 7048 w 14096"/>
                <a:gd name="connsiteY3" fmla="*/ 0 h 14096"/>
                <a:gd name="connsiteX4" fmla="*/ 14097 w 14096"/>
                <a:gd name="connsiteY4" fmla="*/ 7048 h 1409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14096" h="14096">
                  <a:moveTo>
                    <a:pt x="14097" y="7048"/>
                  </a:moveTo>
                  <a:cubicBezTo>
                    <a:pt x="14097" y="10954"/>
                    <a:pt x="10954" y="14097"/>
                    <a:pt x="7048" y="14097"/>
                  </a:cubicBezTo>
                  <a:cubicBezTo>
                    <a:pt x="3143" y="14097"/>
                    <a:pt x="0" y="10954"/>
                    <a:pt x="0" y="7048"/>
                  </a:cubicBezTo>
                  <a:cubicBezTo>
                    <a:pt x="0" y="3143"/>
                    <a:pt x="3143" y="0"/>
                    <a:pt x="7048" y="0"/>
                  </a:cubicBezTo>
                  <a:cubicBezTo>
                    <a:pt x="10954" y="0"/>
                    <a:pt x="14097" y="3143"/>
                    <a:pt x="14097" y="7048"/>
                  </a:cubicBezTo>
                  <a:close/>
                </a:path>
              </a:pathLst>
            </a:custGeom>
            <a:grpFill/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300" name="Freeform: Shape 299">
              <a:extLst>
                <a:ext uri="{FF2B5EF4-FFF2-40B4-BE49-F238E27FC236}">
                  <a16:creationId xmlns:a16="http://schemas.microsoft.com/office/drawing/2014/main" id="{21270E55-4211-4529-BDC3-29B80BDF5054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5911678" y="3599770"/>
              <a:ext cx="14096" cy="14096"/>
            </a:xfrm>
            <a:custGeom>
              <a:avLst/>
              <a:gdLst>
                <a:gd name="connsiteX0" fmla="*/ 14097 w 14096"/>
                <a:gd name="connsiteY0" fmla="*/ 7048 h 14096"/>
                <a:gd name="connsiteX1" fmla="*/ 7048 w 14096"/>
                <a:gd name="connsiteY1" fmla="*/ 14097 h 14096"/>
                <a:gd name="connsiteX2" fmla="*/ 0 w 14096"/>
                <a:gd name="connsiteY2" fmla="*/ 7048 h 14096"/>
                <a:gd name="connsiteX3" fmla="*/ 7048 w 14096"/>
                <a:gd name="connsiteY3" fmla="*/ 0 h 14096"/>
                <a:gd name="connsiteX4" fmla="*/ 14097 w 14096"/>
                <a:gd name="connsiteY4" fmla="*/ 7048 h 1409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14096" h="14096">
                  <a:moveTo>
                    <a:pt x="14097" y="7048"/>
                  </a:moveTo>
                  <a:cubicBezTo>
                    <a:pt x="14097" y="10954"/>
                    <a:pt x="10954" y="14097"/>
                    <a:pt x="7048" y="14097"/>
                  </a:cubicBezTo>
                  <a:cubicBezTo>
                    <a:pt x="3143" y="14097"/>
                    <a:pt x="0" y="10954"/>
                    <a:pt x="0" y="7048"/>
                  </a:cubicBezTo>
                  <a:cubicBezTo>
                    <a:pt x="0" y="3143"/>
                    <a:pt x="3143" y="0"/>
                    <a:pt x="7048" y="0"/>
                  </a:cubicBezTo>
                  <a:cubicBezTo>
                    <a:pt x="10954" y="0"/>
                    <a:pt x="14097" y="3143"/>
                    <a:pt x="14097" y="7048"/>
                  </a:cubicBezTo>
                  <a:close/>
                </a:path>
              </a:pathLst>
            </a:custGeom>
            <a:grpFill/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301" name="Freeform: Shape 300">
              <a:extLst>
                <a:ext uri="{FF2B5EF4-FFF2-40B4-BE49-F238E27FC236}">
                  <a16:creationId xmlns:a16="http://schemas.microsoft.com/office/drawing/2014/main" id="{16DD7E91-EFBB-4DD7-B30F-4A13C20BEDED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5970828" y="3599770"/>
              <a:ext cx="14096" cy="14096"/>
            </a:xfrm>
            <a:custGeom>
              <a:avLst/>
              <a:gdLst>
                <a:gd name="connsiteX0" fmla="*/ 14097 w 14096"/>
                <a:gd name="connsiteY0" fmla="*/ 7048 h 14096"/>
                <a:gd name="connsiteX1" fmla="*/ 7048 w 14096"/>
                <a:gd name="connsiteY1" fmla="*/ 14097 h 14096"/>
                <a:gd name="connsiteX2" fmla="*/ 0 w 14096"/>
                <a:gd name="connsiteY2" fmla="*/ 7048 h 14096"/>
                <a:gd name="connsiteX3" fmla="*/ 7048 w 14096"/>
                <a:gd name="connsiteY3" fmla="*/ 0 h 14096"/>
                <a:gd name="connsiteX4" fmla="*/ 14097 w 14096"/>
                <a:gd name="connsiteY4" fmla="*/ 7048 h 1409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14096" h="14096">
                  <a:moveTo>
                    <a:pt x="14097" y="7048"/>
                  </a:moveTo>
                  <a:cubicBezTo>
                    <a:pt x="14097" y="10954"/>
                    <a:pt x="10954" y="14097"/>
                    <a:pt x="7048" y="14097"/>
                  </a:cubicBezTo>
                  <a:cubicBezTo>
                    <a:pt x="3143" y="14097"/>
                    <a:pt x="0" y="10954"/>
                    <a:pt x="0" y="7048"/>
                  </a:cubicBezTo>
                  <a:cubicBezTo>
                    <a:pt x="0" y="3143"/>
                    <a:pt x="3143" y="0"/>
                    <a:pt x="7048" y="0"/>
                  </a:cubicBezTo>
                  <a:cubicBezTo>
                    <a:pt x="10954" y="0"/>
                    <a:pt x="14097" y="3143"/>
                    <a:pt x="14097" y="7048"/>
                  </a:cubicBezTo>
                  <a:close/>
                </a:path>
              </a:pathLst>
            </a:custGeom>
            <a:grpFill/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302" name="Freeform: Shape 301">
              <a:extLst>
                <a:ext uri="{FF2B5EF4-FFF2-40B4-BE49-F238E27FC236}">
                  <a16:creationId xmlns:a16="http://schemas.microsoft.com/office/drawing/2014/main" id="{96260F31-66FB-4E2C-801E-701C2B859AA7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6030073" y="3599770"/>
              <a:ext cx="14097" cy="14096"/>
            </a:xfrm>
            <a:custGeom>
              <a:avLst/>
              <a:gdLst>
                <a:gd name="connsiteX0" fmla="*/ 14097 w 14097"/>
                <a:gd name="connsiteY0" fmla="*/ 7048 h 14096"/>
                <a:gd name="connsiteX1" fmla="*/ 7048 w 14097"/>
                <a:gd name="connsiteY1" fmla="*/ 14097 h 14096"/>
                <a:gd name="connsiteX2" fmla="*/ 0 w 14097"/>
                <a:gd name="connsiteY2" fmla="*/ 7048 h 14096"/>
                <a:gd name="connsiteX3" fmla="*/ 7048 w 14097"/>
                <a:gd name="connsiteY3" fmla="*/ 0 h 14096"/>
                <a:gd name="connsiteX4" fmla="*/ 14097 w 14097"/>
                <a:gd name="connsiteY4" fmla="*/ 7048 h 1409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14097" h="14096">
                  <a:moveTo>
                    <a:pt x="14097" y="7048"/>
                  </a:moveTo>
                  <a:cubicBezTo>
                    <a:pt x="14097" y="10954"/>
                    <a:pt x="10954" y="14097"/>
                    <a:pt x="7048" y="14097"/>
                  </a:cubicBezTo>
                  <a:cubicBezTo>
                    <a:pt x="3143" y="14097"/>
                    <a:pt x="0" y="10954"/>
                    <a:pt x="0" y="7048"/>
                  </a:cubicBezTo>
                  <a:cubicBezTo>
                    <a:pt x="0" y="3143"/>
                    <a:pt x="3143" y="0"/>
                    <a:pt x="7048" y="0"/>
                  </a:cubicBezTo>
                  <a:cubicBezTo>
                    <a:pt x="10954" y="0"/>
                    <a:pt x="14097" y="3143"/>
                    <a:pt x="14097" y="7048"/>
                  </a:cubicBezTo>
                  <a:close/>
                </a:path>
              </a:pathLst>
            </a:custGeom>
            <a:grpFill/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303" name="Freeform: Shape 302">
              <a:extLst>
                <a:ext uri="{FF2B5EF4-FFF2-40B4-BE49-F238E27FC236}">
                  <a16:creationId xmlns:a16="http://schemas.microsoft.com/office/drawing/2014/main" id="{B5FEE1C9-3961-4400-AD3E-B5AD93A4748D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6089224" y="3599770"/>
              <a:ext cx="14096" cy="14096"/>
            </a:xfrm>
            <a:custGeom>
              <a:avLst/>
              <a:gdLst>
                <a:gd name="connsiteX0" fmla="*/ 14097 w 14096"/>
                <a:gd name="connsiteY0" fmla="*/ 7048 h 14096"/>
                <a:gd name="connsiteX1" fmla="*/ 7048 w 14096"/>
                <a:gd name="connsiteY1" fmla="*/ 14097 h 14096"/>
                <a:gd name="connsiteX2" fmla="*/ 0 w 14096"/>
                <a:gd name="connsiteY2" fmla="*/ 7048 h 14096"/>
                <a:gd name="connsiteX3" fmla="*/ 7048 w 14096"/>
                <a:gd name="connsiteY3" fmla="*/ 0 h 14096"/>
                <a:gd name="connsiteX4" fmla="*/ 14097 w 14096"/>
                <a:gd name="connsiteY4" fmla="*/ 7048 h 1409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14096" h="14096">
                  <a:moveTo>
                    <a:pt x="14097" y="7048"/>
                  </a:moveTo>
                  <a:cubicBezTo>
                    <a:pt x="14097" y="10954"/>
                    <a:pt x="10954" y="14097"/>
                    <a:pt x="7048" y="14097"/>
                  </a:cubicBezTo>
                  <a:cubicBezTo>
                    <a:pt x="3143" y="14097"/>
                    <a:pt x="0" y="10954"/>
                    <a:pt x="0" y="7048"/>
                  </a:cubicBezTo>
                  <a:cubicBezTo>
                    <a:pt x="0" y="3143"/>
                    <a:pt x="3143" y="0"/>
                    <a:pt x="7048" y="0"/>
                  </a:cubicBezTo>
                  <a:cubicBezTo>
                    <a:pt x="10954" y="0"/>
                    <a:pt x="14097" y="3143"/>
                    <a:pt x="14097" y="7048"/>
                  </a:cubicBezTo>
                  <a:close/>
                </a:path>
              </a:pathLst>
            </a:custGeom>
            <a:grpFill/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304" name="Freeform: Shape 303">
              <a:extLst>
                <a:ext uri="{FF2B5EF4-FFF2-40B4-BE49-F238E27FC236}">
                  <a16:creationId xmlns:a16="http://schemas.microsoft.com/office/drawing/2014/main" id="{34E1BE05-269F-4A13-99FE-2A973A0E7732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5734037" y="3659014"/>
              <a:ext cx="14192" cy="14096"/>
            </a:xfrm>
            <a:custGeom>
              <a:avLst/>
              <a:gdLst>
                <a:gd name="connsiteX0" fmla="*/ 14192 w 14192"/>
                <a:gd name="connsiteY0" fmla="*/ 7048 h 14096"/>
                <a:gd name="connsiteX1" fmla="*/ 7144 w 14192"/>
                <a:gd name="connsiteY1" fmla="*/ 14097 h 14096"/>
                <a:gd name="connsiteX2" fmla="*/ 0 w 14192"/>
                <a:gd name="connsiteY2" fmla="*/ 7048 h 14096"/>
                <a:gd name="connsiteX3" fmla="*/ 7049 w 14192"/>
                <a:gd name="connsiteY3" fmla="*/ 0 h 14096"/>
                <a:gd name="connsiteX4" fmla="*/ 14192 w 14192"/>
                <a:gd name="connsiteY4" fmla="*/ 7048 h 1409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14192" h="14096">
                  <a:moveTo>
                    <a:pt x="14192" y="7048"/>
                  </a:moveTo>
                  <a:cubicBezTo>
                    <a:pt x="14192" y="10954"/>
                    <a:pt x="11049" y="14097"/>
                    <a:pt x="7144" y="14097"/>
                  </a:cubicBezTo>
                  <a:cubicBezTo>
                    <a:pt x="3239" y="14097"/>
                    <a:pt x="0" y="10954"/>
                    <a:pt x="0" y="7048"/>
                  </a:cubicBezTo>
                  <a:cubicBezTo>
                    <a:pt x="0" y="3143"/>
                    <a:pt x="3143" y="0"/>
                    <a:pt x="7049" y="0"/>
                  </a:cubicBezTo>
                  <a:cubicBezTo>
                    <a:pt x="10954" y="0"/>
                    <a:pt x="14192" y="3143"/>
                    <a:pt x="14192" y="7048"/>
                  </a:cubicBezTo>
                  <a:close/>
                </a:path>
              </a:pathLst>
            </a:custGeom>
            <a:grpFill/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305" name="Freeform: Shape 304">
              <a:extLst>
                <a:ext uri="{FF2B5EF4-FFF2-40B4-BE49-F238E27FC236}">
                  <a16:creationId xmlns:a16="http://schemas.microsoft.com/office/drawing/2014/main" id="{2D591FBD-65C6-46C4-AF19-875D652DCF21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5793282" y="3659014"/>
              <a:ext cx="14097" cy="14096"/>
            </a:xfrm>
            <a:custGeom>
              <a:avLst/>
              <a:gdLst>
                <a:gd name="connsiteX0" fmla="*/ 14097 w 14097"/>
                <a:gd name="connsiteY0" fmla="*/ 7048 h 14096"/>
                <a:gd name="connsiteX1" fmla="*/ 7049 w 14097"/>
                <a:gd name="connsiteY1" fmla="*/ 14097 h 14096"/>
                <a:gd name="connsiteX2" fmla="*/ 0 w 14097"/>
                <a:gd name="connsiteY2" fmla="*/ 7048 h 14096"/>
                <a:gd name="connsiteX3" fmla="*/ 7049 w 14097"/>
                <a:gd name="connsiteY3" fmla="*/ 0 h 14096"/>
                <a:gd name="connsiteX4" fmla="*/ 14097 w 14097"/>
                <a:gd name="connsiteY4" fmla="*/ 7048 h 1409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14097" h="14096">
                  <a:moveTo>
                    <a:pt x="14097" y="7048"/>
                  </a:moveTo>
                  <a:cubicBezTo>
                    <a:pt x="14097" y="10954"/>
                    <a:pt x="10954" y="14097"/>
                    <a:pt x="7049" y="14097"/>
                  </a:cubicBezTo>
                  <a:cubicBezTo>
                    <a:pt x="3143" y="14097"/>
                    <a:pt x="0" y="10954"/>
                    <a:pt x="0" y="7048"/>
                  </a:cubicBezTo>
                  <a:cubicBezTo>
                    <a:pt x="0" y="3143"/>
                    <a:pt x="3143" y="0"/>
                    <a:pt x="7049" y="0"/>
                  </a:cubicBezTo>
                  <a:cubicBezTo>
                    <a:pt x="10954" y="0"/>
                    <a:pt x="14097" y="3143"/>
                    <a:pt x="14097" y="7048"/>
                  </a:cubicBezTo>
                  <a:close/>
                </a:path>
              </a:pathLst>
            </a:custGeom>
            <a:grpFill/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306" name="Freeform: Shape 305">
              <a:extLst>
                <a:ext uri="{FF2B5EF4-FFF2-40B4-BE49-F238E27FC236}">
                  <a16:creationId xmlns:a16="http://schemas.microsoft.com/office/drawing/2014/main" id="{85F7E635-CB45-4346-BBFB-10FF0576AF17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5852432" y="3659014"/>
              <a:ext cx="14096" cy="14096"/>
            </a:xfrm>
            <a:custGeom>
              <a:avLst/>
              <a:gdLst>
                <a:gd name="connsiteX0" fmla="*/ 14097 w 14096"/>
                <a:gd name="connsiteY0" fmla="*/ 7048 h 14096"/>
                <a:gd name="connsiteX1" fmla="*/ 7048 w 14096"/>
                <a:gd name="connsiteY1" fmla="*/ 14097 h 14096"/>
                <a:gd name="connsiteX2" fmla="*/ 0 w 14096"/>
                <a:gd name="connsiteY2" fmla="*/ 7048 h 14096"/>
                <a:gd name="connsiteX3" fmla="*/ 7048 w 14096"/>
                <a:gd name="connsiteY3" fmla="*/ 0 h 14096"/>
                <a:gd name="connsiteX4" fmla="*/ 14097 w 14096"/>
                <a:gd name="connsiteY4" fmla="*/ 7048 h 1409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14096" h="14096">
                  <a:moveTo>
                    <a:pt x="14097" y="7048"/>
                  </a:moveTo>
                  <a:cubicBezTo>
                    <a:pt x="14097" y="10954"/>
                    <a:pt x="10954" y="14097"/>
                    <a:pt x="7048" y="14097"/>
                  </a:cubicBezTo>
                  <a:cubicBezTo>
                    <a:pt x="3143" y="14097"/>
                    <a:pt x="0" y="10954"/>
                    <a:pt x="0" y="7048"/>
                  </a:cubicBezTo>
                  <a:cubicBezTo>
                    <a:pt x="0" y="3143"/>
                    <a:pt x="3143" y="0"/>
                    <a:pt x="7048" y="0"/>
                  </a:cubicBezTo>
                  <a:cubicBezTo>
                    <a:pt x="10954" y="0"/>
                    <a:pt x="14097" y="3143"/>
                    <a:pt x="14097" y="7048"/>
                  </a:cubicBezTo>
                  <a:close/>
                </a:path>
              </a:pathLst>
            </a:custGeom>
            <a:grpFill/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307" name="Freeform: Shape 306">
              <a:extLst>
                <a:ext uri="{FF2B5EF4-FFF2-40B4-BE49-F238E27FC236}">
                  <a16:creationId xmlns:a16="http://schemas.microsoft.com/office/drawing/2014/main" id="{3BDAC885-F0B3-4D66-8587-43846529835E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5911678" y="3659014"/>
              <a:ext cx="14096" cy="14096"/>
            </a:xfrm>
            <a:custGeom>
              <a:avLst/>
              <a:gdLst>
                <a:gd name="connsiteX0" fmla="*/ 14097 w 14096"/>
                <a:gd name="connsiteY0" fmla="*/ 7048 h 14096"/>
                <a:gd name="connsiteX1" fmla="*/ 7048 w 14096"/>
                <a:gd name="connsiteY1" fmla="*/ 14097 h 14096"/>
                <a:gd name="connsiteX2" fmla="*/ 0 w 14096"/>
                <a:gd name="connsiteY2" fmla="*/ 7048 h 14096"/>
                <a:gd name="connsiteX3" fmla="*/ 7048 w 14096"/>
                <a:gd name="connsiteY3" fmla="*/ 0 h 14096"/>
                <a:gd name="connsiteX4" fmla="*/ 14097 w 14096"/>
                <a:gd name="connsiteY4" fmla="*/ 7048 h 1409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14096" h="14096">
                  <a:moveTo>
                    <a:pt x="14097" y="7048"/>
                  </a:moveTo>
                  <a:cubicBezTo>
                    <a:pt x="14097" y="10954"/>
                    <a:pt x="10954" y="14097"/>
                    <a:pt x="7048" y="14097"/>
                  </a:cubicBezTo>
                  <a:cubicBezTo>
                    <a:pt x="3143" y="14097"/>
                    <a:pt x="0" y="10954"/>
                    <a:pt x="0" y="7048"/>
                  </a:cubicBezTo>
                  <a:cubicBezTo>
                    <a:pt x="0" y="3143"/>
                    <a:pt x="3143" y="0"/>
                    <a:pt x="7048" y="0"/>
                  </a:cubicBezTo>
                  <a:cubicBezTo>
                    <a:pt x="10954" y="0"/>
                    <a:pt x="14097" y="3143"/>
                    <a:pt x="14097" y="7048"/>
                  </a:cubicBezTo>
                  <a:close/>
                </a:path>
              </a:pathLst>
            </a:custGeom>
            <a:grpFill/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308" name="Freeform: Shape 307">
              <a:extLst>
                <a:ext uri="{FF2B5EF4-FFF2-40B4-BE49-F238E27FC236}">
                  <a16:creationId xmlns:a16="http://schemas.microsoft.com/office/drawing/2014/main" id="{3427A7E1-71C9-42CC-9CAF-53642DC4D088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5970828" y="3659014"/>
              <a:ext cx="14096" cy="14096"/>
            </a:xfrm>
            <a:custGeom>
              <a:avLst/>
              <a:gdLst>
                <a:gd name="connsiteX0" fmla="*/ 14097 w 14096"/>
                <a:gd name="connsiteY0" fmla="*/ 7048 h 14096"/>
                <a:gd name="connsiteX1" fmla="*/ 7048 w 14096"/>
                <a:gd name="connsiteY1" fmla="*/ 14097 h 14096"/>
                <a:gd name="connsiteX2" fmla="*/ 0 w 14096"/>
                <a:gd name="connsiteY2" fmla="*/ 7048 h 14096"/>
                <a:gd name="connsiteX3" fmla="*/ 7048 w 14096"/>
                <a:gd name="connsiteY3" fmla="*/ 0 h 14096"/>
                <a:gd name="connsiteX4" fmla="*/ 14097 w 14096"/>
                <a:gd name="connsiteY4" fmla="*/ 7048 h 1409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14096" h="14096">
                  <a:moveTo>
                    <a:pt x="14097" y="7048"/>
                  </a:moveTo>
                  <a:cubicBezTo>
                    <a:pt x="14097" y="10954"/>
                    <a:pt x="10954" y="14097"/>
                    <a:pt x="7048" y="14097"/>
                  </a:cubicBezTo>
                  <a:cubicBezTo>
                    <a:pt x="3143" y="14097"/>
                    <a:pt x="0" y="10954"/>
                    <a:pt x="0" y="7048"/>
                  </a:cubicBezTo>
                  <a:cubicBezTo>
                    <a:pt x="0" y="3143"/>
                    <a:pt x="3143" y="0"/>
                    <a:pt x="7048" y="0"/>
                  </a:cubicBezTo>
                  <a:cubicBezTo>
                    <a:pt x="10954" y="0"/>
                    <a:pt x="14097" y="3143"/>
                    <a:pt x="14097" y="7048"/>
                  </a:cubicBezTo>
                  <a:close/>
                </a:path>
              </a:pathLst>
            </a:custGeom>
            <a:grpFill/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309" name="Freeform: Shape 308">
              <a:extLst>
                <a:ext uri="{FF2B5EF4-FFF2-40B4-BE49-F238E27FC236}">
                  <a16:creationId xmlns:a16="http://schemas.microsoft.com/office/drawing/2014/main" id="{20BF60C4-2E5D-473E-96B6-D22BB8536FDF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6030073" y="3659014"/>
              <a:ext cx="14097" cy="14096"/>
            </a:xfrm>
            <a:custGeom>
              <a:avLst/>
              <a:gdLst>
                <a:gd name="connsiteX0" fmla="*/ 14097 w 14097"/>
                <a:gd name="connsiteY0" fmla="*/ 7048 h 14096"/>
                <a:gd name="connsiteX1" fmla="*/ 7048 w 14097"/>
                <a:gd name="connsiteY1" fmla="*/ 14097 h 14096"/>
                <a:gd name="connsiteX2" fmla="*/ 0 w 14097"/>
                <a:gd name="connsiteY2" fmla="*/ 7048 h 14096"/>
                <a:gd name="connsiteX3" fmla="*/ 7048 w 14097"/>
                <a:gd name="connsiteY3" fmla="*/ 0 h 14096"/>
                <a:gd name="connsiteX4" fmla="*/ 14097 w 14097"/>
                <a:gd name="connsiteY4" fmla="*/ 7048 h 1409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14097" h="14096">
                  <a:moveTo>
                    <a:pt x="14097" y="7048"/>
                  </a:moveTo>
                  <a:cubicBezTo>
                    <a:pt x="14097" y="10954"/>
                    <a:pt x="10954" y="14097"/>
                    <a:pt x="7048" y="14097"/>
                  </a:cubicBezTo>
                  <a:cubicBezTo>
                    <a:pt x="3143" y="14097"/>
                    <a:pt x="0" y="10954"/>
                    <a:pt x="0" y="7048"/>
                  </a:cubicBezTo>
                  <a:cubicBezTo>
                    <a:pt x="0" y="3143"/>
                    <a:pt x="3143" y="0"/>
                    <a:pt x="7048" y="0"/>
                  </a:cubicBezTo>
                  <a:cubicBezTo>
                    <a:pt x="10954" y="0"/>
                    <a:pt x="14097" y="3143"/>
                    <a:pt x="14097" y="7048"/>
                  </a:cubicBezTo>
                  <a:close/>
                </a:path>
              </a:pathLst>
            </a:custGeom>
            <a:grpFill/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310" name="Freeform: Shape 309">
              <a:extLst>
                <a:ext uri="{FF2B5EF4-FFF2-40B4-BE49-F238E27FC236}">
                  <a16:creationId xmlns:a16="http://schemas.microsoft.com/office/drawing/2014/main" id="{C4703732-1088-4448-ACC0-D8BD901B2CE6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6089224" y="3659014"/>
              <a:ext cx="14096" cy="14096"/>
            </a:xfrm>
            <a:custGeom>
              <a:avLst/>
              <a:gdLst>
                <a:gd name="connsiteX0" fmla="*/ 14097 w 14096"/>
                <a:gd name="connsiteY0" fmla="*/ 7048 h 14096"/>
                <a:gd name="connsiteX1" fmla="*/ 7048 w 14096"/>
                <a:gd name="connsiteY1" fmla="*/ 14097 h 14096"/>
                <a:gd name="connsiteX2" fmla="*/ 0 w 14096"/>
                <a:gd name="connsiteY2" fmla="*/ 7048 h 14096"/>
                <a:gd name="connsiteX3" fmla="*/ 7048 w 14096"/>
                <a:gd name="connsiteY3" fmla="*/ 0 h 14096"/>
                <a:gd name="connsiteX4" fmla="*/ 14097 w 14096"/>
                <a:gd name="connsiteY4" fmla="*/ 7048 h 1409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14096" h="14096">
                  <a:moveTo>
                    <a:pt x="14097" y="7048"/>
                  </a:moveTo>
                  <a:cubicBezTo>
                    <a:pt x="14097" y="10954"/>
                    <a:pt x="10954" y="14097"/>
                    <a:pt x="7048" y="14097"/>
                  </a:cubicBezTo>
                  <a:cubicBezTo>
                    <a:pt x="3143" y="14097"/>
                    <a:pt x="0" y="10954"/>
                    <a:pt x="0" y="7048"/>
                  </a:cubicBezTo>
                  <a:cubicBezTo>
                    <a:pt x="0" y="3143"/>
                    <a:pt x="3143" y="0"/>
                    <a:pt x="7048" y="0"/>
                  </a:cubicBezTo>
                  <a:cubicBezTo>
                    <a:pt x="10954" y="0"/>
                    <a:pt x="14097" y="3143"/>
                    <a:pt x="14097" y="7048"/>
                  </a:cubicBezTo>
                  <a:close/>
                </a:path>
              </a:pathLst>
            </a:custGeom>
            <a:grpFill/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311" name="Freeform: Shape 310">
              <a:extLst>
                <a:ext uri="{FF2B5EF4-FFF2-40B4-BE49-F238E27FC236}">
                  <a16:creationId xmlns:a16="http://schemas.microsoft.com/office/drawing/2014/main" id="{6777D706-23BF-4962-98D3-D5AE7DF4EC49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5734039" y="3718165"/>
              <a:ext cx="14192" cy="14096"/>
            </a:xfrm>
            <a:custGeom>
              <a:avLst/>
              <a:gdLst>
                <a:gd name="connsiteX0" fmla="*/ 14192 w 14192"/>
                <a:gd name="connsiteY0" fmla="*/ 7048 h 14096"/>
                <a:gd name="connsiteX1" fmla="*/ 7144 w 14192"/>
                <a:gd name="connsiteY1" fmla="*/ 14097 h 14096"/>
                <a:gd name="connsiteX2" fmla="*/ 0 w 14192"/>
                <a:gd name="connsiteY2" fmla="*/ 7048 h 14096"/>
                <a:gd name="connsiteX3" fmla="*/ 7049 w 14192"/>
                <a:gd name="connsiteY3" fmla="*/ 0 h 14096"/>
                <a:gd name="connsiteX4" fmla="*/ 14192 w 14192"/>
                <a:gd name="connsiteY4" fmla="*/ 7048 h 1409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14192" h="14096">
                  <a:moveTo>
                    <a:pt x="14192" y="7048"/>
                  </a:moveTo>
                  <a:cubicBezTo>
                    <a:pt x="14192" y="10954"/>
                    <a:pt x="11049" y="14097"/>
                    <a:pt x="7144" y="14097"/>
                  </a:cubicBezTo>
                  <a:cubicBezTo>
                    <a:pt x="3239" y="14097"/>
                    <a:pt x="0" y="10954"/>
                    <a:pt x="0" y="7048"/>
                  </a:cubicBezTo>
                  <a:cubicBezTo>
                    <a:pt x="0" y="3143"/>
                    <a:pt x="3143" y="0"/>
                    <a:pt x="7049" y="0"/>
                  </a:cubicBezTo>
                  <a:cubicBezTo>
                    <a:pt x="10954" y="0"/>
                    <a:pt x="14192" y="3143"/>
                    <a:pt x="14192" y="7048"/>
                  </a:cubicBezTo>
                  <a:close/>
                </a:path>
              </a:pathLst>
            </a:custGeom>
            <a:grpFill/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312" name="Freeform: Shape 311">
              <a:extLst>
                <a:ext uri="{FF2B5EF4-FFF2-40B4-BE49-F238E27FC236}">
                  <a16:creationId xmlns:a16="http://schemas.microsoft.com/office/drawing/2014/main" id="{783FF777-4C59-44D0-9441-2B40E0A70E99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5793284" y="3718165"/>
              <a:ext cx="14097" cy="14096"/>
            </a:xfrm>
            <a:custGeom>
              <a:avLst/>
              <a:gdLst>
                <a:gd name="connsiteX0" fmla="*/ 14097 w 14097"/>
                <a:gd name="connsiteY0" fmla="*/ 7048 h 14096"/>
                <a:gd name="connsiteX1" fmla="*/ 7049 w 14097"/>
                <a:gd name="connsiteY1" fmla="*/ 14097 h 14096"/>
                <a:gd name="connsiteX2" fmla="*/ 0 w 14097"/>
                <a:gd name="connsiteY2" fmla="*/ 7048 h 14096"/>
                <a:gd name="connsiteX3" fmla="*/ 7049 w 14097"/>
                <a:gd name="connsiteY3" fmla="*/ 0 h 14096"/>
                <a:gd name="connsiteX4" fmla="*/ 14097 w 14097"/>
                <a:gd name="connsiteY4" fmla="*/ 7048 h 1409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14097" h="14096">
                  <a:moveTo>
                    <a:pt x="14097" y="7048"/>
                  </a:moveTo>
                  <a:cubicBezTo>
                    <a:pt x="14097" y="10954"/>
                    <a:pt x="10954" y="14097"/>
                    <a:pt x="7049" y="14097"/>
                  </a:cubicBezTo>
                  <a:cubicBezTo>
                    <a:pt x="3143" y="14097"/>
                    <a:pt x="0" y="10954"/>
                    <a:pt x="0" y="7048"/>
                  </a:cubicBezTo>
                  <a:cubicBezTo>
                    <a:pt x="0" y="3143"/>
                    <a:pt x="3143" y="0"/>
                    <a:pt x="7049" y="0"/>
                  </a:cubicBezTo>
                  <a:cubicBezTo>
                    <a:pt x="10954" y="0"/>
                    <a:pt x="14097" y="3143"/>
                    <a:pt x="14097" y="7048"/>
                  </a:cubicBezTo>
                  <a:close/>
                </a:path>
              </a:pathLst>
            </a:custGeom>
            <a:grpFill/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313" name="Freeform: Shape 312">
              <a:extLst>
                <a:ext uri="{FF2B5EF4-FFF2-40B4-BE49-F238E27FC236}">
                  <a16:creationId xmlns:a16="http://schemas.microsoft.com/office/drawing/2014/main" id="{2037F33C-65F4-44B6-9CB2-D32D1552C6CE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5852434" y="3718165"/>
              <a:ext cx="14096" cy="14096"/>
            </a:xfrm>
            <a:custGeom>
              <a:avLst/>
              <a:gdLst>
                <a:gd name="connsiteX0" fmla="*/ 14097 w 14096"/>
                <a:gd name="connsiteY0" fmla="*/ 7048 h 14096"/>
                <a:gd name="connsiteX1" fmla="*/ 7048 w 14096"/>
                <a:gd name="connsiteY1" fmla="*/ 14097 h 14096"/>
                <a:gd name="connsiteX2" fmla="*/ 0 w 14096"/>
                <a:gd name="connsiteY2" fmla="*/ 7048 h 14096"/>
                <a:gd name="connsiteX3" fmla="*/ 7048 w 14096"/>
                <a:gd name="connsiteY3" fmla="*/ 0 h 14096"/>
                <a:gd name="connsiteX4" fmla="*/ 14097 w 14096"/>
                <a:gd name="connsiteY4" fmla="*/ 7048 h 1409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14096" h="14096">
                  <a:moveTo>
                    <a:pt x="14097" y="7048"/>
                  </a:moveTo>
                  <a:cubicBezTo>
                    <a:pt x="14097" y="10954"/>
                    <a:pt x="10954" y="14097"/>
                    <a:pt x="7048" y="14097"/>
                  </a:cubicBezTo>
                  <a:cubicBezTo>
                    <a:pt x="3143" y="14097"/>
                    <a:pt x="0" y="10954"/>
                    <a:pt x="0" y="7048"/>
                  </a:cubicBezTo>
                  <a:cubicBezTo>
                    <a:pt x="0" y="3143"/>
                    <a:pt x="3143" y="0"/>
                    <a:pt x="7048" y="0"/>
                  </a:cubicBezTo>
                  <a:cubicBezTo>
                    <a:pt x="10954" y="0"/>
                    <a:pt x="14097" y="3143"/>
                    <a:pt x="14097" y="7048"/>
                  </a:cubicBezTo>
                  <a:close/>
                </a:path>
              </a:pathLst>
            </a:custGeom>
            <a:grpFill/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314" name="Freeform: Shape 313">
              <a:extLst>
                <a:ext uri="{FF2B5EF4-FFF2-40B4-BE49-F238E27FC236}">
                  <a16:creationId xmlns:a16="http://schemas.microsoft.com/office/drawing/2014/main" id="{E73BA403-F3FD-4D76-A516-5698375D6430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5911679" y="3718165"/>
              <a:ext cx="14096" cy="14096"/>
            </a:xfrm>
            <a:custGeom>
              <a:avLst/>
              <a:gdLst>
                <a:gd name="connsiteX0" fmla="*/ 14097 w 14096"/>
                <a:gd name="connsiteY0" fmla="*/ 7048 h 14096"/>
                <a:gd name="connsiteX1" fmla="*/ 7048 w 14096"/>
                <a:gd name="connsiteY1" fmla="*/ 14097 h 14096"/>
                <a:gd name="connsiteX2" fmla="*/ 0 w 14096"/>
                <a:gd name="connsiteY2" fmla="*/ 7048 h 14096"/>
                <a:gd name="connsiteX3" fmla="*/ 7048 w 14096"/>
                <a:gd name="connsiteY3" fmla="*/ 0 h 14096"/>
                <a:gd name="connsiteX4" fmla="*/ 14097 w 14096"/>
                <a:gd name="connsiteY4" fmla="*/ 7048 h 1409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14096" h="14096">
                  <a:moveTo>
                    <a:pt x="14097" y="7048"/>
                  </a:moveTo>
                  <a:cubicBezTo>
                    <a:pt x="14097" y="10954"/>
                    <a:pt x="10954" y="14097"/>
                    <a:pt x="7048" y="14097"/>
                  </a:cubicBezTo>
                  <a:cubicBezTo>
                    <a:pt x="3143" y="14097"/>
                    <a:pt x="0" y="10954"/>
                    <a:pt x="0" y="7048"/>
                  </a:cubicBezTo>
                  <a:cubicBezTo>
                    <a:pt x="0" y="3143"/>
                    <a:pt x="3143" y="0"/>
                    <a:pt x="7048" y="0"/>
                  </a:cubicBezTo>
                  <a:cubicBezTo>
                    <a:pt x="10954" y="0"/>
                    <a:pt x="14097" y="3143"/>
                    <a:pt x="14097" y="7048"/>
                  </a:cubicBezTo>
                  <a:close/>
                </a:path>
              </a:pathLst>
            </a:custGeom>
            <a:grpFill/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315" name="Freeform: Shape 314">
              <a:extLst>
                <a:ext uri="{FF2B5EF4-FFF2-40B4-BE49-F238E27FC236}">
                  <a16:creationId xmlns:a16="http://schemas.microsoft.com/office/drawing/2014/main" id="{0AF0D29B-415A-4327-A4B4-B5DC8F0AC0A6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5970829" y="3718165"/>
              <a:ext cx="14096" cy="14096"/>
            </a:xfrm>
            <a:custGeom>
              <a:avLst/>
              <a:gdLst>
                <a:gd name="connsiteX0" fmla="*/ 14097 w 14096"/>
                <a:gd name="connsiteY0" fmla="*/ 7048 h 14096"/>
                <a:gd name="connsiteX1" fmla="*/ 7048 w 14096"/>
                <a:gd name="connsiteY1" fmla="*/ 14097 h 14096"/>
                <a:gd name="connsiteX2" fmla="*/ 0 w 14096"/>
                <a:gd name="connsiteY2" fmla="*/ 7048 h 14096"/>
                <a:gd name="connsiteX3" fmla="*/ 7048 w 14096"/>
                <a:gd name="connsiteY3" fmla="*/ 0 h 14096"/>
                <a:gd name="connsiteX4" fmla="*/ 14097 w 14096"/>
                <a:gd name="connsiteY4" fmla="*/ 7048 h 1409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14096" h="14096">
                  <a:moveTo>
                    <a:pt x="14097" y="7048"/>
                  </a:moveTo>
                  <a:cubicBezTo>
                    <a:pt x="14097" y="10954"/>
                    <a:pt x="10954" y="14097"/>
                    <a:pt x="7048" y="14097"/>
                  </a:cubicBezTo>
                  <a:cubicBezTo>
                    <a:pt x="3143" y="14097"/>
                    <a:pt x="0" y="10954"/>
                    <a:pt x="0" y="7048"/>
                  </a:cubicBezTo>
                  <a:cubicBezTo>
                    <a:pt x="0" y="3143"/>
                    <a:pt x="3143" y="0"/>
                    <a:pt x="7048" y="0"/>
                  </a:cubicBezTo>
                  <a:cubicBezTo>
                    <a:pt x="10954" y="0"/>
                    <a:pt x="14097" y="3143"/>
                    <a:pt x="14097" y="7048"/>
                  </a:cubicBezTo>
                  <a:close/>
                </a:path>
              </a:pathLst>
            </a:custGeom>
            <a:grpFill/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316" name="Freeform: Shape 315">
              <a:extLst>
                <a:ext uri="{FF2B5EF4-FFF2-40B4-BE49-F238E27FC236}">
                  <a16:creationId xmlns:a16="http://schemas.microsoft.com/office/drawing/2014/main" id="{374A9388-F55E-4F94-817D-5BFF0B59E7AE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6030074" y="3718165"/>
              <a:ext cx="14097" cy="14096"/>
            </a:xfrm>
            <a:custGeom>
              <a:avLst/>
              <a:gdLst>
                <a:gd name="connsiteX0" fmla="*/ 14097 w 14097"/>
                <a:gd name="connsiteY0" fmla="*/ 7048 h 14096"/>
                <a:gd name="connsiteX1" fmla="*/ 7048 w 14097"/>
                <a:gd name="connsiteY1" fmla="*/ 14097 h 14096"/>
                <a:gd name="connsiteX2" fmla="*/ 0 w 14097"/>
                <a:gd name="connsiteY2" fmla="*/ 7048 h 14096"/>
                <a:gd name="connsiteX3" fmla="*/ 7048 w 14097"/>
                <a:gd name="connsiteY3" fmla="*/ 0 h 14096"/>
                <a:gd name="connsiteX4" fmla="*/ 14097 w 14097"/>
                <a:gd name="connsiteY4" fmla="*/ 7048 h 1409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14097" h="14096">
                  <a:moveTo>
                    <a:pt x="14097" y="7048"/>
                  </a:moveTo>
                  <a:cubicBezTo>
                    <a:pt x="14097" y="10954"/>
                    <a:pt x="10954" y="14097"/>
                    <a:pt x="7048" y="14097"/>
                  </a:cubicBezTo>
                  <a:cubicBezTo>
                    <a:pt x="3143" y="14097"/>
                    <a:pt x="0" y="10954"/>
                    <a:pt x="0" y="7048"/>
                  </a:cubicBezTo>
                  <a:cubicBezTo>
                    <a:pt x="0" y="3143"/>
                    <a:pt x="3143" y="0"/>
                    <a:pt x="7048" y="0"/>
                  </a:cubicBezTo>
                  <a:cubicBezTo>
                    <a:pt x="10954" y="0"/>
                    <a:pt x="14097" y="3143"/>
                    <a:pt x="14097" y="7048"/>
                  </a:cubicBezTo>
                  <a:close/>
                </a:path>
              </a:pathLst>
            </a:custGeom>
            <a:grpFill/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317" name="Freeform: Shape 316">
              <a:extLst>
                <a:ext uri="{FF2B5EF4-FFF2-40B4-BE49-F238E27FC236}">
                  <a16:creationId xmlns:a16="http://schemas.microsoft.com/office/drawing/2014/main" id="{30C52183-F223-4E0A-B713-C91589CEB8FF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6089225" y="3718165"/>
              <a:ext cx="14096" cy="14096"/>
            </a:xfrm>
            <a:custGeom>
              <a:avLst/>
              <a:gdLst>
                <a:gd name="connsiteX0" fmla="*/ 14097 w 14096"/>
                <a:gd name="connsiteY0" fmla="*/ 7048 h 14096"/>
                <a:gd name="connsiteX1" fmla="*/ 7048 w 14096"/>
                <a:gd name="connsiteY1" fmla="*/ 14097 h 14096"/>
                <a:gd name="connsiteX2" fmla="*/ 0 w 14096"/>
                <a:gd name="connsiteY2" fmla="*/ 7048 h 14096"/>
                <a:gd name="connsiteX3" fmla="*/ 7048 w 14096"/>
                <a:gd name="connsiteY3" fmla="*/ 0 h 14096"/>
                <a:gd name="connsiteX4" fmla="*/ 14097 w 14096"/>
                <a:gd name="connsiteY4" fmla="*/ 7048 h 1409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14096" h="14096">
                  <a:moveTo>
                    <a:pt x="14097" y="7048"/>
                  </a:moveTo>
                  <a:cubicBezTo>
                    <a:pt x="14097" y="10954"/>
                    <a:pt x="10954" y="14097"/>
                    <a:pt x="7048" y="14097"/>
                  </a:cubicBezTo>
                  <a:cubicBezTo>
                    <a:pt x="3143" y="14097"/>
                    <a:pt x="0" y="10954"/>
                    <a:pt x="0" y="7048"/>
                  </a:cubicBezTo>
                  <a:cubicBezTo>
                    <a:pt x="0" y="3143"/>
                    <a:pt x="3143" y="0"/>
                    <a:pt x="7048" y="0"/>
                  </a:cubicBezTo>
                  <a:cubicBezTo>
                    <a:pt x="10954" y="0"/>
                    <a:pt x="14097" y="3143"/>
                    <a:pt x="14097" y="7048"/>
                  </a:cubicBezTo>
                  <a:close/>
                </a:path>
              </a:pathLst>
            </a:custGeom>
            <a:grpFill/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318" name="Freeform: Shape 317">
              <a:extLst>
                <a:ext uri="{FF2B5EF4-FFF2-40B4-BE49-F238E27FC236}">
                  <a16:creationId xmlns:a16="http://schemas.microsoft.com/office/drawing/2014/main" id="{A6BEE030-DC6B-4CB1-A01B-95CC82552583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5734040" y="3777410"/>
              <a:ext cx="14192" cy="14096"/>
            </a:xfrm>
            <a:custGeom>
              <a:avLst/>
              <a:gdLst>
                <a:gd name="connsiteX0" fmla="*/ 14192 w 14192"/>
                <a:gd name="connsiteY0" fmla="*/ 7048 h 14096"/>
                <a:gd name="connsiteX1" fmla="*/ 7144 w 14192"/>
                <a:gd name="connsiteY1" fmla="*/ 14097 h 14096"/>
                <a:gd name="connsiteX2" fmla="*/ 0 w 14192"/>
                <a:gd name="connsiteY2" fmla="*/ 7048 h 14096"/>
                <a:gd name="connsiteX3" fmla="*/ 7049 w 14192"/>
                <a:gd name="connsiteY3" fmla="*/ 0 h 14096"/>
                <a:gd name="connsiteX4" fmla="*/ 14192 w 14192"/>
                <a:gd name="connsiteY4" fmla="*/ 7048 h 1409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14192" h="14096">
                  <a:moveTo>
                    <a:pt x="14192" y="7048"/>
                  </a:moveTo>
                  <a:cubicBezTo>
                    <a:pt x="14192" y="10954"/>
                    <a:pt x="11049" y="14097"/>
                    <a:pt x="7144" y="14097"/>
                  </a:cubicBezTo>
                  <a:cubicBezTo>
                    <a:pt x="3239" y="14097"/>
                    <a:pt x="0" y="10954"/>
                    <a:pt x="0" y="7048"/>
                  </a:cubicBezTo>
                  <a:cubicBezTo>
                    <a:pt x="0" y="3143"/>
                    <a:pt x="3143" y="0"/>
                    <a:pt x="7049" y="0"/>
                  </a:cubicBezTo>
                  <a:cubicBezTo>
                    <a:pt x="10954" y="0"/>
                    <a:pt x="14192" y="3143"/>
                    <a:pt x="14192" y="7048"/>
                  </a:cubicBezTo>
                  <a:close/>
                </a:path>
              </a:pathLst>
            </a:custGeom>
            <a:grpFill/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319" name="Freeform: Shape 318">
              <a:extLst>
                <a:ext uri="{FF2B5EF4-FFF2-40B4-BE49-F238E27FC236}">
                  <a16:creationId xmlns:a16="http://schemas.microsoft.com/office/drawing/2014/main" id="{2D41CF67-37BB-443C-85CF-2A05174FD476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5793285" y="3777410"/>
              <a:ext cx="14097" cy="14096"/>
            </a:xfrm>
            <a:custGeom>
              <a:avLst/>
              <a:gdLst>
                <a:gd name="connsiteX0" fmla="*/ 14097 w 14097"/>
                <a:gd name="connsiteY0" fmla="*/ 7048 h 14096"/>
                <a:gd name="connsiteX1" fmla="*/ 7049 w 14097"/>
                <a:gd name="connsiteY1" fmla="*/ 14097 h 14096"/>
                <a:gd name="connsiteX2" fmla="*/ 0 w 14097"/>
                <a:gd name="connsiteY2" fmla="*/ 7048 h 14096"/>
                <a:gd name="connsiteX3" fmla="*/ 7049 w 14097"/>
                <a:gd name="connsiteY3" fmla="*/ 0 h 14096"/>
                <a:gd name="connsiteX4" fmla="*/ 14097 w 14097"/>
                <a:gd name="connsiteY4" fmla="*/ 7048 h 1409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14097" h="14096">
                  <a:moveTo>
                    <a:pt x="14097" y="7048"/>
                  </a:moveTo>
                  <a:cubicBezTo>
                    <a:pt x="14097" y="10941"/>
                    <a:pt x="10941" y="14097"/>
                    <a:pt x="7049" y="14097"/>
                  </a:cubicBezTo>
                  <a:cubicBezTo>
                    <a:pt x="3156" y="14097"/>
                    <a:pt x="0" y="10941"/>
                    <a:pt x="0" y="7048"/>
                  </a:cubicBezTo>
                  <a:cubicBezTo>
                    <a:pt x="0" y="3156"/>
                    <a:pt x="3156" y="0"/>
                    <a:pt x="7049" y="0"/>
                  </a:cubicBezTo>
                  <a:cubicBezTo>
                    <a:pt x="10941" y="0"/>
                    <a:pt x="14097" y="3156"/>
                    <a:pt x="14097" y="7048"/>
                  </a:cubicBezTo>
                  <a:close/>
                </a:path>
              </a:pathLst>
            </a:custGeom>
            <a:grpFill/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320" name="Freeform: Shape 319">
              <a:extLst>
                <a:ext uri="{FF2B5EF4-FFF2-40B4-BE49-F238E27FC236}">
                  <a16:creationId xmlns:a16="http://schemas.microsoft.com/office/drawing/2014/main" id="{65A449CF-396F-45B8-B268-6824A4E89BBB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5852436" y="3777408"/>
              <a:ext cx="14096" cy="14099"/>
            </a:xfrm>
            <a:custGeom>
              <a:avLst/>
              <a:gdLst>
                <a:gd name="connsiteX0" fmla="*/ 14097 w 14096"/>
                <a:gd name="connsiteY0" fmla="*/ 7051 h 14099"/>
                <a:gd name="connsiteX1" fmla="*/ 7048 w 14096"/>
                <a:gd name="connsiteY1" fmla="*/ 14099 h 14099"/>
                <a:gd name="connsiteX2" fmla="*/ 0 w 14096"/>
                <a:gd name="connsiteY2" fmla="*/ 7051 h 14099"/>
                <a:gd name="connsiteX3" fmla="*/ 7048 w 14096"/>
                <a:gd name="connsiteY3" fmla="*/ 2 h 14099"/>
                <a:gd name="connsiteX4" fmla="*/ 14097 w 14096"/>
                <a:gd name="connsiteY4" fmla="*/ 7051 h 14099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14096" h="14099">
                  <a:moveTo>
                    <a:pt x="14097" y="7051"/>
                  </a:moveTo>
                  <a:cubicBezTo>
                    <a:pt x="14097" y="10956"/>
                    <a:pt x="10954" y="14099"/>
                    <a:pt x="7048" y="14099"/>
                  </a:cubicBezTo>
                  <a:cubicBezTo>
                    <a:pt x="3143" y="14099"/>
                    <a:pt x="0" y="10956"/>
                    <a:pt x="0" y="7051"/>
                  </a:cubicBezTo>
                  <a:cubicBezTo>
                    <a:pt x="0" y="3145"/>
                    <a:pt x="3143" y="2"/>
                    <a:pt x="7048" y="2"/>
                  </a:cubicBezTo>
                  <a:cubicBezTo>
                    <a:pt x="10954" y="-93"/>
                    <a:pt x="14097" y="3145"/>
                    <a:pt x="14097" y="7051"/>
                  </a:cubicBezTo>
                  <a:close/>
                </a:path>
              </a:pathLst>
            </a:custGeom>
            <a:grpFill/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321" name="Freeform: Shape 320">
              <a:extLst>
                <a:ext uri="{FF2B5EF4-FFF2-40B4-BE49-F238E27FC236}">
                  <a16:creationId xmlns:a16="http://schemas.microsoft.com/office/drawing/2014/main" id="{9C20A7EF-7013-4D6C-ADD8-868A931DF20E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5911683" y="3777408"/>
              <a:ext cx="14096" cy="14099"/>
            </a:xfrm>
            <a:custGeom>
              <a:avLst/>
              <a:gdLst>
                <a:gd name="connsiteX0" fmla="*/ 14097 w 14096"/>
                <a:gd name="connsiteY0" fmla="*/ 7051 h 14099"/>
                <a:gd name="connsiteX1" fmla="*/ 7048 w 14096"/>
                <a:gd name="connsiteY1" fmla="*/ 14099 h 14099"/>
                <a:gd name="connsiteX2" fmla="*/ 0 w 14096"/>
                <a:gd name="connsiteY2" fmla="*/ 7051 h 14099"/>
                <a:gd name="connsiteX3" fmla="*/ 7048 w 14096"/>
                <a:gd name="connsiteY3" fmla="*/ 2 h 14099"/>
                <a:gd name="connsiteX4" fmla="*/ 14097 w 14096"/>
                <a:gd name="connsiteY4" fmla="*/ 7051 h 14099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14096" h="14099">
                  <a:moveTo>
                    <a:pt x="14097" y="7051"/>
                  </a:moveTo>
                  <a:cubicBezTo>
                    <a:pt x="14097" y="10956"/>
                    <a:pt x="10954" y="14099"/>
                    <a:pt x="7048" y="14099"/>
                  </a:cubicBezTo>
                  <a:cubicBezTo>
                    <a:pt x="3143" y="14099"/>
                    <a:pt x="0" y="10956"/>
                    <a:pt x="0" y="7051"/>
                  </a:cubicBezTo>
                  <a:cubicBezTo>
                    <a:pt x="0" y="3145"/>
                    <a:pt x="3143" y="2"/>
                    <a:pt x="7048" y="2"/>
                  </a:cubicBezTo>
                  <a:cubicBezTo>
                    <a:pt x="10954" y="-93"/>
                    <a:pt x="14097" y="3145"/>
                    <a:pt x="14097" y="7051"/>
                  </a:cubicBezTo>
                  <a:close/>
                </a:path>
              </a:pathLst>
            </a:custGeom>
            <a:grpFill/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322" name="Freeform: Shape 321">
              <a:extLst>
                <a:ext uri="{FF2B5EF4-FFF2-40B4-BE49-F238E27FC236}">
                  <a16:creationId xmlns:a16="http://schemas.microsoft.com/office/drawing/2014/main" id="{F787692C-3BA9-4D4D-82F8-E497797AAED2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5970835" y="3777408"/>
              <a:ext cx="14096" cy="14099"/>
            </a:xfrm>
            <a:custGeom>
              <a:avLst/>
              <a:gdLst>
                <a:gd name="connsiteX0" fmla="*/ 14097 w 14096"/>
                <a:gd name="connsiteY0" fmla="*/ 7051 h 14099"/>
                <a:gd name="connsiteX1" fmla="*/ 7048 w 14096"/>
                <a:gd name="connsiteY1" fmla="*/ 14099 h 14099"/>
                <a:gd name="connsiteX2" fmla="*/ 0 w 14096"/>
                <a:gd name="connsiteY2" fmla="*/ 7051 h 14099"/>
                <a:gd name="connsiteX3" fmla="*/ 7048 w 14096"/>
                <a:gd name="connsiteY3" fmla="*/ 2 h 14099"/>
                <a:gd name="connsiteX4" fmla="*/ 14097 w 14096"/>
                <a:gd name="connsiteY4" fmla="*/ 7051 h 14099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14096" h="14099">
                  <a:moveTo>
                    <a:pt x="14097" y="7051"/>
                  </a:moveTo>
                  <a:cubicBezTo>
                    <a:pt x="14097" y="10956"/>
                    <a:pt x="10954" y="14099"/>
                    <a:pt x="7048" y="14099"/>
                  </a:cubicBezTo>
                  <a:cubicBezTo>
                    <a:pt x="3143" y="14099"/>
                    <a:pt x="0" y="10956"/>
                    <a:pt x="0" y="7051"/>
                  </a:cubicBezTo>
                  <a:cubicBezTo>
                    <a:pt x="0" y="3145"/>
                    <a:pt x="3143" y="2"/>
                    <a:pt x="7048" y="2"/>
                  </a:cubicBezTo>
                  <a:cubicBezTo>
                    <a:pt x="10954" y="-93"/>
                    <a:pt x="14097" y="3145"/>
                    <a:pt x="14097" y="7051"/>
                  </a:cubicBezTo>
                  <a:close/>
                </a:path>
              </a:pathLst>
            </a:custGeom>
            <a:grpFill/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323" name="Freeform: Shape 322">
              <a:extLst>
                <a:ext uri="{FF2B5EF4-FFF2-40B4-BE49-F238E27FC236}">
                  <a16:creationId xmlns:a16="http://schemas.microsoft.com/office/drawing/2014/main" id="{A6D539D6-A55E-40F5-83AC-A7734052419F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6030082" y="3777410"/>
              <a:ext cx="14097" cy="14096"/>
            </a:xfrm>
            <a:custGeom>
              <a:avLst/>
              <a:gdLst>
                <a:gd name="connsiteX0" fmla="*/ 14097 w 14097"/>
                <a:gd name="connsiteY0" fmla="*/ 7048 h 14096"/>
                <a:gd name="connsiteX1" fmla="*/ 7049 w 14097"/>
                <a:gd name="connsiteY1" fmla="*/ 14097 h 14096"/>
                <a:gd name="connsiteX2" fmla="*/ 0 w 14097"/>
                <a:gd name="connsiteY2" fmla="*/ 7048 h 14096"/>
                <a:gd name="connsiteX3" fmla="*/ 7049 w 14097"/>
                <a:gd name="connsiteY3" fmla="*/ 0 h 14096"/>
                <a:gd name="connsiteX4" fmla="*/ 14097 w 14097"/>
                <a:gd name="connsiteY4" fmla="*/ 7048 h 1409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14097" h="14096">
                  <a:moveTo>
                    <a:pt x="14097" y="7048"/>
                  </a:moveTo>
                  <a:cubicBezTo>
                    <a:pt x="14097" y="10941"/>
                    <a:pt x="10941" y="14097"/>
                    <a:pt x="7049" y="14097"/>
                  </a:cubicBezTo>
                  <a:cubicBezTo>
                    <a:pt x="3156" y="14097"/>
                    <a:pt x="0" y="10941"/>
                    <a:pt x="0" y="7048"/>
                  </a:cubicBezTo>
                  <a:cubicBezTo>
                    <a:pt x="0" y="3156"/>
                    <a:pt x="3156" y="0"/>
                    <a:pt x="7049" y="0"/>
                  </a:cubicBezTo>
                  <a:cubicBezTo>
                    <a:pt x="10941" y="0"/>
                    <a:pt x="14097" y="3156"/>
                    <a:pt x="14097" y="7048"/>
                  </a:cubicBezTo>
                  <a:close/>
                </a:path>
              </a:pathLst>
            </a:custGeom>
            <a:grpFill/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324" name="Freeform: Shape 323">
              <a:extLst>
                <a:ext uri="{FF2B5EF4-FFF2-40B4-BE49-F238E27FC236}">
                  <a16:creationId xmlns:a16="http://schemas.microsoft.com/office/drawing/2014/main" id="{D4D7922F-CA55-4202-B99F-ED303E704492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6089231" y="3777408"/>
              <a:ext cx="14096" cy="14099"/>
            </a:xfrm>
            <a:custGeom>
              <a:avLst/>
              <a:gdLst>
                <a:gd name="connsiteX0" fmla="*/ 14097 w 14096"/>
                <a:gd name="connsiteY0" fmla="*/ 7051 h 14099"/>
                <a:gd name="connsiteX1" fmla="*/ 7048 w 14096"/>
                <a:gd name="connsiteY1" fmla="*/ 14099 h 14099"/>
                <a:gd name="connsiteX2" fmla="*/ 0 w 14096"/>
                <a:gd name="connsiteY2" fmla="*/ 7051 h 14099"/>
                <a:gd name="connsiteX3" fmla="*/ 7048 w 14096"/>
                <a:gd name="connsiteY3" fmla="*/ 2 h 14099"/>
                <a:gd name="connsiteX4" fmla="*/ 14097 w 14096"/>
                <a:gd name="connsiteY4" fmla="*/ 7051 h 14099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14096" h="14099">
                  <a:moveTo>
                    <a:pt x="14097" y="7051"/>
                  </a:moveTo>
                  <a:cubicBezTo>
                    <a:pt x="14097" y="10956"/>
                    <a:pt x="10954" y="14099"/>
                    <a:pt x="7048" y="14099"/>
                  </a:cubicBezTo>
                  <a:cubicBezTo>
                    <a:pt x="3143" y="14099"/>
                    <a:pt x="0" y="10956"/>
                    <a:pt x="0" y="7051"/>
                  </a:cubicBezTo>
                  <a:cubicBezTo>
                    <a:pt x="0" y="3145"/>
                    <a:pt x="3143" y="2"/>
                    <a:pt x="7048" y="2"/>
                  </a:cubicBezTo>
                  <a:cubicBezTo>
                    <a:pt x="10954" y="-93"/>
                    <a:pt x="14097" y="3145"/>
                    <a:pt x="14097" y="7051"/>
                  </a:cubicBezTo>
                  <a:close/>
                </a:path>
              </a:pathLst>
            </a:custGeom>
            <a:grpFill/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325" name="Freeform: Shape 324">
              <a:extLst>
                <a:ext uri="{FF2B5EF4-FFF2-40B4-BE49-F238E27FC236}">
                  <a16:creationId xmlns:a16="http://schemas.microsoft.com/office/drawing/2014/main" id="{4120C846-A602-4B6C-9C07-11D2B0F8A402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6148476" y="3481374"/>
              <a:ext cx="14097" cy="14096"/>
            </a:xfrm>
            <a:custGeom>
              <a:avLst/>
              <a:gdLst>
                <a:gd name="connsiteX0" fmla="*/ 14097 w 14097"/>
                <a:gd name="connsiteY0" fmla="*/ 7049 h 14096"/>
                <a:gd name="connsiteX1" fmla="*/ 7049 w 14097"/>
                <a:gd name="connsiteY1" fmla="*/ 14097 h 14096"/>
                <a:gd name="connsiteX2" fmla="*/ 0 w 14097"/>
                <a:gd name="connsiteY2" fmla="*/ 7049 h 14096"/>
                <a:gd name="connsiteX3" fmla="*/ 7049 w 14097"/>
                <a:gd name="connsiteY3" fmla="*/ 0 h 14096"/>
                <a:gd name="connsiteX4" fmla="*/ 14097 w 14097"/>
                <a:gd name="connsiteY4" fmla="*/ 7049 h 1409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14097" h="14096">
                  <a:moveTo>
                    <a:pt x="14097" y="7049"/>
                  </a:moveTo>
                  <a:cubicBezTo>
                    <a:pt x="14097" y="10954"/>
                    <a:pt x="10954" y="14097"/>
                    <a:pt x="7049" y="14097"/>
                  </a:cubicBezTo>
                  <a:cubicBezTo>
                    <a:pt x="3143" y="14097"/>
                    <a:pt x="0" y="10954"/>
                    <a:pt x="0" y="7049"/>
                  </a:cubicBezTo>
                  <a:cubicBezTo>
                    <a:pt x="0" y="3143"/>
                    <a:pt x="3143" y="0"/>
                    <a:pt x="7049" y="0"/>
                  </a:cubicBezTo>
                  <a:cubicBezTo>
                    <a:pt x="10954" y="0"/>
                    <a:pt x="14097" y="3143"/>
                    <a:pt x="14097" y="7049"/>
                  </a:cubicBezTo>
                  <a:close/>
                </a:path>
              </a:pathLst>
            </a:custGeom>
            <a:grpFill/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326" name="Freeform: Shape 325">
              <a:extLst>
                <a:ext uri="{FF2B5EF4-FFF2-40B4-BE49-F238E27FC236}">
                  <a16:creationId xmlns:a16="http://schemas.microsoft.com/office/drawing/2014/main" id="{84B5D527-4684-45F5-84CE-73642492DB35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6207627" y="3481374"/>
              <a:ext cx="14096" cy="14096"/>
            </a:xfrm>
            <a:custGeom>
              <a:avLst/>
              <a:gdLst>
                <a:gd name="connsiteX0" fmla="*/ 14097 w 14096"/>
                <a:gd name="connsiteY0" fmla="*/ 7049 h 14096"/>
                <a:gd name="connsiteX1" fmla="*/ 7048 w 14096"/>
                <a:gd name="connsiteY1" fmla="*/ 14097 h 14096"/>
                <a:gd name="connsiteX2" fmla="*/ 0 w 14096"/>
                <a:gd name="connsiteY2" fmla="*/ 7049 h 14096"/>
                <a:gd name="connsiteX3" fmla="*/ 7048 w 14096"/>
                <a:gd name="connsiteY3" fmla="*/ 0 h 14096"/>
                <a:gd name="connsiteX4" fmla="*/ 14097 w 14096"/>
                <a:gd name="connsiteY4" fmla="*/ 7049 h 1409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14096" h="14096">
                  <a:moveTo>
                    <a:pt x="14097" y="7049"/>
                  </a:moveTo>
                  <a:cubicBezTo>
                    <a:pt x="14097" y="10954"/>
                    <a:pt x="10954" y="14097"/>
                    <a:pt x="7048" y="14097"/>
                  </a:cubicBezTo>
                  <a:cubicBezTo>
                    <a:pt x="3143" y="14097"/>
                    <a:pt x="0" y="10954"/>
                    <a:pt x="0" y="7049"/>
                  </a:cubicBezTo>
                  <a:cubicBezTo>
                    <a:pt x="0" y="3143"/>
                    <a:pt x="3143" y="0"/>
                    <a:pt x="7048" y="0"/>
                  </a:cubicBezTo>
                  <a:cubicBezTo>
                    <a:pt x="10954" y="0"/>
                    <a:pt x="14097" y="3143"/>
                    <a:pt x="14097" y="7049"/>
                  </a:cubicBezTo>
                  <a:close/>
                </a:path>
              </a:pathLst>
            </a:custGeom>
            <a:grpFill/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327" name="Freeform: Shape 326">
              <a:extLst>
                <a:ext uri="{FF2B5EF4-FFF2-40B4-BE49-F238E27FC236}">
                  <a16:creationId xmlns:a16="http://schemas.microsoft.com/office/drawing/2014/main" id="{FF31CF21-8169-4D45-A115-9CF8D37189D5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6266872" y="3481374"/>
              <a:ext cx="14096" cy="14096"/>
            </a:xfrm>
            <a:custGeom>
              <a:avLst/>
              <a:gdLst>
                <a:gd name="connsiteX0" fmla="*/ 14097 w 14096"/>
                <a:gd name="connsiteY0" fmla="*/ 7049 h 14096"/>
                <a:gd name="connsiteX1" fmla="*/ 7049 w 14096"/>
                <a:gd name="connsiteY1" fmla="*/ 14097 h 14096"/>
                <a:gd name="connsiteX2" fmla="*/ 0 w 14096"/>
                <a:gd name="connsiteY2" fmla="*/ 7049 h 14096"/>
                <a:gd name="connsiteX3" fmla="*/ 7049 w 14096"/>
                <a:gd name="connsiteY3" fmla="*/ 0 h 14096"/>
                <a:gd name="connsiteX4" fmla="*/ 14097 w 14096"/>
                <a:gd name="connsiteY4" fmla="*/ 7049 h 1409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14096" h="14096">
                  <a:moveTo>
                    <a:pt x="14097" y="7049"/>
                  </a:moveTo>
                  <a:cubicBezTo>
                    <a:pt x="14097" y="10954"/>
                    <a:pt x="10954" y="14097"/>
                    <a:pt x="7049" y="14097"/>
                  </a:cubicBezTo>
                  <a:cubicBezTo>
                    <a:pt x="3143" y="14097"/>
                    <a:pt x="0" y="10954"/>
                    <a:pt x="0" y="7049"/>
                  </a:cubicBezTo>
                  <a:cubicBezTo>
                    <a:pt x="0" y="3143"/>
                    <a:pt x="3143" y="0"/>
                    <a:pt x="7049" y="0"/>
                  </a:cubicBezTo>
                  <a:cubicBezTo>
                    <a:pt x="10859" y="0"/>
                    <a:pt x="14097" y="3143"/>
                    <a:pt x="14097" y="7049"/>
                  </a:cubicBezTo>
                  <a:close/>
                </a:path>
              </a:pathLst>
            </a:custGeom>
            <a:grpFill/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328" name="Freeform: Shape 327">
              <a:extLst>
                <a:ext uri="{FF2B5EF4-FFF2-40B4-BE49-F238E27FC236}">
                  <a16:creationId xmlns:a16="http://schemas.microsoft.com/office/drawing/2014/main" id="{DA8762B9-9CD8-4676-93F5-6C9358A94043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6326022" y="3481374"/>
              <a:ext cx="14096" cy="14096"/>
            </a:xfrm>
            <a:custGeom>
              <a:avLst/>
              <a:gdLst>
                <a:gd name="connsiteX0" fmla="*/ 14097 w 14096"/>
                <a:gd name="connsiteY0" fmla="*/ 7049 h 14096"/>
                <a:gd name="connsiteX1" fmla="*/ 7048 w 14096"/>
                <a:gd name="connsiteY1" fmla="*/ 14097 h 14096"/>
                <a:gd name="connsiteX2" fmla="*/ 0 w 14096"/>
                <a:gd name="connsiteY2" fmla="*/ 7049 h 14096"/>
                <a:gd name="connsiteX3" fmla="*/ 7048 w 14096"/>
                <a:gd name="connsiteY3" fmla="*/ 0 h 14096"/>
                <a:gd name="connsiteX4" fmla="*/ 14097 w 14096"/>
                <a:gd name="connsiteY4" fmla="*/ 7049 h 1409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14096" h="14096">
                  <a:moveTo>
                    <a:pt x="14097" y="7049"/>
                  </a:moveTo>
                  <a:cubicBezTo>
                    <a:pt x="14097" y="10954"/>
                    <a:pt x="10954" y="14097"/>
                    <a:pt x="7048" y="14097"/>
                  </a:cubicBezTo>
                  <a:cubicBezTo>
                    <a:pt x="3143" y="14097"/>
                    <a:pt x="0" y="10954"/>
                    <a:pt x="0" y="7049"/>
                  </a:cubicBezTo>
                  <a:cubicBezTo>
                    <a:pt x="0" y="3143"/>
                    <a:pt x="3143" y="0"/>
                    <a:pt x="7048" y="0"/>
                  </a:cubicBezTo>
                  <a:cubicBezTo>
                    <a:pt x="10954" y="0"/>
                    <a:pt x="14097" y="3143"/>
                    <a:pt x="14097" y="7049"/>
                  </a:cubicBezTo>
                  <a:close/>
                </a:path>
              </a:pathLst>
            </a:custGeom>
            <a:grpFill/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329" name="Freeform: Shape 328">
              <a:extLst>
                <a:ext uri="{FF2B5EF4-FFF2-40B4-BE49-F238E27FC236}">
                  <a16:creationId xmlns:a16="http://schemas.microsoft.com/office/drawing/2014/main" id="{A183E80A-70D1-4F52-A92D-D396648CCB71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6385268" y="3481374"/>
              <a:ext cx="14096" cy="14096"/>
            </a:xfrm>
            <a:custGeom>
              <a:avLst/>
              <a:gdLst>
                <a:gd name="connsiteX0" fmla="*/ 14097 w 14096"/>
                <a:gd name="connsiteY0" fmla="*/ 7049 h 14096"/>
                <a:gd name="connsiteX1" fmla="*/ 7048 w 14096"/>
                <a:gd name="connsiteY1" fmla="*/ 14097 h 14096"/>
                <a:gd name="connsiteX2" fmla="*/ 0 w 14096"/>
                <a:gd name="connsiteY2" fmla="*/ 7049 h 14096"/>
                <a:gd name="connsiteX3" fmla="*/ 7048 w 14096"/>
                <a:gd name="connsiteY3" fmla="*/ 0 h 14096"/>
                <a:gd name="connsiteX4" fmla="*/ 14097 w 14096"/>
                <a:gd name="connsiteY4" fmla="*/ 7049 h 1409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14096" h="14096">
                  <a:moveTo>
                    <a:pt x="14097" y="7049"/>
                  </a:moveTo>
                  <a:cubicBezTo>
                    <a:pt x="14097" y="10954"/>
                    <a:pt x="10954" y="14097"/>
                    <a:pt x="7048" y="14097"/>
                  </a:cubicBezTo>
                  <a:cubicBezTo>
                    <a:pt x="3143" y="14097"/>
                    <a:pt x="0" y="10954"/>
                    <a:pt x="0" y="7049"/>
                  </a:cubicBezTo>
                  <a:cubicBezTo>
                    <a:pt x="0" y="3143"/>
                    <a:pt x="3143" y="0"/>
                    <a:pt x="7048" y="0"/>
                  </a:cubicBezTo>
                  <a:cubicBezTo>
                    <a:pt x="10858" y="0"/>
                    <a:pt x="14097" y="3143"/>
                    <a:pt x="14097" y="7049"/>
                  </a:cubicBezTo>
                  <a:close/>
                </a:path>
              </a:pathLst>
            </a:custGeom>
            <a:grpFill/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330" name="Freeform: Shape 329">
              <a:extLst>
                <a:ext uri="{FF2B5EF4-FFF2-40B4-BE49-F238E27FC236}">
                  <a16:creationId xmlns:a16="http://schemas.microsoft.com/office/drawing/2014/main" id="{83FBB0F7-E17E-4890-9B66-3625BA14683F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6444417" y="3481373"/>
              <a:ext cx="14096" cy="14097"/>
            </a:xfrm>
            <a:custGeom>
              <a:avLst/>
              <a:gdLst>
                <a:gd name="connsiteX0" fmla="*/ 14097 w 14096"/>
                <a:gd name="connsiteY0" fmla="*/ 7049 h 14097"/>
                <a:gd name="connsiteX1" fmla="*/ 7048 w 14096"/>
                <a:gd name="connsiteY1" fmla="*/ 14097 h 14097"/>
                <a:gd name="connsiteX2" fmla="*/ 0 w 14096"/>
                <a:gd name="connsiteY2" fmla="*/ 7049 h 14097"/>
                <a:gd name="connsiteX3" fmla="*/ 7048 w 14096"/>
                <a:gd name="connsiteY3" fmla="*/ 0 h 14097"/>
                <a:gd name="connsiteX4" fmla="*/ 14097 w 14096"/>
                <a:gd name="connsiteY4" fmla="*/ 7049 h 14097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14096" h="14097">
                  <a:moveTo>
                    <a:pt x="14097" y="7049"/>
                  </a:moveTo>
                  <a:cubicBezTo>
                    <a:pt x="14097" y="10941"/>
                    <a:pt x="10941" y="14097"/>
                    <a:pt x="7048" y="14097"/>
                  </a:cubicBezTo>
                  <a:cubicBezTo>
                    <a:pt x="3156" y="14097"/>
                    <a:pt x="0" y="10941"/>
                    <a:pt x="0" y="7049"/>
                  </a:cubicBezTo>
                  <a:cubicBezTo>
                    <a:pt x="0" y="3156"/>
                    <a:pt x="3156" y="0"/>
                    <a:pt x="7048" y="0"/>
                  </a:cubicBezTo>
                  <a:cubicBezTo>
                    <a:pt x="10941" y="0"/>
                    <a:pt x="14097" y="3156"/>
                    <a:pt x="14097" y="7049"/>
                  </a:cubicBezTo>
                  <a:close/>
                </a:path>
              </a:pathLst>
            </a:custGeom>
            <a:grpFill/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331" name="Freeform: Shape 330">
              <a:extLst>
                <a:ext uri="{FF2B5EF4-FFF2-40B4-BE49-F238E27FC236}">
                  <a16:creationId xmlns:a16="http://schemas.microsoft.com/office/drawing/2014/main" id="{708E7BF1-2D4D-44AB-A5CC-0ED91B8462E6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6148476" y="3540622"/>
              <a:ext cx="14097" cy="14096"/>
            </a:xfrm>
            <a:custGeom>
              <a:avLst/>
              <a:gdLst>
                <a:gd name="connsiteX0" fmla="*/ 14097 w 14097"/>
                <a:gd name="connsiteY0" fmla="*/ 7048 h 14096"/>
                <a:gd name="connsiteX1" fmla="*/ 7049 w 14097"/>
                <a:gd name="connsiteY1" fmla="*/ 14097 h 14096"/>
                <a:gd name="connsiteX2" fmla="*/ 0 w 14097"/>
                <a:gd name="connsiteY2" fmla="*/ 7048 h 14096"/>
                <a:gd name="connsiteX3" fmla="*/ 7049 w 14097"/>
                <a:gd name="connsiteY3" fmla="*/ 0 h 14096"/>
                <a:gd name="connsiteX4" fmla="*/ 14097 w 14097"/>
                <a:gd name="connsiteY4" fmla="*/ 7048 h 1409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14097" h="14096">
                  <a:moveTo>
                    <a:pt x="14097" y="7048"/>
                  </a:moveTo>
                  <a:cubicBezTo>
                    <a:pt x="14097" y="10954"/>
                    <a:pt x="10954" y="14097"/>
                    <a:pt x="7049" y="14097"/>
                  </a:cubicBezTo>
                  <a:cubicBezTo>
                    <a:pt x="3143" y="14097"/>
                    <a:pt x="0" y="10954"/>
                    <a:pt x="0" y="7048"/>
                  </a:cubicBezTo>
                  <a:cubicBezTo>
                    <a:pt x="0" y="3143"/>
                    <a:pt x="3143" y="0"/>
                    <a:pt x="7049" y="0"/>
                  </a:cubicBezTo>
                  <a:cubicBezTo>
                    <a:pt x="10954" y="0"/>
                    <a:pt x="14097" y="3143"/>
                    <a:pt x="14097" y="7048"/>
                  </a:cubicBezTo>
                  <a:close/>
                </a:path>
              </a:pathLst>
            </a:custGeom>
            <a:grpFill/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332" name="Freeform: Shape 331">
              <a:extLst>
                <a:ext uri="{FF2B5EF4-FFF2-40B4-BE49-F238E27FC236}">
                  <a16:creationId xmlns:a16="http://schemas.microsoft.com/office/drawing/2014/main" id="{4B468C4E-6F63-4172-AE1F-8965744DBC4F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6207627" y="3540623"/>
              <a:ext cx="14096" cy="14096"/>
            </a:xfrm>
            <a:custGeom>
              <a:avLst/>
              <a:gdLst>
                <a:gd name="connsiteX0" fmla="*/ 14097 w 14096"/>
                <a:gd name="connsiteY0" fmla="*/ 7048 h 14096"/>
                <a:gd name="connsiteX1" fmla="*/ 7048 w 14096"/>
                <a:gd name="connsiteY1" fmla="*/ 14097 h 14096"/>
                <a:gd name="connsiteX2" fmla="*/ 0 w 14096"/>
                <a:gd name="connsiteY2" fmla="*/ 7048 h 14096"/>
                <a:gd name="connsiteX3" fmla="*/ 7048 w 14096"/>
                <a:gd name="connsiteY3" fmla="*/ 0 h 14096"/>
                <a:gd name="connsiteX4" fmla="*/ 14097 w 14096"/>
                <a:gd name="connsiteY4" fmla="*/ 7048 h 1409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14096" h="14096">
                  <a:moveTo>
                    <a:pt x="14097" y="7048"/>
                  </a:moveTo>
                  <a:cubicBezTo>
                    <a:pt x="14097" y="10954"/>
                    <a:pt x="10954" y="14097"/>
                    <a:pt x="7048" y="14097"/>
                  </a:cubicBezTo>
                  <a:cubicBezTo>
                    <a:pt x="3143" y="14097"/>
                    <a:pt x="0" y="10954"/>
                    <a:pt x="0" y="7048"/>
                  </a:cubicBezTo>
                  <a:cubicBezTo>
                    <a:pt x="0" y="3143"/>
                    <a:pt x="3143" y="0"/>
                    <a:pt x="7048" y="0"/>
                  </a:cubicBezTo>
                  <a:cubicBezTo>
                    <a:pt x="10954" y="0"/>
                    <a:pt x="14097" y="3143"/>
                    <a:pt x="14097" y="7048"/>
                  </a:cubicBezTo>
                  <a:close/>
                </a:path>
              </a:pathLst>
            </a:custGeom>
            <a:grpFill/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333" name="Freeform: Shape 332">
              <a:extLst>
                <a:ext uri="{FF2B5EF4-FFF2-40B4-BE49-F238E27FC236}">
                  <a16:creationId xmlns:a16="http://schemas.microsoft.com/office/drawing/2014/main" id="{974C7149-F567-4D55-8F48-511DCF3A81ED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6266872" y="3540626"/>
              <a:ext cx="14096" cy="14096"/>
            </a:xfrm>
            <a:custGeom>
              <a:avLst/>
              <a:gdLst>
                <a:gd name="connsiteX0" fmla="*/ 14097 w 14096"/>
                <a:gd name="connsiteY0" fmla="*/ 7048 h 14096"/>
                <a:gd name="connsiteX1" fmla="*/ 7049 w 14096"/>
                <a:gd name="connsiteY1" fmla="*/ 14097 h 14096"/>
                <a:gd name="connsiteX2" fmla="*/ 0 w 14096"/>
                <a:gd name="connsiteY2" fmla="*/ 7048 h 14096"/>
                <a:gd name="connsiteX3" fmla="*/ 7049 w 14096"/>
                <a:gd name="connsiteY3" fmla="*/ 0 h 14096"/>
                <a:gd name="connsiteX4" fmla="*/ 14097 w 14096"/>
                <a:gd name="connsiteY4" fmla="*/ 7048 h 1409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14096" h="14096">
                  <a:moveTo>
                    <a:pt x="14097" y="7048"/>
                  </a:moveTo>
                  <a:cubicBezTo>
                    <a:pt x="14097" y="10954"/>
                    <a:pt x="10954" y="14097"/>
                    <a:pt x="7049" y="14097"/>
                  </a:cubicBezTo>
                  <a:cubicBezTo>
                    <a:pt x="3143" y="14097"/>
                    <a:pt x="0" y="10954"/>
                    <a:pt x="0" y="7048"/>
                  </a:cubicBezTo>
                  <a:cubicBezTo>
                    <a:pt x="0" y="3143"/>
                    <a:pt x="3143" y="0"/>
                    <a:pt x="7049" y="0"/>
                  </a:cubicBezTo>
                  <a:cubicBezTo>
                    <a:pt x="10859" y="0"/>
                    <a:pt x="14097" y="3143"/>
                    <a:pt x="14097" y="7048"/>
                  </a:cubicBezTo>
                  <a:close/>
                </a:path>
              </a:pathLst>
            </a:custGeom>
            <a:grpFill/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334" name="Freeform: Shape 333">
              <a:extLst>
                <a:ext uri="{FF2B5EF4-FFF2-40B4-BE49-F238E27FC236}">
                  <a16:creationId xmlns:a16="http://schemas.microsoft.com/office/drawing/2014/main" id="{54A551FA-7E10-4D28-9A10-B9A06C0780EE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6326022" y="3540627"/>
              <a:ext cx="14096" cy="14096"/>
            </a:xfrm>
            <a:custGeom>
              <a:avLst/>
              <a:gdLst>
                <a:gd name="connsiteX0" fmla="*/ 14097 w 14096"/>
                <a:gd name="connsiteY0" fmla="*/ 7048 h 14096"/>
                <a:gd name="connsiteX1" fmla="*/ 7048 w 14096"/>
                <a:gd name="connsiteY1" fmla="*/ 14097 h 14096"/>
                <a:gd name="connsiteX2" fmla="*/ 0 w 14096"/>
                <a:gd name="connsiteY2" fmla="*/ 7048 h 14096"/>
                <a:gd name="connsiteX3" fmla="*/ 7048 w 14096"/>
                <a:gd name="connsiteY3" fmla="*/ 0 h 14096"/>
                <a:gd name="connsiteX4" fmla="*/ 14097 w 14096"/>
                <a:gd name="connsiteY4" fmla="*/ 7048 h 1409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14096" h="14096">
                  <a:moveTo>
                    <a:pt x="14097" y="7048"/>
                  </a:moveTo>
                  <a:cubicBezTo>
                    <a:pt x="14097" y="10954"/>
                    <a:pt x="10954" y="14097"/>
                    <a:pt x="7048" y="14097"/>
                  </a:cubicBezTo>
                  <a:cubicBezTo>
                    <a:pt x="3143" y="14097"/>
                    <a:pt x="0" y="10954"/>
                    <a:pt x="0" y="7048"/>
                  </a:cubicBezTo>
                  <a:cubicBezTo>
                    <a:pt x="0" y="3143"/>
                    <a:pt x="3143" y="0"/>
                    <a:pt x="7048" y="0"/>
                  </a:cubicBezTo>
                  <a:cubicBezTo>
                    <a:pt x="10954" y="0"/>
                    <a:pt x="14097" y="3143"/>
                    <a:pt x="14097" y="7048"/>
                  </a:cubicBezTo>
                  <a:close/>
                </a:path>
              </a:pathLst>
            </a:custGeom>
            <a:grpFill/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335" name="Freeform: Shape 334">
              <a:extLst>
                <a:ext uri="{FF2B5EF4-FFF2-40B4-BE49-F238E27FC236}">
                  <a16:creationId xmlns:a16="http://schemas.microsoft.com/office/drawing/2014/main" id="{1D04F3C0-CE2C-4B8D-A5BD-0E994FD8D974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6385268" y="3540630"/>
              <a:ext cx="14096" cy="14096"/>
            </a:xfrm>
            <a:custGeom>
              <a:avLst/>
              <a:gdLst>
                <a:gd name="connsiteX0" fmla="*/ 14097 w 14096"/>
                <a:gd name="connsiteY0" fmla="*/ 7048 h 14096"/>
                <a:gd name="connsiteX1" fmla="*/ 7048 w 14096"/>
                <a:gd name="connsiteY1" fmla="*/ 14097 h 14096"/>
                <a:gd name="connsiteX2" fmla="*/ 0 w 14096"/>
                <a:gd name="connsiteY2" fmla="*/ 7048 h 14096"/>
                <a:gd name="connsiteX3" fmla="*/ 7048 w 14096"/>
                <a:gd name="connsiteY3" fmla="*/ 0 h 14096"/>
                <a:gd name="connsiteX4" fmla="*/ 14097 w 14096"/>
                <a:gd name="connsiteY4" fmla="*/ 7048 h 1409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14096" h="14096">
                  <a:moveTo>
                    <a:pt x="14097" y="7048"/>
                  </a:moveTo>
                  <a:cubicBezTo>
                    <a:pt x="14097" y="10954"/>
                    <a:pt x="10954" y="14097"/>
                    <a:pt x="7048" y="14097"/>
                  </a:cubicBezTo>
                  <a:cubicBezTo>
                    <a:pt x="3143" y="14097"/>
                    <a:pt x="0" y="10954"/>
                    <a:pt x="0" y="7048"/>
                  </a:cubicBezTo>
                  <a:cubicBezTo>
                    <a:pt x="0" y="3143"/>
                    <a:pt x="3143" y="0"/>
                    <a:pt x="7048" y="0"/>
                  </a:cubicBezTo>
                  <a:cubicBezTo>
                    <a:pt x="10858" y="0"/>
                    <a:pt x="14097" y="3143"/>
                    <a:pt x="14097" y="7048"/>
                  </a:cubicBezTo>
                  <a:close/>
                </a:path>
              </a:pathLst>
            </a:custGeom>
            <a:grpFill/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336" name="Freeform: Shape 335">
              <a:extLst>
                <a:ext uri="{FF2B5EF4-FFF2-40B4-BE49-F238E27FC236}">
                  <a16:creationId xmlns:a16="http://schemas.microsoft.com/office/drawing/2014/main" id="{D2EA9230-DD52-48A9-B268-56744EA50654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6444417" y="3540631"/>
              <a:ext cx="14096" cy="14097"/>
            </a:xfrm>
            <a:custGeom>
              <a:avLst/>
              <a:gdLst>
                <a:gd name="connsiteX0" fmla="*/ 14097 w 14096"/>
                <a:gd name="connsiteY0" fmla="*/ 7048 h 14097"/>
                <a:gd name="connsiteX1" fmla="*/ 7048 w 14096"/>
                <a:gd name="connsiteY1" fmla="*/ 14097 h 14097"/>
                <a:gd name="connsiteX2" fmla="*/ 0 w 14096"/>
                <a:gd name="connsiteY2" fmla="*/ 7048 h 14097"/>
                <a:gd name="connsiteX3" fmla="*/ 7048 w 14096"/>
                <a:gd name="connsiteY3" fmla="*/ 0 h 14097"/>
                <a:gd name="connsiteX4" fmla="*/ 14097 w 14096"/>
                <a:gd name="connsiteY4" fmla="*/ 7048 h 14097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14096" h="14097">
                  <a:moveTo>
                    <a:pt x="14097" y="7048"/>
                  </a:moveTo>
                  <a:cubicBezTo>
                    <a:pt x="14097" y="10941"/>
                    <a:pt x="10941" y="14097"/>
                    <a:pt x="7048" y="14097"/>
                  </a:cubicBezTo>
                  <a:cubicBezTo>
                    <a:pt x="3156" y="14097"/>
                    <a:pt x="0" y="10941"/>
                    <a:pt x="0" y="7048"/>
                  </a:cubicBezTo>
                  <a:cubicBezTo>
                    <a:pt x="0" y="3156"/>
                    <a:pt x="3156" y="0"/>
                    <a:pt x="7048" y="0"/>
                  </a:cubicBezTo>
                  <a:cubicBezTo>
                    <a:pt x="10941" y="0"/>
                    <a:pt x="14097" y="3156"/>
                    <a:pt x="14097" y="7048"/>
                  </a:cubicBezTo>
                  <a:close/>
                </a:path>
              </a:pathLst>
            </a:custGeom>
            <a:grpFill/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337" name="Freeform: Shape 336">
              <a:extLst>
                <a:ext uri="{FF2B5EF4-FFF2-40B4-BE49-F238E27FC236}">
                  <a16:creationId xmlns:a16="http://schemas.microsoft.com/office/drawing/2014/main" id="{043A05F5-A8CF-4D01-AF12-95D1ECAE4607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6148476" y="3599781"/>
              <a:ext cx="14097" cy="14096"/>
            </a:xfrm>
            <a:custGeom>
              <a:avLst/>
              <a:gdLst>
                <a:gd name="connsiteX0" fmla="*/ 14097 w 14097"/>
                <a:gd name="connsiteY0" fmla="*/ 7048 h 14096"/>
                <a:gd name="connsiteX1" fmla="*/ 7049 w 14097"/>
                <a:gd name="connsiteY1" fmla="*/ 14097 h 14096"/>
                <a:gd name="connsiteX2" fmla="*/ 0 w 14097"/>
                <a:gd name="connsiteY2" fmla="*/ 7048 h 14096"/>
                <a:gd name="connsiteX3" fmla="*/ 7049 w 14097"/>
                <a:gd name="connsiteY3" fmla="*/ 0 h 14096"/>
                <a:gd name="connsiteX4" fmla="*/ 14097 w 14097"/>
                <a:gd name="connsiteY4" fmla="*/ 7048 h 1409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14097" h="14096">
                  <a:moveTo>
                    <a:pt x="14097" y="7048"/>
                  </a:moveTo>
                  <a:cubicBezTo>
                    <a:pt x="14097" y="10954"/>
                    <a:pt x="10954" y="14097"/>
                    <a:pt x="7049" y="14097"/>
                  </a:cubicBezTo>
                  <a:cubicBezTo>
                    <a:pt x="3143" y="14097"/>
                    <a:pt x="0" y="10954"/>
                    <a:pt x="0" y="7048"/>
                  </a:cubicBezTo>
                  <a:cubicBezTo>
                    <a:pt x="0" y="3143"/>
                    <a:pt x="3143" y="0"/>
                    <a:pt x="7049" y="0"/>
                  </a:cubicBezTo>
                  <a:cubicBezTo>
                    <a:pt x="10954" y="0"/>
                    <a:pt x="14097" y="3143"/>
                    <a:pt x="14097" y="7048"/>
                  </a:cubicBezTo>
                  <a:close/>
                </a:path>
              </a:pathLst>
            </a:custGeom>
            <a:grpFill/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338" name="Freeform: Shape 337">
              <a:extLst>
                <a:ext uri="{FF2B5EF4-FFF2-40B4-BE49-F238E27FC236}">
                  <a16:creationId xmlns:a16="http://schemas.microsoft.com/office/drawing/2014/main" id="{1F47C6BC-BD1A-4291-B018-05E5A72E4B8E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6207627" y="3599781"/>
              <a:ext cx="14096" cy="14096"/>
            </a:xfrm>
            <a:custGeom>
              <a:avLst/>
              <a:gdLst>
                <a:gd name="connsiteX0" fmla="*/ 14097 w 14096"/>
                <a:gd name="connsiteY0" fmla="*/ 7048 h 14096"/>
                <a:gd name="connsiteX1" fmla="*/ 7048 w 14096"/>
                <a:gd name="connsiteY1" fmla="*/ 14097 h 14096"/>
                <a:gd name="connsiteX2" fmla="*/ 0 w 14096"/>
                <a:gd name="connsiteY2" fmla="*/ 7048 h 14096"/>
                <a:gd name="connsiteX3" fmla="*/ 7048 w 14096"/>
                <a:gd name="connsiteY3" fmla="*/ 0 h 14096"/>
                <a:gd name="connsiteX4" fmla="*/ 14097 w 14096"/>
                <a:gd name="connsiteY4" fmla="*/ 7048 h 1409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14096" h="14096">
                  <a:moveTo>
                    <a:pt x="14097" y="7048"/>
                  </a:moveTo>
                  <a:cubicBezTo>
                    <a:pt x="14097" y="10954"/>
                    <a:pt x="10954" y="14097"/>
                    <a:pt x="7048" y="14097"/>
                  </a:cubicBezTo>
                  <a:cubicBezTo>
                    <a:pt x="3143" y="14097"/>
                    <a:pt x="0" y="10954"/>
                    <a:pt x="0" y="7048"/>
                  </a:cubicBezTo>
                  <a:cubicBezTo>
                    <a:pt x="0" y="3143"/>
                    <a:pt x="3143" y="0"/>
                    <a:pt x="7048" y="0"/>
                  </a:cubicBezTo>
                  <a:cubicBezTo>
                    <a:pt x="10954" y="0"/>
                    <a:pt x="14097" y="3143"/>
                    <a:pt x="14097" y="7048"/>
                  </a:cubicBezTo>
                  <a:close/>
                </a:path>
              </a:pathLst>
            </a:custGeom>
            <a:grpFill/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339" name="Freeform: Shape 338">
              <a:extLst>
                <a:ext uri="{FF2B5EF4-FFF2-40B4-BE49-F238E27FC236}">
                  <a16:creationId xmlns:a16="http://schemas.microsoft.com/office/drawing/2014/main" id="{E5B89844-FD17-4048-A3F5-35E390C6EF74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6266872" y="3599781"/>
              <a:ext cx="14096" cy="14096"/>
            </a:xfrm>
            <a:custGeom>
              <a:avLst/>
              <a:gdLst>
                <a:gd name="connsiteX0" fmla="*/ 14097 w 14096"/>
                <a:gd name="connsiteY0" fmla="*/ 7048 h 14096"/>
                <a:gd name="connsiteX1" fmla="*/ 7049 w 14096"/>
                <a:gd name="connsiteY1" fmla="*/ 14097 h 14096"/>
                <a:gd name="connsiteX2" fmla="*/ 0 w 14096"/>
                <a:gd name="connsiteY2" fmla="*/ 7048 h 14096"/>
                <a:gd name="connsiteX3" fmla="*/ 7049 w 14096"/>
                <a:gd name="connsiteY3" fmla="*/ 0 h 14096"/>
                <a:gd name="connsiteX4" fmla="*/ 14097 w 14096"/>
                <a:gd name="connsiteY4" fmla="*/ 7048 h 1409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14096" h="14096">
                  <a:moveTo>
                    <a:pt x="14097" y="7048"/>
                  </a:moveTo>
                  <a:cubicBezTo>
                    <a:pt x="14097" y="10954"/>
                    <a:pt x="10954" y="14097"/>
                    <a:pt x="7049" y="14097"/>
                  </a:cubicBezTo>
                  <a:cubicBezTo>
                    <a:pt x="3143" y="14097"/>
                    <a:pt x="0" y="10954"/>
                    <a:pt x="0" y="7048"/>
                  </a:cubicBezTo>
                  <a:cubicBezTo>
                    <a:pt x="0" y="3143"/>
                    <a:pt x="3143" y="0"/>
                    <a:pt x="7049" y="0"/>
                  </a:cubicBezTo>
                  <a:cubicBezTo>
                    <a:pt x="10859" y="0"/>
                    <a:pt x="14097" y="3143"/>
                    <a:pt x="14097" y="7048"/>
                  </a:cubicBezTo>
                  <a:close/>
                </a:path>
              </a:pathLst>
            </a:custGeom>
            <a:grpFill/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340" name="Freeform: Shape 339">
              <a:extLst>
                <a:ext uri="{FF2B5EF4-FFF2-40B4-BE49-F238E27FC236}">
                  <a16:creationId xmlns:a16="http://schemas.microsoft.com/office/drawing/2014/main" id="{B5593F34-8B0E-4D34-9781-B594E2F5D76A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6326022" y="3599781"/>
              <a:ext cx="14096" cy="14096"/>
            </a:xfrm>
            <a:custGeom>
              <a:avLst/>
              <a:gdLst>
                <a:gd name="connsiteX0" fmla="*/ 14097 w 14096"/>
                <a:gd name="connsiteY0" fmla="*/ 7048 h 14096"/>
                <a:gd name="connsiteX1" fmla="*/ 7048 w 14096"/>
                <a:gd name="connsiteY1" fmla="*/ 14097 h 14096"/>
                <a:gd name="connsiteX2" fmla="*/ 0 w 14096"/>
                <a:gd name="connsiteY2" fmla="*/ 7048 h 14096"/>
                <a:gd name="connsiteX3" fmla="*/ 7048 w 14096"/>
                <a:gd name="connsiteY3" fmla="*/ 0 h 14096"/>
                <a:gd name="connsiteX4" fmla="*/ 14097 w 14096"/>
                <a:gd name="connsiteY4" fmla="*/ 7048 h 1409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14096" h="14096">
                  <a:moveTo>
                    <a:pt x="14097" y="7048"/>
                  </a:moveTo>
                  <a:cubicBezTo>
                    <a:pt x="14097" y="10954"/>
                    <a:pt x="10954" y="14097"/>
                    <a:pt x="7048" y="14097"/>
                  </a:cubicBezTo>
                  <a:cubicBezTo>
                    <a:pt x="3143" y="14097"/>
                    <a:pt x="0" y="10954"/>
                    <a:pt x="0" y="7048"/>
                  </a:cubicBezTo>
                  <a:cubicBezTo>
                    <a:pt x="0" y="3143"/>
                    <a:pt x="3143" y="0"/>
                    <a:pt x="7048" y="0"/>
                  </a:cubicBezTo>
                  <a:cubicBezTo>
                    <a:pt x="10954" y="0"/>
                    <a:pt x="14097" y="3143"/>
                    <a:pt x="14097" y="7048"/>
                  </a:cubicBezTo>
                  <a:close/>
                </a:path>
              </a:pathLst>
            </a:custGeom>
            <a:grpFill/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341" name="Freeform: Shape 340">
              <a:extLst>
                <a:ext uri="{FF2B5EF4-FFF2-40B4-BE49-F238E27FC236}">
                  <a16:creationId xmlns:a16="http://schemas.microsoft.com/office/drawing/2014/main" id="{4428E4BB-2263-4D19-8254-C9B54B85653F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6385268" y="3599780"/>
              <a:ext cx="14096" cy="14096"/>
            </a:xfrm>
            <a:custGeom>
              <a:avLst/>
              <a:gdLst>
                <a:gd name="connsiteX0" fmla="*/ 14097 w 14096"/>
                <a:gd name="connsiteY0" fmla="*/ 7048 h 14096"/>
                <a:gd name="connsiteX1" fmla="*/ 7048 w 14096"/>
                <a:gd name="connsiteY1" fmla="*/ 14097 h 14096"/>
                <a:gd name="connsiteX2" fmla="*/ 0 w 14096"/>
                <a:gd name="connsiteY2" fmla="*/ 7048 h 14096"/>
                <a:gd name="connsiteX3" fmla="*/ 7048 w 14096"/>
                <a:gd name="connsiteY3" fmla="*/ 0 h 14096"/>
                <a:gd name="connsiteX4" fmla="*/ 14097 w 14096"/>
                <a:gd name="connsiteY4" fmla="*/ 7048 h 1409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14096" h="14096">
                  <a:moveTo>
                    <a:pt x="14097" y="7048"/>
                  </a:moveTo>
                  <a:cubicBezTo>
                    <a:pt x="14097" y="10954"/>
                    <a:pt x="10954" y="14097"/>
                    <a:pt x="7048" y="14097"/>
                  </a:cubicBezTo>
                  <a:cubicBezTo>
                    <a:pt x="3143" y="14097"/>
                    <a:pt x="0" y="10954"/>
                    <a:pt x="0" y="7048"/>
                  </a:cubicBezTo>
                  <a:cubicBezTo>
                    <a:pt x="0" y="3143"/>
                    <a:pt x="3143" y="0"/>
                    <a:pt x="7048" y="0"/>
                  </a:cubicBezTo>
                  <a:cubicBezTo>
                    <a:pt x="10858" y="0"/>
                    <a:pt x="14097" y="3143"/>
                    <a:pt x="14097" y="7048"/>
                  </a:cubicBezTo>
                  <a:close/>
                </a:path>
              </a:pathLst>
            </a:custGeom>
            <a:grpFill/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342" name="Freeform: Shape 341">
              <a:extLst>
                <a:ext uri="{FF2B5EF4-FFF2-40B4-BE49-F238E27FC236}">
                  <a16:creationId xmlns:a16="http://schemas.microsoft.com/office/drawing/2014/main" id="{2366216E-6EA2-4872-8370-C5EC22520F4E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6444417" y="3599782"/>
              <a:ext cx="14096" cy="14096"/>
            </a:xfrm>
            <a:custGeom>
              <a:avLst/>
              <a:gdLst>
                <a:gd name="connsiteX0" fmla="*/ 14097 w 14096"/>
                <a:gd name="connsiteY0" fmla="*/ 7048 h 14096"/>
                <a:gd name="connsiteX1" fmla="*/ 7048 w 14096"/>
                <a:gd name="connsiteY1" fmla="*/ 14097 h 14096"/>
                <a:gd name="connsiteX2" fmla="*/ 0 w 14096"/>
                <a:gd name="connsiteY2" fmla="*/ 7048 h 14096"/>
                <a:gd name="connsiteX3" fmla="*/ 7048 w 14096"/>
                <a:gd name="connsiteY3" fmla="*/ 0 h 14096"/>
                <a:gd name="connsiteX4" fmla="*/ 14097 w 14096"/>
                <a:gd name="connsiteY4" fmla="*/ 7048 h 1409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14096" h="14096">
                  <a:moveTo>
                    <a:pt x="14097" y="7048"/>
                  </a:moveTo>
                  <a:cubicBezTo>
                    <a:pt x="14097" y="10954"/>
                    <a:pt x="10954" y="14097"/>
                    <a:pt x="7048" y="14097"/>
                  </a:cubicBezTo>
                  <a:cubicBezTo>
                    <a:pt x="3143" y="14097"/>
                    <a:pt x="0" y="10954"/>
                    <a:pt x="0" y="7048"/>
                  </a:cubicBezTo>
                  <a:cubicBezTo>
                    <a:pt x="0" y="3143"/>
                    <a:pt x="3143" y="0"/>
                    <a:pt x="7048" y="0"/>
                  </a:cubicBezTo>
                  <a:cubicBezTo>
                    <a:pt x="10954" y="0"/>
                    <a:pt x="14097" y="3143"/>
                    <a:pt x="14097" y="7048"/>
                  </a:cubicBezTo>
                  <a:close/>
                </a:path>
              </a:pathLst>
            </a:custGeom>
            <a:grpFill/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343" name="Freeform: Shape 342">
              <a:extLst>
                <a:ext uri="{FF2B5EF4-FFF2-40B4-BE49-F238E27FC236}">
                  <a16:creationId xmlns:a16="http://schemas.microsoft.com/office/drawing/2014/main" id="{D66F8E3F-BF33-4F99-A1F0-EB5885BF2CAD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6148476" y="3659026"/>
              <a:ext cx="14097" cy="14096"/>
            </a:xfrm>
            <a:custGeom>
              <a:avLst/>
              <a:gdLst>
                <a:gd name="connsiteX0" fmla="*/ 14097 w 14097"/>
                <a:gd name="connsiteY0" fmla="*/ 7048 h 14096"/>
                <a:gd name="connsiteX1" fmla="*/ 7049 w 14097"/>
                <a:gd name="connsiteY1" fmla="*/ 14097 h 14096"/>
                <a:gd name="connsiteX2" fmla="*/ 0 w 14097"/>
                <a:gd name="connsiteY2" fmla="*/ 7048 h 14096"/>
                <a:gd name="connsiteX3" fmla="*/ 7049 w 14097"/>
                <a:gd name="connsiteY3" fmla="*/ 0 h 14096"/>
                <a:gd name="connsiteX4" fmla="*/ 14097 w 14097"/>
                <a:gd name="connsiteY4" fmla="*/ 7048 h 1409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14097" h="14096">
                  <a:moveTo>
                    <a:pt x="14097" y="7048"/>
                  </a:moveTo>
                  <a:cubicBezTo>
                    <a:pt x="14097" y="10954"/>
                    <a:pt x="10954" y="14097"/>
                    <a:pt x="7049" y="14097"/>
                  </a:cubicBezTo>
                  <a:cubicBezTo>
                    <a:pt x="3143" y="14097"/>
                    <a:pt x="0" y="10954"/>
                    <a:pt x="0" y="7048"/>
                  </a:cubicBezTo>
                  <a:cubicBezTo>
                    <a:pt x="0" y="3143"/>
                    <a:pt x="3143" y="0"/>
                    <a:pt x="7049" y="0"/>
                  </a:cubicBezTo>
                  <a:cubicBezTo>
                    <a:pt x="10954" y="0"/>
                    <a:pt x="14097" y="3143"/>
                    <a:pt x="14097" y="7048"/>
                  </a:cubicBezTo>
                  <a:close/>
                </a:path>
              </a:pathLst>
            </a:custGeom>
            <a:grpFill/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344" name="Freeform: Shape 343">
              <a:extLst>
                <a:ext uri="{FF2B5EF4-FFF2-40B4-BE49-F238E27FC236}">
                  <a16:creationId xmlns:a16="http://schemas.microsoft.com/office/drawing/2014/main" id="{EB506747-ED9D-43EA-BD67-DF7971849EDF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6207627" y="3659026"/>
              <a:ext cx="14096" cy="14096"/>
            </a:xfrm>
            <a:custGeom>
              <a:avLst/>
              <a:gdLst>
                <a:gd name="connsiteX0" fmla="*/ 14097 w 14096"/>
                <a:gd name="connsiteY0" fmla="*/ 7048 h 14096"/>
                <a:gd name="connsiteX1" fmla="*/ 7048 w 14096"/>
                <a:gd name="connsiteY1" fmla="*/ 14097 h 14096"/>
                <a:gd name="connsiteX2" fmla="*/ 0 w 14096"/>
                <a:gd name="connsiteY2" fmla="*/ 7048 h 14096"/>
                <a:gd name="connsiteX3" fmla="*/ 7048 w 14096"/>
                <a:gd name="connsiteY3" fmla="*/ 0 h 14096"/>
                <a:gd name="connsiteX4" fmla="*/ 14097 w 14096"/>
                <a:gd name="connsiteY4" fmla="*/ 7048 h 1409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14096" h="14096">
                  <a:moveTo>
                    <a:pt x="14097" y="7048"/>
                  </a:moveTo>
                  <a:cubicBezTo>
                    <a:pt x="14097" y="10954"/>
                    <a:pt x="10954" y="14097"/>
                    <a:pt x="7048" y="14097"/>
                  </a:cubicBezTo>
                  <a:cubicBezTo>
                    <a:pt x="3143" y="14097"/>
                    <a:pt x="0" y="10954"/>
                    <a:pt x="0" y="7048"/>
                  </a:cubicBezTo>
                  <a:cubicBezTo>
                    <a:pt x="0" y="3143"/>
                    <a:pt x="3143" y="0"/>
                    <a:pt x="7048" y="0"/>
                  </a:cubicBezTo>
                  <a:cubicBezTo>
                    <a:pt x="10954" y="0"/>
                    <a:pt x="14097" y="3143"/>
                    <a:pt x="14097" y="7048"/>
                  </a:cubicBezTo>
                  <a:close/>
                </a:path>
              </a:pathLst>
            </a:custGeom>
            <a:grpFill/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345" name="Freeform: Shape 344">
              <a:extLst>
                <a:ext uri="{FF2B5EF4-FFF2-40B4-BE49-F238E27FC236}">
                  <a16:creationId xmlns:a16="http://schemas.microsoft.com/office/drawing/2014/main" id="{AC803CE8-FFF7-40EA-AF62-102724C3247E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6266872" y="3659026"/>
              <a:ext cx="14096" cy="14096"/>
            </a:xfrm>
            <a:custGeom>
              <a:avLst/>
              <a:gdLst>
                <a:gd name="connsiteX0" fmla="*/ 14097 w 14096"/>
                <a:gd name="connsiteY0" fmla="*/ 7048 h 14096"/>
                <a:gd name="connsiteX1" fmla="*/ 7049 w 14096"/>
                <a:gd name="connsiteY1" fmla="*/ 14097 h 14096"/>
                <a:gd name="connsiteX2" fmla="*/ 0 w 14096"/>
                <a:gd name="connsiteY2" fmla="*/ 7048 h 14096"/>
                <a:gd name="connsiteX3" fmla="*/ 7049 w 14096"/>
                <a:gd name="connsiteY3" fmla="*/ 0 h 14096"/>
                <a:gd name="connsiteX4" fmla="*/ 14097 w 14096"/>
                <a:gd name="connsiteY4" fmla="*/ 7048 h 1409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14096" h="14096">
                  <a:moveTo>
                    <a:pt x="14097" y="7048"/>
                  </a:moveTo>
                  <a:cubicBezTo>
                    <a:pt x="14097" y="10954"/>
                    <a:pt x="10954" y="14097"/>
                    <a:pt x="7049" y="14097"/>
                  </a:cubicBezTo>
                  <a:cubicBezTo>
                    <a:pt x="3143" y="14097"/>
                    <a:pt x="0" y="10954"/>
                    <a:pt x="0" y="7048"/>
                  </a:cubicBezTo>
                  <a:cubicBezTo>
                    <a:pt x="0" y="3143"/>
                    <a:pt x="3143" y="0"/>
                    <a:pt x="7049" y="0"/>
                  </a:cubicBezTo>
                  <a:cubicBezTo>
                    <a:pt x="10859" y="0"/>
                    <a:pt x="14097" y="3143"/>
                    <a:pt x="14097" y="7048"/>
                  </a:cubicBezTo>
                  <a:close/>
                </a:path>
              </a:pathLst>
            </a:custGeom>
            <a:grpFill/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346" name="Freeform: Shape 345">
              <a:extLst>
                <a:ext uri="{FF2B5EF4-FFF2-40B4-BE49-F238E27FC236}">
                  <a16:creationId xmlns:a16="http://schemas.microsoft.com/office/drawing/2014/main" id="{7EF6FFCA-06CC-4395-AEB0-425719A42D82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6326022" y="3659026"/>
              <a:ext cx="14096" cy="14096"/>
            </a:xfrm>
            <a:custGeom>
              <a:avLst/>
              <a:gdLst>
                <a:gd name="connsiteX0" fmla="*/ 14097 w 14096"/>
                <a:gd name="connsiteY0" fmla="*/ 7048 h 14096"/>
                <a:gd name="connsiteX1" fmla="*/ 7048 w 14096"/>
                <a:gd name="connsiteY1" fmla="*/ 14097 h 14096"/>
                <a:gd name="connsiteX2" fmla="*/ 0 w 14096"/>
                <a:gd name="connsiteY2" fmla="*/ 7048 h 14096"/>
                <a:gd name="connsiteX3" fmla="*/ 7048 w 14096"/>
                <a:gd name="connsiteY3" fmla="*/ 0 h 14096"/>
                <a:gd name="connsiteX4" fmla="*/ 14097 w 14096"/>
                <a:gd name="connsiteY4" fmla="*/ 7048 h 1409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14096" h="14096">
                  <a:moveTo>
                    <a:pt x="14097" y="7048"/>
                  </a:moveTo>
                  <a:cubicBezTo>
                    <a:pt x="14097" y="10954"/>
                    <a:pt x="10954" y="14097"/>
                    <a:pt x="7048" y="14097"/>
                  </a:cubicBezTo>
                  <a:cubicBezTo>
                    <a:pt x="3143" y="14097"/>
                    <a:pt x="0" y="10954"/>
                    <a:pt x="0" y="7048"/>
                  </a:cubicBezTo>
                  <a:cubicBezTo>
                    <a:pt x="0" y="3143"/>
                    <a:pt x="3143" y="0"/>
                    <a:pt x="7048" y="0"/>
                  </a:cubicBezTo>
                  <a:cubicBezTo>
                    <a:pt x="10954" y="0"/>
                    <a:pt x="14097" y="3143"/>
                    <a:pt x="14097" y="7048"/>
                  </a:cubicBezTo>
                  <a:close/>
                </a:path>
              </a:pathLst>
            </a:custGeom>
            <a:grpFill/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347" name="Freeform: Shape 346">
              <a:extLst>
                <a:ext uri="{FF2B5EF4-FFF2-40B4-BE49-F238E27FC236}">
                  <a16:creationId xmlns:a16="http://schemas.microsoft.com/office/drawing/2014/main" id="{0D95F285-AAC0-4F32-8665-2677878BD3F2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6385268" y="3659026"/>
              <a:ext cx="14096" cy="14096"/>
            </a:xfrm>
            <a:custGeom>
              <a:avLst/>
              <a:gdLst>
                <a:gd name="connsiteX0" fmla="*/ 14097 w 14096"/>
                <a:gd name="connsiteY0" fmla="*/ 7048 h 14096"/>
                <a:gd name="connsiteX1" fmla="*/ 7048 w 14096"/>
                <a:gd name="connsiteY1" fmla="*/ 14097 h 14096"/>
                <a:gd name="connsiteX2" fmla="*/ 0 w 14096"/>
                <a:gd name="connsiteY2" fmla="*/ 7048 h 14096"/>
                <a:gd name="connsiteX3" fmla="*/ 7048 w 14096"/>
                <a:gd name="connsiteY3" fmla="*/ 0 h 14096"/>
                <a:gd name="connsiteX4" fmla="*/ 14097 w 14096"/>
                <a:gd name="connsiteY4" fmla="*/ 7048 h 1409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14096" h="14096">
                  <a:moveTo>
                    <a:pt x="14097" y="7048"/>
                  </a:moveTo>
                  <a:cubicBezTo>
                    <a:pt x="14097" y="10954"/>
                    <a:pt x="10954" y="14097"/>
                    <a:pt x="7048" y="14097"/>
                  </a:cubicBezTo>
                  <a:cubicBezTo>
                    <a:pt x="3143" y="14097"/>
                    <a:pt x="0" y="10954"/>
                    <a:pt x="0" y="7048"/>
                  </a:cubicBezTo>
                  <a:cubicBezTo>
                    <a:pt x="0" y="3143"/>
                    <a:pt x="3143" y="0"/>
                    <a:pt x="7048" y="0"/>
                  </a:cubicBezTo>
                  <a:cubicBezTo>
                    <a:pt x="10858" y="0"/>
                    <a:pt x="14097" y="3143"/>
                    <a:pt x="14097" y="7048"/>
                  </a:cubicBezTo>
                  <a:close/>
                </a:path>
              </a:pathLst>
            </a:custGeom>
            <a:grpFill/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348" name="Freeform: Shape 347">
              <a:extLst>
                <a:ext uri="{FF2B5EF4-FFF2-40B4-BE49-F238E27FC236}">
                  <a16:creationId xmlns:a16="http://schemas.microsoft.com/office/drawing/2014/main" id="{8DFCCA2E-BF12-4D26-A5A4-A03387546AB4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6444417" y="3659026"/>
              <a:ext cx="14096" cy="14096"/>
            </a:xfrm>
            <a:custGeom>
              <a:avLst/>
              <a:gdLst>
                <a:gd name="connsiteX0" fmla="*/ 14097 w 14096"/>
                <a:gd name="connsiteY0" fmla="*/ 7048 h 14096"/>
                <a:gd name="connsiteX1" fmla="*/ 7048 w 14096"/>
                <a:gd name="connsiteY1" fmla="*/ 14097 h 14096"/>
                <a:gd name="connsiteX2" fmla="*/ 0 w 14096"/>
                <a:gd name="connsiteY2" fmla="*/ 7048 h 14096"/>
                <a:gd name="connsiteX3" fmla="*/ 7048 w 14096"/>
                <a:gd name="connsiteY3" fmla="*/ 0 h 14096"/>
                <a:gd name="connsiteX4" fmla="*/ 14097 w 14096"/>
                <a:gd name="connsiteY4" fmla="*/ 7048 h 1409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14096" h="14096">
                  <a:moveTo>
                    <a:pt x="14097" y="7048"/>
                  </a:moveTo>
                  <a:cubicBezTo>
                    <a:pt x="14097" y="10954"/>
                    <a:pt x="10954" y="14097"/>
                    <a:pt x="7048" y="14097"/>
                  </a:cubicBezTo>
                  <a:cubicBezTo>
                    <a:pt x="3143" y="14097"/>
                    <a:pt x="0" y="10954"/>
                    <a:pt x="0" y="7048"/>
                  </a:cubicBezTo>
                  <a:cubicBezTo>
                    <a:pt x="0" y="3143"/>
                    <a:pt x="3143" y="0"/>
                    <a:pt x="7048" y="0"/>
                  </a:cubicBezTo>
                  <a:cubicBezTo>
                    <a:pt x="10954" y="0"/>
                    <a:pt x="14097" y="3143"/>
                    <a:pt x="14097" y="7048"/>
                  </a:cubicBezTo>
                  <a:close/>
                </a:path>
              </a:pathLst>
            </a:custGeom>
            <a:grpFill/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349" name="Freeform: Shape 348">
              <a:extLst>
                <a:ext uri="{FF2B5EF4-FFF2-40B4-BE49-F238E27FC236}">
                  <a16:creationId xmlns:a16="http://schemas.microsoft.com/office/drawing/2014/main" id="{2ABEAC60-6AC3-4D6A-95F9-2E79F6BE0014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6148476" y="3718177"/>
              <a:ext cx="14097" cy="14096"/>
            </a:xfrm>
            <a:custGeom>
              <a:avLst/>
              <a:gdLst>
                <a:gd name="connsiteX0" fmla="*/ 14097 w 14097"/>
                <a:gd name="connsiteY0" fmla="*/ 7048 h 14096"/>
                <a:gd name="connsiteX1" fmla="*/ 7049 w 14097"/>
                <a:gd name="connsiteY1" fmla="*/ 14097 h 14096"/>
                <a:gd name="connsiteX2" fmla="*/ 0 w 14097"/>
                <a:gd name="connsiteY2" fmla="*/ 7048 h 14096"/>
                <a:gd name="connsiteX3" fmla="*/ 7049 w 14097"/>
                <a:gd name="connsiteY3" fmla="*/ 0 h 14096"/>
                <a:gd name="connsiteX4" fmla="*/ 14097 w 14097"/>
                <a:gd name="connsiteY4" fmla="*/ 7048 h 1409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14097" h="14096">
                  <a:moveTo>
                    <a:pt x="14097" y="7048"/>
                  </a:moveTo>
                  <a:cubicBezTo>
                    <a:pt x="14097" y="10954"/>
                    <a:pt x="10954" y="14097"/>
                    <a:pt x="7049" y="14097"/>
                  </a:cubicBezTo>
                  <a:cubicBezTo>
                    <a:pt x="3143" y="14097"/>
                    <a:pt x="0" y="10954"/>
                    <a:pt x="0" y="7048"/>
                  </a:cubicBezTo>
                  <a:cubicBezTo>
                    <a:pt x="0" y="3143"/>
                    <a:pt x="3143" y="0"/>
                    <a:pt x="7049" y="0"/>
                  </a:cubicBezTo>
                  <a:cubicBezTo>
                    <a:pt x="10954" y="0"/>
                    <a:pt x="14097" y="3143"/>
                    <a:pt x="14097" y="7048"/>
                  </a:cubicBezTo>
                  <a:close/>
                </a:path>
              </a:pathLst>
            </a:custGeom>
            <a:grpFill/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350" name="Freeform: Shape 349">
              <a:extLst>
                <a:ext uri="{FF2B5EF4-FFF2-40B4-BE49-F238E27FC236}">
                  <a16:creationId xmlns:a16="http://schemas.microsoft.com/office/drawing/2014/main" id="{FA6015B7-49FE-4729-B2F4-585F0F305FCB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6207627" y="3718177"/>
              <a:ext cx="14096" cy="14096"/>
            </a:xfrm>
            <a:custGeom>
              <a:avLst/>
              <a:gdLst>
                <a:gd name="connsiteX0" fmla="*/ 14097 w 14096"/>
                <a:gd name="connsiteY0" fmla="*/ 7048 h 14096"/>
                <a:gd name="connsiteX1" fmla="*/ 7048 w 14096"/>
                <a:gd name="connsiteY1" fmla="*/ 14097 h 14096"/>
                <a:gd name="connsiteX2" fmla="*/ 0 w 14096"/>
                <a:gd name="connsiteY2" fmla="*/ 7048 h 14096"/>
                <a:gd name="connsiteX3" fmla="*/ 7048 w 14096"/>
                <a:gd name="connsiteY3" fmla="*/ 0 h 14096"/>
                <a:gd name="connsiteX4" fmla="*/ 14097 w 14096"/>
                <a:gd name="connsiteY4" fmla="*/ 7048 h 1409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14096" h="14096">
                  <a:moveTo>
                    <a:pt x="14097" y="7048"/>
                  </a:moveTo>
                  <a:cubicBezTo>
                    <a:pt x="14097" y="10954"/>
                    <a:pt x="10954" y="14097"/>
                    <a:pt x="7048" y="14097"/>
                  </a:cubicBezTo>
                  <a:cubicBezTo>
                    <a:pt x="3143" y="14097"/>
                    <a:pt x="0" y="10954"/>
                    <a:pt x="0" y="7048"/>
                  </a:cubicBezTo>
                  <a:cubicBezTo>
                    <a:pt x="0" y="3143"/>
                    <a:pt x="3143" y="0"/>
                    <a:pt x="7048" y="0"/>
                  </a:cubicBezTo>
                  <a:cubicBezTo>
                    <a:pt x="10954" y="0"/>
                    <a:pt x="14097" y="3143"/>
                    <a:pt x="14097" y="7048"/>
                  </a:cubicBezTo>
                  <a:close/>
                </a:path>
              </a:pathLst>
            </a:custGeom>
            <a:grpFill/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351" name="Freeform: Shape 350">
              <a:extLst>
                <a:ext uri="{FF2B5EF4-FFF2-40B4-BE49-F238E27FC236}">
                  <a16:creationId xmlns:a16="http://schemas.microsoft.com/office/drawing/2014/main" id="{D611DEB1-76FE-4625-9449-88E52D15F43D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6266872" y="3718177"/>
              <a:ext cx="14096" cy="14096"/>
            </a:xfrm>
            <a:custGeom>
              <a:avLst/>
              <a:gdLst>
                <a:gd name="connsiteX0" fmla="*/ 14097 w 14096"/>
                <a:gd name="connsiteY0" fmla="*/ 7048 h 14096"/>
                <a:gd name="connsiteX1" fmla="*/ 7049 w 14096"/>
                <a:gd name="connsiteY1" fmla="*/ 14097 h 14096"/>
                <a:gd name="connsiteX2" fmla="*/ 0 w 14096"/>
                <a:gd name="connsiteY2" fmla="*/ 7048 h 14096"/>
                <a:gd name="connsiteX3" fmla="*/ 7049 w 14096"/>
                <a:gd name="connsiteY3" fmla="*/ 0 h 14096"/>
                <a:gd name="connsiteX4" fmla="*/ 14097 w 14096"/>
                <a:gd name="connsiteY4" fmla="*/ 7048 h 1409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14096" h="14096">
                  <a:moveTo>
                    <a:pt x="14097" y="7048"/>
                  </a:moveTo>
                  <a:cubicBezTo>
                    <a:pt x="14097" y="10954"/>
                    <a:pt x="10954" y="14097"/>
                    <a:pt x="7049" y="14097"/>
                  </a:cubicBezTo>
                  <a:cubicBezTo>
                    <a:pt x="3143" y="14097"/>
                    <a:pt x="0" y="10954"/>
                    <a:pt x="0" y="7048"/>
                  </a:cubicBezTo>
                  <a:cubicBezTo>
                    <a:pt x="0" y="3143"/>
                    <a:pt x="3143" y="0"/>
                    <a:pt x="7049" y="0"/>
                  </a:cubicBezTo>
                  <a:cubicBezTo>
                    <a:pt x="10859" y="0"/>
                    <a:pt x="14097" y="3143"/>
                    <a:pt x="14097" y="7048"/>
                  </a:cubicBezTo>
                  <a:close/>
                </a:path>
              </a:pathLst>
            </a:custGeom>
            <a:grpFill/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352" name="Freeform: Shape 351">
              <a:extLst>
                <a:ext uri="{FF2B5EF4-FFF2-40B4-BE49-F238E27FC236}">
                  <a16:creationId xmlns:a16="http://schemas.microsoft.com/office/drawing/2014/main" id="{97F031C1-1AA7-4CA7-ADD3-E0577626E19D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6326022" y="3718177"/>
              <a:ext cx="14096" cy="14096"/>
            </a:xfrm>
            <a:custGeom>
              <a:avLst/>
              <a:gdLst>
                <a:gd name="connsiteX0" fmla="*/ 14097 w 14096"/>
                <a:gd name="connsiteY0" fmla="*/ 7048 h 14096"/>
                <a:gd name="connsiteX1" fmla="*/ 7048 w 14096"/>
                <a:gd name="connsiteY1" fmla="*/ 14097 h 14096"/>
                <a:gd name="connsiteX2" fmla="*/ 0 w 14096"/>
                <a:gd name="connsiteY2" fmla="*/ 7048 h 14096"/>
                <a:gd name="connsiteX3" fmla="*/ 7048 w 14096"/>
                <a:gd name="connsiteY3" fmla="*/ 0 h 14096"/>
                <a:gd name="connsiteX4" fmla="*/ 14097 w 14096"/>
                <a:gd name="connsiteY4" fmla="*/ 7048 h 1409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14096" h="14096">
                  <a:moveTo>
                    <a:pt x="14097" y="7048"/>
                  </a:moveTo>
                  <a:cubicBezTo>
                    <a:pt x="14097" y="10954"/>
                    <a:pt x="10954" y="14097"/>
                    <a:pt x="7048" y="14097"/>
                  </a:cubicBezTo>
                  <a:cubicBezTo>
                    <a:pt x="3143" y="14097"/>
                    <a:pt x="0" y="10954"/>
                    <a:pt x="0" y="7048"/>
                  </a:cubicBezTo>
                  <a:cubicBezTo>
                    <a:pt x="0" y="3143"/>
                    <a:pt x="3143" y="0"/>
                    <a:pt x="7048" y="0"/>
                  </a:cubicBezTo>
                  <a:cubicBezTo>
                    <a:pt x="10954" y="0"/>
                    <a:pt x="14097" y="3143"/>
                    <a:pt x="14097" y="7048"/>
                  </a:cubicBezTo>
                  <a:close/>
                </a:path>
              </a:pathLst>
            </a:custGeom>
            <a:grpFill/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353" name="Freeform: Shape 352">
              <a:extLst>
                <a:ext uri="{FF2B5EF4-FFF2-40B4-BE49-F238E27FC236}">
                  <a16:creationId xmlns:a16="http://schemas.microsoft.com/office/drawing/2014/main" id="{96F5D0CB-22E6-4536-8403-F42527F31F4F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6385268" y="3718172"/>
              <a:ext cx="14096" cy="14096"/>
            </a:xfrm>
            <a:custGeom>
              <a:avLst/>
              <a:gdLst>
                <a:gd name="connsiteX0" fmla="*/ 14097 w 14096"/>
                <a:gd name="connsiteY0" fmla="*/ 7048 h 14096"/>
                <a:gd name="connsiteX1" fmla="*/ 7048 w 14096"/>
                <a:gd name="connsiteY1" fmla="*/ 14097 h 14096"/>
                <a:gd name="connsiteX2" fmla="*/ 0 w 14096"/>
                <a:gd name="connsiteY2" fmla="*/ 7048 h 14096"/>
                <a:gd name="connsiteX3" fmla="*/ 7048 w 14096"/>
                <a:gd name="connsiteY3" fmla="*/ 0 h 14096"/>
                <a:gd name="connsiteX4" fmla="*/ 14097 w 14096"/>
                <a:gd name="connsiteY4" fmla="*/ 7048 h 1409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14096" h="14096">
                  <a:moveTo>
                    <a:pt x="14097" y="7048"/>
                  </a:moveTo>
                  <a:cubicBezTo>
                    <a:pt x="14097" y="10954"/>
                    <a:pt x="10954" y="14097"/>
                    <a:pt x="7048" y="14097"/>
                  </a:cubicBezTo>
                  <a:cubicBezTo>
                    <a:pt x="3143" y="14097"/>
                    <a:pt x="0" y="10954"/>
                    <a:pt x="0" y="7048"/>
                  </a:cubicBezTo>
                  <a:cubicBezTo>
                    <a:pt x="0" y="3143"/>
                    <a:pt x="3143" y="0"/>
                    <a:pt x="7048" y="0"/>
                  </a:cubicBezTo>
                  <a:cubicBezTo>
                    <a:pt x="10858" y="0"/>
                    <a:pt x="14097" y="3143"/>
                    <a:pt x="14097" y="7048"/>
                  </a:cubicBezTo>
                  <a:close/>
                </a:path>
              </a:pathLst>
            </a:custGeom>
            <a:grpFill/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354" name="Freeform: Shape 353">
              <a:extLst>
                <a:ext uri="{FF2B5EF4-FFF2-40B4-BE49-F238E27FC236}">
                  <a16:creationId xmlns:a16="http://schemas.microsoft.com/office/drawing/2014/main" id="{A32718AB-7401-4F66-9C77-E06C3CF7CD82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6444417" y="3718176"/>
              <a:ext cx="14096" cy="14096"/>
            </a:xfrm>
            <a:custGeom>
              <a:avLst/>
              <a:gdLst>
                <a:gd name="connsiteX0" fmla="*/ 14097 w 14096"/>
                <a:gd name="connsiteY0" fmla="*/ 7048 h 14096"/>
                <a:gd name="connsiteX1" fmla="*/ 7048 w 14096"/>
                <a:gd name="connsiteY1" fmla="*/ 14097 h 14096"/>
                <a:gd name="connsiteX2" fmla="*/ 0 w 14096"/>
                <a:gd name="connsiteY2" fmla="*/ 7048 h 14096"/>
                <a:gd name="connsiteX3" fmla="*/ 7048 w 14096"/>
                <a:gd name="connsiteY3" fmla="*/ 0 h 14096"/>
                <a:gd name="connsiteX4" fmla="*/ 14097 w 14096"/>
                <a:gd name="connsiteY4" fmla="*/ 7048 h 1409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14096" h="14096">
                  <a:moveTo>
                    <a:pt x="14097" y="7048"/>
                  </a:moveTo>
                  <a:cubicBezTo>
                    <a:pt x="14097" y="10954"/>
                    <a:pt x="10954" y="14097"/>
                    <a:pt x="7048" y="14097"/>
                  </a:cubicBezTo>
                  <a:cubicBezTo>
                    <a:pt x="3143" y="14097"/>
                    <a:pt x="0" y="10954"/>
                    <a:pt x="0" y="7048"/>
                  </a:cubicBezTo>
                  <a:cubicBezTo>
                    <a:pt x="0" y="3143"/>
                    <a:pt x="3143" y="0"/>
                    <a:pt x="7048" y="0"/>
                  </a:cubicBezTo>
                  <a:cubicBezTo>
                    <a:pt x="10954" y="0"/>
                    <a:pt x="14097" y="3143"/>
                    <a:pt x="14097" y="7048"/>
                  </a:cubicBezTo>
                  <a:close/>
                </a:path>
              </a:pathLst>
            </a:custGeom>
            <a:grpFill/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355" name="Freeform: Shape 354">
              <a:extLst>
                <a:ext uri="{FF2B5EF4-FFF2-40B4-BE49-F238E27FC236}">
                  <a16:creationId xmlns:a16="http://schemas.microsoft.com/office/drawing/2014/main" id="{85B6B5F1-D1E4-45A3-8117-348D02D2A3F0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6148472" y="3777419"/>
              <a:ext cx="14097" cy="14099"/>
            </a:xfrm>
            <a:custGeom>
              <a:avLst/>
              <a:gdLst>
                <a:gd name="connsiteX0" fmla="*/ 14097 w 14097"/>
                <a:gd name="connsiteY0" fmla="*/ 7051 h 14099"/>
                <a:gd name="connsiteX1" fmla="*/ 7049 w 14097"/>
                <a:gd name="connsiteY1" fmla="*/ 14099 h 14099"/>
                <a:gd name="connsiteX2" fmla="*/ 0 w 14097"/>
                <a:gd name="connsiteY2" fmla="*/ 7051 h 14099"/>
                <a:gd name="connsiteX3" fmla="*/ 7049 w 14097"/>
                <a:gd name="connsiteY3" fmla="*/ 2 h 14099"/>
                <a:gd name="connsiteX4" fmla="*/ 14097 w 14097"/>
                <a:gd name="connsiteY4" fmla="*/ 7051 h 14099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14097" h="14099">
                  <a:moveTo>
                    <a:pt x="14097" y="7051"/>
                  </a:moveTo>
                  <a:cubicBezTo>
                    <a:pt x="14097" y="10956"/>
                    <a:pt x="10954" y="14099"/>
                    <a:pt x="7049" y="14099"/>
                  </a:cubicBezTo>
                  <a:cubicBezTo>
                    <a:pt x="3143" y="14099"/>
                    <a:pt x="0" y="10956"/>
                    <a:pt x="0" y="7051"/>
                  </a:cubicBezTo>
                  <a:cubicBezTo>
                    <a:pt x="0" y="3145"/>
                    <a:pt x="3143" y="2"/>
                    <a:pt x="7049" y="2"/>
                  </a:cubicBezTo>
                  <a:cubicBezTo>
                    <a:pt x="10954" y="-93"/>
                    <a:pt x="14097" y="3145"/>
                    <a:pt x="14097" y="7051"/>
                  </a:cubicBezTo>
                  <a:close/>
                </a:path>
              </a:pathLst>
            </a:custGeom>
            <a:grpFill/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356" name="Freeform: Shape 355">
              <a:extLst>
                <a:ext uri="{FF2B5EF4-FFF2-40B4-BE49-F238E27FC236}">
                  <a16:creationId xmlns:a16="http://schemas.microsoft.com/office/drawing/2014/main" id="{534869FD-184C-42DB-B9DA-293DB67E5EB5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6207622" y="3777419"/>
              <a:ext cx="14096" cy="14099"/>
            </a:xfrm>
            <a:custGeom>
              <a:avLst/>
              <a:gdLst>
                <a:gd name="connsiteX0" fmla="*/ 14097 w 14096"/>
                <a:gd name="connsiteY0" fmla="*/ 7051 h 14099"/>
                <a:gd name="connsiteX1" fmla="*/ 7048 w 14096"/>
                <a:gd name="connsiteY1" fmla="*/ 14099 h 14099"/>
                <a:gd name="connsiteX2" fmla="*/ 0 w 14096"/>
                <a:gd name="connsiteY2" fmla="*/ 7051 h 14099"/>
                <a:gd name="connsiteX3" fmla="*/ 7048 w 14096"/>
                <a:gd name="connsiteY3" fmla="*/ 2 h 14099"/>
                <a:gd name="connsiteX4" fmla="*/ 14097 w 14096"/>
                <a:gd name="connsiteY4" fmla="*/ 7051 h 14099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14096" h="14099">
                  <a:moveTo>
                    <a:pt x="14097" y="7051"/>
                  </a:moveTo>
                  <a:cubicBezTo>
                    <a:pt x="14097" y="10956"/>
                    <a:pt x="10954" y="14099"/>
                    <a:pt x="7048" y="14099"/>
                  </a:cubicBezTo>
                  <a:cubicBezTo>
                    <a:pt x="3143" y="14099"/>
                    <a:pt x="0" y="10956"/>
                    <a:pt x="0" y="7051"/>
                  </a:cubicBezTo>
                  <a:cubicBezTo>
                    <a:pt x="0" y="3145"/>
                    <a:pt x="3143" y="2"/>
                    <a:pt x="7048" y="2"/>
                  </a:cubicBezTo>
                  <a:cubicBezTo>
                    <a:pt x="10954" y="-93"/>
                    <a:pt x="14097" y="3145"/>
                    <a:pt x="14097" y="7051"/>
                  </a:cubicBezTo>
                  <a:close/>
                </a:path>
              </a:pathLst>
            </a:custGeom>
            <a:grpFill/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357" name="Freeform: Shape 356">
              <a:extLst>
                <a:ext uri="{FF2B5EF4-FFF2-40B4-BE49-F238E27FC236}">
                  <a16:creationId xmlns:a16="http://schemas.microsoft.com/office/drawing/2014/main" id="{A781504F-CAFD-4201-B288-8B4A809B43AC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6266868" y="3777419"/>
              <a:ext cx="14096" cy="14099"/>
            </a:xfrm>
            <a:custGeom>
              <a:avLst/>
              <a:gdLst>
                <a:gd name="connsiteX0" fmla="*/ 14097 w 14096"/>
                <a:gd name="connsiteY0" fmla="*/ 7051 h 14099"/>
                <a:gd name="connsiteX1" fmla="*/ 7049 w 14096"/>
                <a:gd name="connsiteY1" fmla="*/ 14099 h 14099"/>
                <a:gd name="connsiteX2" fmla="*/ 0 w 14096"/>
                <a:gd name="connsiteY2" fmla="*/ 7051 h 14099"/>
                <a:gd name="connsiteX3" fmla="*/ 7049 w 14096"/>
                <a:gd name="connsiteY3" fmla="*/ 2 h 14099"/>
                <a:gd name="connsiteX4" fmla="*/ 14097 w 14096"/>
                <a:gd name="connsiteY4" fmla="*/ 7051 h 14099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14096" h="14099">
                  <a:moveTo>
                    <a:pt x="14097" y="7051"/>
                  </a:moveTo>
                  <a:cubicBezTo>
                    <a:pt x="14097" y="10956"/>
                    <a:pt x="10954" y="14099"/>
                    <a:pt x="7049" y="14099"/>
                  </a:cubicBezTo>
                  <a:cubicBezTo>
                    <a:pt x="3143" y="14099"/>
                    <a:pt x="0" y="10956"/>
                    <a:pt x="0" y="7051"/>
                  </a:cubicBezTo>
                  <a:cubicBezTo>
                    <a:pt x="0" y="3145"/>
                    <a:pt x="3143" y="2"/>
                    <a:pt x="7049" y="2"/>
                  </a:cubicBezTo>
                  <a:cubicBezTo>
                    <a:pt x="10859" y="-93"/>
                    <a:pt x="14097" y="3145"/>
                    <a:pt x="14097" y="7051"/>
                  </a:cubicBezTo>
                  <a:close/>
                </a:path>
              </a:pathLst>
            </a:custGeom>
            <a:grpFill/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358" name="Freeform: Shape 357">
              <a:extLst>
                <a:ext uri="{FF2B5EF4-FFF2-40B4-BE49-F238E27FC236}">
                  <a16:creationId xmlns:a16="http://schemas.microsoft.com/office/drawing/2014/main" id="{D9FC8348-2BA6-4631-8AA7-D63CD898C53A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6326024" y="3777383"/>
              <a:ext cx="14096" cy="14099"/>
            </a:xfrm>
            <a:custGeom>
              <a:avLst/>
              <a:gdLst>
                <a:gd name="connsiteX0" fmla="*/ 14097 w 14096"/>
                <a:gd name="connsiteY0" fmla="*/ 7051 h 14099"/>
                <a:gd name="connsiteX1" fmla="*/ 7048 w 14096"/>
                <a:gd name="connsiteY1" fmla="*/ 14099 h 14099"/>
                <a:gd name="connsiteX2" fmla="*/ 0 w 14096"/>
                <a:gd name="connsiteY2" fmla="*/ 7051 h 14099"/>
                <a:gd name="connsiteX3" fmla="*/ 7048 w 14096"/>
                <a:gd name="connsiteY3" fmla="*/ 2 h 14099"/>
                <a:gd name="connsiteX4" fmla="*/ 14097 w 14096"/>
                <a:gd name="connsiteY4" fmla="*/ 7051 h 14099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14096" h="14099">
                  <a:moveTo>
                    <a:pt x="14097" y="7051"/>
                  </a:moveTo>
                  <a:cubicBezTo>
                    <a:pt x="14097" y="10956"/>
                    <a:pt x="10954" y="14099"/>
                    <a:pt x="7048" y="14099"/>
                  </a:cubicBezTo>
                  <a:cubicBezTo>
                    <a:pt x="3143" y="14099"/>
                    <a:pt x="0" y="10956"/>
                    <a:pt x="0" y="7051"/>
                  </a:cubicBezTo>
                  <a:cubicBezTo>
                    <a:pt x="0" y="3145"/>
                    <a:pt x="3143" y="2"/>
                    <a:pt x="7048" y="2"/>
                  </a:cubicBezTo>
                  <a:cubicBezTo>
                    <a:pt x="10954" y="-93"/>
                    <a:pt x="14097" y="3145"/>
                    <a:pt x="14097" y="7051"/>
                  </a:cubicBezTo>
                  <a:close/>
                </a:path>
              </a:pathLst>
            </a:custGeom>
            <a:grpFill/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359" name="Freeform: Shape 358">
              <a:extLst>
                <a:ext uri="{FF2B5EF4-FFF2-40B4-BE49-F238E27FC236}">
                  <a16:creationId xmlns:a16="http://schemas.microsoft.com/office/drawing/2014/main" id="{C1AF95A2-64EA-45E2-A43B-1EBD569109B2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6385287" y="3777429"/>
              <a:ext cx="14096" cy="14099"/>
            </a:xfrm>
            <a:custGeom>
              <a:avLst/>
              <a:gdLst>
                <a:gd name="connsiteX0" fmla="*/ 14097 w 14096"/>
                <a:gd name="connsiteY0" fmla="*/ 7051 h 14099"/>
                <a:gd name="connsiteX1" fmla="*/ 7048 w 14096"/>
                <a:gd name="connsiteY1" fmla="*/ 14099 h 14099"/>
                <a:gd name="connsiteX2" fmla="*/ 0 w 14096"/>
                <a:gd name="connsiteY2" fmla="*/ 7051 h 14099"/>
                <a:gd name="connsiteX3" fmla="*/ 7048 w 14096"/>
                <a:gd name="connsiteY3" fmla="*/ 2 h 14099"/>
                <a:gd name="connsiteX4" fmla="*/ 14097 w 14096"/>
                <a:gd name="connsiteY4" fmla="*/ 7051 h 14099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14096" h="14099">
                  <a:moveTo>
                    <a:pt x="14097" y="7051"/>
                  </a:moveTo>
                  <a:cubicBezTo>
                    <a:pt x="14097" y="10956"/>
                    <a:pt x="10954" y="14099"/>
                    <a:pt x="7048" y="14099"/>
                  </a:cubicBezTo>
                  <a:cubicBezTo>
                    <a:pt x="3143" y="14099"/>
                    <a:pt x="0" y="10956"/>
                    <a:pt x="0" y="7051"/>
                  </a:cubicBezTo>
                  <a:cubicBezTo>
                    <a:pt x="0" y="3145"/>
                    <a:pt x="3143" y="2"/>
                    <a:pt x="7048" y="2"/>
                  </a:cubicBezTo>
                  <a:cubicBezTo>
                    <a:pt x="10858" y="-93"/>
                    <a:pt x="14097" y="3145"/>
                    <a:pt x="14097" y="7051"/>
                  </a:cubicBezTo>
                  <a:close/>
                </a:path>
              </a:pathLst>
            </a:custGeom>
            <a:grpFill/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360" name="Freeform: Shape 359">
              <a:extLst>
                <a:ext uri="{FF2B5EF4-FFF2-40B4-BE49-F238E27FC236}">
                  <a16:creationId xmlns:a16="http://schemas.microsoft.com/office/drawing/2014/main" id="{CFC80050-240D-434A-BFCB-DE4DA4FAFB1B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6444424" y="3777424"/>
              <a:ext cx="14096" cy="14096"/>
            </a:xfrm>
            <a:custGeom>
              <a:avLst/>
              <a:gdLst>
                <a:gd name="connsiteX0" fmla="*/ 14097 w 14096"/>
                <a:gd name="connsiteY0" fmla="*/ 7048 h 14096"/>
                <a:gd name="connsiteX1" fmla="*/ 7048 w 14096"/>
                <a:gd name="connsiteY1" fmla="*/ 14097 h 14096"/>
                <a:gd name="connsiteX2" fmla="*/ 0 w 14096"/>
                <a:gd name="connsiteY2" fmla="*/ 7048 h 14096"/>
                <a:gd name="connsiteX3" fmla="*/ 7048 w 14096"/>
                <a:gd name="connsiteY3" fmla="*/ 0 h 14096"/>
                <a:gd name="connsiteX4" fmla="*/ 14097 w 14096"/>
                <a:gd name="connsiteY4" fmla="*/ 7048 h 1409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14096" h="14096">
                  <a:moveTo>
                    <a:pt x="14097" y="7048"/>
                  </a:moveTo>
                  <a:cubicBezTo>
                    <a:pt x="14097" y="10941"/>
                    <a:pt x="10941" y="14097"/>
                    <a:pt x="7048" y="14097"/>
                  </a:cubicBezTo>
                  <a:cubicBezTo>
                    <a:pt x="3156" y="14097"/>
                    <a:pt x="0" y="10941"/>
                    <a:pt x="0" y="7048"/>
                  </a:cubicBezTo>
                  <a:cubicBezTo>
                    <a:pt x="0" y="3156"/>
                    <a:pt x="3156" y="0"/>
                    <a:pt x="7048" y="0"/>
                  </a:cubicBezTo>
                  <a:cubicBezTo>
                    <a:pt x="10941" y="0"/>
                    <a:pt x="14097" y="3156"/>
                    <a:pt x="14097" y="7048"/>
                  </a:cubicBezTo>
                  <a:close/>
                </a:path>
              </a:pathLst>
            </a:custGeom>
            <a:grpFill/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</p:grp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03B2C4EE-F950-0ACD-84C7-6F1ED1E9327F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6477270" y="1130846"/>
            <a:ext cx="4974771" cy="4351338"/>
          </a:xfrm>
        </p:spPr>
        <p:txBody>
          <a:bodyPr>
            <a:normAutofit/>
          </a:bodyPr>
          <a:lstStyle/>
          <a:p>
            <a:endParaRPr lang="en-NL">
              <a:solidFill>
                <a:schemeClr val="bg1"/>
              </a:solidFill>
            </a:endParaRPr>
          </a:p>
        </p:txBody>
      </p:sp>
      <p:pic>
        <p:nvPicPr>
          <p:cNvPr id="6" name="Picture 5">
            <a:extLst>
              <a:ext uri="{FF2B5EF4-FFF2-40B4-BE49-F238E27FC236}">
                <a16:creationId xmlns:a16="http://schemas.microsoft.com/office/drawing/2014/main" id="{A444A642-E6C9-3E7E-CBCC-2AB1F6BF80EE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959647" y="575361"/>
            <a:ext cx="6752069" cy="5848141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661116028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Rectangle 7">
            <a:extLst>
              <a:ext uri="{FF2B5EF4-FFF2-40B4-BE49-F238E27FC236}">
                <a16:creationId xmlns:a16="http://schemas.microsoft.com/office/drawing/2014/main" id="{5A0118C5-4F8D-4CF4-BADD-53FEACC6C42A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chemeClr val="tx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0" name="Oval 9">
            <a:extLst>
              <a:ext uri="{FF2B5EF4-FFF2-40B4-BE49-F238E27FC236}">
                <a16:creationId xmlns:a16="http://schemas.microsoft.com/office/drawing/2014/main" id="{4E0A5C5C-2A95-428E-9F6A-0D29EBD57C9F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888395" y="1040837"/>
            <a:ext cx="4754948" cy="4754948"/>
          </a:xfrm>
          <a:prstGeom prst="ellipse">
            <a:avLst/>
          </a:prstGeom>
          <a:solidFill>
            <a:srgbClr val="FFFFFF"/>
          </a:solidFill>
          <a:ln w="28575"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2" name="Oval 11">
            <a:extLst>
              <a:ext uri="{FF2B5EF4-FFF2-40B4-BE49-F238E27FC236}">
                <a16:creationId xmlns:a16="http://schemas.microsoft.com/office/drawing/2014/main" id="{1056F38F-7C4E-461D-8709-7D0024AE1F79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879411" y="1029607"/>
            <a:ext cx="4754948" cy="4754948"/>
          </a:xfrm>
          <a:prstGeom prst="ellipse">
            <a:avLst/>
          </a:prstGeom>
          <a:solidFill>
            <a:schemeClr val="accent6">
              <a:alpha val="30000"/>
            </a:schemeClr>
          </a:solidFill>
          <a:ln w="28575">
            <a:solidFill>
              <a:schemeClr val="bg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4" name="Oval 13">
            <a:extLst>
              <a:ext uri="{FF2B5EF4-FFF2-40B4-BE49-F238E27FC236}">
                <a16:creationId xmlns:a16="http://schemas.microsoft.com/office/drawing/2014/main" id="{C7278469-3C3C-49CE-AEEE-E176A4900B78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739960" y="934855"/>
            <a:ext cx="4754948" cy="4754948"/>
          </a:xfrm>
          <a:prstGeom prst="ellipse">
            <a:avLst/>
          </a:prstGeom>
          <a:solidFill>
            <a:schemeClr val="tx1"/>
          </a:solidFill>
          <a:ln w="28575">
            <a:solidFill>
              <a:schemeClr val="bg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46DD0698-E03B-6A30-464C-3CF567CA4AC0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102368" y="1877492"/>
            <a:ext cx="4030132" cy="3215373"/>
          </a:xfrm>
        </p:spPr>
        <p:txBody>
          <a:bodyPr>
            <a:normAutofit/>
          </a:bodyPr>
          <a:lstStyle/>
          <a:p>
            <a:pPr algn="ctr"/>
            <a:r>
              <a:rPr lang="en-NL">
                <a:solidFill>
                  <a:schemeClr val="bg1"/>
                </a:solidFill>
              </a:rPr>
              <a:t>Pi </a:t>
            </a:r>
            <a:r>
              <a:rPr lang="en-NL" err="1">
                <a:solidFill>
                  <a:schemeClr val="bg1"/>
                </a:solidFill>
              </a:rPr>
              <a:t>aansluiten</a:t>
            </a:r>
            <a:endParaRPr lang="en-NL">
              <a:solidFill>
                <a:schemeClr val="bg1"/>
              </a:solidFill>
            </a:endParaRPr>
          </a:p>
        </p:txBody>
      </p:sp>
      <p:grpSp>
        <p:nvGrpSpPr>
          <p:cNvPr id="16" name="Group 15">
            <a:extLst>
              <a:ext uri="{FF2B5EF4-FFF2-40B4-BE49-F238E27FC236}">
                <a16:creationId xmlns:a16="http://schemas.microsoft.com/office/drawing/2014/main" id="{93DC754C-7E09-422D-A8BB-AF632E90DFA2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GrpSpPr>
            <a:grpSpLocks noGrp="1" noUngrp="1" noRot="1" noChangeAspect="1" noMove="1" noResize="1"/>
          </p:cNvGrp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GrpSpPr>
        <p:grpSpPr>
          <a:xfrm>
            <a:off x="0" y="377893"/>
            <a:ext cx="1861854" cy="717514"/>
            <a:chOff x="0" y="377893"/>
            <a:chExt cx="1861854" cy="717514"/>
          </a:xfrm>
          <a:solidFill>
            <a:schemeClr val="bg1"/>
          </a:solidFill>
        </p:grpSpPr>
        <p:sp>
          <p:nvSpPr>
            <p:cNvPr id="17" name="Freeform: Shape 16">
              <a:extLst>
                <a:ext uri="{FF2B5EF4-FFF2-40B4-BE49-F238E27FC236}">
                  <a16:creationId xmlns:a16="http://schemas.microsoft.com/office/drawing/2014/main" id="{C5A741B9-65EC-4C5B-9FE0-4A18575771A6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0" y="377893"/>
              <a:ext cx="1861854" cy="277779"/>
            </a:xfrm>
            <a:custGeom>
              <a:avLst/>
              <a:gdLst>
                <a:gd name="connsiteX0" fmla="*/ 180458 w 1861854"/>
                <a:gd name="connsiteY0" fmla="*/ 0 h 277779"/>
                <a:gd name="connsiteX1" fmla="*/ 419222 w 1861854"/>
                <a:gd name="connsiteY1" fmla="*/ 238761 h 277779"/>
                <a:gd name="connsiteX2" fmla="*/ 657984 w 1861854"/>
                <a:gd name="connsiteY2" fmla="*/ 0 h 277779"/>
                <a:gd name="connsiteX3" fmla="*/ 896745 w 1861854"/>
                <a:gd name="connsiteY3" fmla="*/ 238761 h 277779"/>
                <a:gd name="connsiteX4" fmla="*/ 1135754 w 1861854"/>
                <a:gd name="connsiteY4" fmla="*/ 0 h 277779"/>
                <a:gd name="connsiteX5" fmla="*/ 1374516 w 1861854"/>
                <a:gd name="connsiteY5" fmla="*/ 238761 h 277779"/>
                <a:gd name="connsiteX6" fmla="*/ 1613277 w 1861854"/>
                <a:gd name="connsiteY6" fmla="*/ 0 h 277779"/>
                <a:gd name="connsiteX7" fmla="*/ 1861854 w 1861854"/>
                <a:gd name="connsiteY7" fmla="*/ 248577 h 277779"/>
                <a:gd name="connsiteX8" fmla="*/ 1842470 w 1861854"/>
                <a:gd name="connsiteY8" fmla="*/ 267963 h 277779"/>
                <a:gd name="connsiteX9" fmla="*/ 1613277 w 1861854"/>
                <a:gd name="connsiteY9" fmla="*/ 39017 h 277779"/>
                <a:gd name="connsiteX10" fmla="*/ 1374516 w 1861854"/>
                <a:gd name="connsiteY10" fmla="*/ 277779 h 277779"/>
                <a:gd name="connsiteX11" fmla="*/ 1135754 w 1861854"/>
                <a:gd name="connsiteY11" fmla="*/ 39017 h 277779"/>
                <a:gd name="connsiteX12" fmla="*/ 896745 w 1861854"/>
                <a:gd name="connsiteY12" fmla="*/ 277779 h 277779"/>
                <a:gd name="connsiteX13" fmla="*/ 657984 w 1861854"/>
                <a:gd name="connsiteY13" fmla="*/ 39017 h 277779"/>
                <a:gd name="connsiteX14" fmla="*/ 419222 w 1861854"/>
                <a:gd name="connsiteY14" fmla="*/ 277779 h 277779"/>
                <a:gd name="connsiteX15" fmla="*/ 180458 w 1861854"/>
                <a:gd name="connsiteY15" fmla="*/ 39017 h 277779"/>
                <a:gd name="connsiteX16" fmla="*/ 0 w 1861854"/>
                <a:gd name="connsiteY16" fmla="*/ 219283 h 277779"/>
                <a:gd name="connsiteX17" fmla="*/ 0 w 1861854"/>
                <a:gd name="connsiteY17" fmla="*/ 180458 h 277779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</a:cxnLst>
              <a:rect l="l" t="t" r="r" b="b"/>
              <a:pathLst>
                <a:path w="1861854" h="277779">
                  <a:moveTo>
                    <a:pt x="180458" y="0"/>
                  </a:moveTo>
                  <a:lnTo>
                    <a:pt x="419222" y="238761"/>
                  </a:lnTo>
                  <a:lnTo>
                    <a:pt x="657984" y="0"/>
                  </a:lnTo>
                  <a:lnTo>
                    <a:pt x="896745" y="238761"/>
                  </a:lnTo>
                  <a:lnTo>
                    <a:pt x="1135754" y="0"/>
                  </a:lnTo>
                  <a:lnTo>
                    <a:pt x="1374516" y="238761"/>
                  </a:lnTo>
                  <a:lnTo>
                    <a:pt x="1613277" y="0"/>
                  </a:lnTo>
                  <a:lnTo>
                    <a:pt x="1861854" y="248577"/>
                  </a:lnTo>
                  <a:lnTo>
                    <a:pt x="1842470" y="267963"/>
                  </a:lnTo>
                  <a:lnTo>
                    <a:pt x="1613277" y="39017"/>
                  </a:lnTo>
                  <a:lnTo>
                    <a:pt x="1374516" y="277779"/>
                  </a:lnTo>
                  <a:lnTo>
                    <a:pt x="1135754" y="39017"/>
                  </a:lnTo>
                  <a:lnTo>
                    <a:pt x="896745" y="277779"/>
                  </a:lnTo>
                  <a:lnTo>
                    <a:pt x="657984" y="39017"/>
                  </a:lnTo>
                  <a:lnTo>
                    <a:pt x="419222" y="277779"/>
                  </a:lnTo>
                  <a:lnTo>
                    <a:pt x="180458" y="39017"/>
                  </a:lnTo>
                  <a:lnTo>
                    <a:pt x="0" y="219283"/>
                  </a:lnTo>
                  <a:lnTo>
                    <a:pt x="0" y="180458"/>
                  </a:lnTo>
                  <a:close/>
                </a:path>
              </a:pathLst>
            </a:custGeom>
            <a:grpFill/>
            <a:ln w="9525" cap="flat">
              <a:noFill/>
              <a:prstDash val="solid"/>
              <a:miter/>
            </a:ln>
          </p:spPr>
          <p:txBody>
            <a:bodyPr wrap="square" rtlCol="0" anchor="ctr">
              <a:noAutofit/>
            </a:bodyPr>
            <a:lstStyle/>
            <a:p>
              <a:endParaRPr lang="en-US"/>
            </a:p>
          </p:txBody>
        </p:sp>
        <p:sp>
          <p:nvSpPr>
            <p:cNvPr id="18" name="Freeform: Shape 17">
              <a:extLst>
                <a:ext uri="{FF2B5EF4-FFF2-40B4-BE49-F238E27FC236}">
                  <a16:creationId xmlns:a16="http://schemas.microsoft.com/office/drawing/2014/main" id="{C0BB4301-41FA-4453-956F-A11CC664B68B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0" y="817628"/>
              <a:ext cx="1861854" cy="277779"/>
            </a:xfrm>
            <a:custGeom>
              <a:avLst/>
              <a:gdLst>
                <a:gd name="connsiteX0" fmla="*/ 180458 w 1861854"/>
                <a:gd name="connsiteY0" fmla="*/ 0 h 277779"/>
                <a:gd name="connsiteX1" fmla="*/ 419222 w 1861854"/>
                <a:gd name="connsiteY1" fmla="*/ 238761 h 277779"/>
                <a:gd name="connsiteX2" fmla="*/ 657984 w 1861854"/>
                <a:gd name="connsiteY2" fmla="*/ 0 h 277779"/>
                <a:gd name="connsiteX3" fmla="*/ 896745 w 1861854"/>
                <a:gd name="connsiteY3" fmla="*/ 238761 h 277779"/>
                <a:gd name="connsiteX4" fmla="*/ 1135754 w 1861854"/>
                <a:gd name="connsiteY4" fmla="*/ 0 h 277779"/>
                <a:gd name="connsiteX5" fmla="*/ 1374516 w 1861854"/>
                <a:gd name="connsiteY5" fmla="*/ 238761 h 277779"/>
                <a:gd name="connsiteX6" fmla="*/ 1613277 w 1861854"/>
                <a:gd name="connsiteY6" fmla="*/ 0 h 277779"/>
                <a:gd name="connsiteX7" fmla="*/ 1861854 w 1861854"/>
                <a:gd name="connsiteY7" fmla="*/ 248577 h 277779"/>
                <a:gd name="connsiteX8" fmla="*/ 1842470 w 1861854"/>
                <a:gd name="connsiteY8" fmla="*/ 268208 h 277779"/>
                <a:gd name="connsiteX9" fmla="*/ 1613277 w 1861854"/>
                <a:gd name="connsiteY9" fmla="*/ 39017 h 277779"/>
                <a:gd name="connsiteX10" fmla="*/ 1374516 w 1861854"/>
                <a:gd name="connsiteY10" fmla="*/ 277779 h 277779"/>
                <a:gd name="connsiteX11" fmla="*/ 1135754 w 1861854"/>
                <a:gd name="connsiteY11" fmla="*/ 39017 h 277779"/>
                <a:gd name="connsiteX12" fmla="*/ 896745 w 1861854"/>
                <a:gd name="connsiteY12" fmla="*/ 277779 h 277779"/>
                <a:gd name="connsiteX13" fmla="*/ 657984 w 1861854"/>
                <a:gd name="connsiteY13" fmla="*/ 39017 h 277779"/>
                <a:gd name="connsiteX14" fmla="*/ 419222 w 1861854"/>
                <a:gd name="connsiteY14" fmla="*/ 277779 h 277779"/>
                <a:gd name="connsiteX15" fmla="*/ 180458 w 1861854"/>
                <a:gd name="connsiteY15" fmla="*/ 39017 h 277779"/>
                <a:gd name="connsiteX16" fmla="*/ 0 w 1861854"/>
                <a:gd name="connsiteY16" fmla="*/ 219475 h 277779"/>
                <a:gd name="connsiteX17" fmla="*/ 0 w 1861854"/>
                <a:gd name="connsiteY17" fmla="*/ 180458 h 277779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</a:cxnLst>
              <a:rect l="l" t="t" r="r" b="b"/>
              <a:pathLst>
                <a:path w="1861854" h="277779">
                  <a:moveTo>
                    <a:pt x="180458" y="0"/>
                  </a:moveTo>
                  <a:lnTo>
                    <a:pt x="419222" y="238761"/>
                  </a:lnTo>
                  <a:lnTo>
                    <a:pt x="657984" y="0"/>
                  </a:lnTo>
                  <a:lnTo>
                    <a:pt x="896745" y="238761"/>
                  </a:lnTo>
                  <a:lnTo>
                    <a:pt x="1135754" y="0"/>
                  </a:lnTo>
                  <a:lnTo>
                    <a:pt x="1374516" y="238761"/>
                  </a:lnTo>
                  <a:lnTo>
                    <a:pt x="1613277" y="0"/>
                  </a:lnTo>
                  <a:lnTo>
                    <a:pt x="1861854" y="248577"/>
                  </a:lnTo>
                  <a:lnTo>
                    <a:pt x="1842470" y="268208"/>
                  </a:lnTo>
                  <a:lnTo>
                    <a:pt x="1613277" y="39017"/>
                  </a:lnTo>
                  <a:lnTo>
                    <a:pt x="1374516" y="277779"/>
                  </a:lnTo>
                  <a:lnTo>
                    <a:pt x="1135754" y="39017"/>
                  </a:lnTo>
                  <a:lnTo>
                    <a:pt x="896745" y="277779"/>
                  </a:lnTo>
                  <a:lnTo>
                    <a:pt x="657984" y="39017"/>
                  </a:lnTo>
                  <a:lnTo>
                    <a:pt x="419222" y="277779"/>
                  </a:lnTo>
                  <a:lnTo>
                    <a:pt x="180458" y="39017"/>
                  </a:lnTo>
                  <a:lnTo>
                    <a:pt x="0" y="219475"/>
                  </a:lnTo>
                  <a:lnTo>
                    <a:pt x="0" y="180458"/>
                  </a:lnTo>
                  <a:close/>
                </a:path>
              </a:pathLst>
            </a:custGeom>
            <a:grpFill/>
            <a:ln w="9525" cap="flat">
              <a:noFill/>
              <a:prstDash val="solid"/>
              <a:miter/>
            </a:ln>
          </p:spPr>
          <p:txBody>
            <a:bodyPr wrap="square" rtlCol="0" anchor="ctr">
              <a:noAutofit/>
            </a:bodyPr>
            <a:lstStyle/>
            <a:p>
              <a:endParaRPr lang="en-US"/>
            </a:p>
          </p:txBody>
        </p:sp>
      </p:grpSp>
      <p:sp>
        <p:nvSpPr>
          <p:cNvPr id="20" name="Graphic 212">
            <a:extLst>
              <a:ext uri="{FF2B5EF4-FFF2-40B4-BE49-F238E27FC236}">
                <a16:creationId xmlns:a16="http://schemas.microsoft.com/office/drawing/2014/main" id="{4C6598AB-1C17-4D54-951C-A082D94ACB7A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4588524" y="457812"/>
            <a:ext cx="914565" cy="914565"/>
          </a:xfrm>
          <a:custGeom>
            <a:avLst/>
            <a:gdLst>
              <a:gd name="connsiteX0" fmla="*/ 403574 w 807148"/>
              <a:gd name="connsiteY0" fmla="*/ 0 h 807148"/>
              <a:gd name="connsiteX1" fmla="*/ 0 w 807148"/>
              <a:gd name="connsiteY1" fmla="*/ 403574 h 807148"/>
              <a:gd name="connsiteX2" fmla="*/ 403574 w 807148"/>
              <a:gd name="connsiteY2" fmla="*/ 807149 h 807148"/>
              <a:gd name="connsiteX3" fmla="*/ 807149 w 807148"/>
              <a:gd name="connsiteY3" fmla="*/ 403574 h 807148"/>
              <a:gd name="connsiteX4" fmla="*/ 403574 w 807148"/>
              <a:gd name="connsiteY4" fmla="*/ 0 h 807148"/>
              <a:gd name="connsiteX5" fmla="*/ 403574 w 807148"/>
              <a:gd name="connsiteY5" fmla="*/ 667988 h 807148"/>
              <a:gd name="connsiteX6" fmla="*/ 139160 w 807148"/>
              <a:gd name="connsiteY6" fmla="*/ 403574 h 807148"/>
              <a:gd name="connsiteX7" fmla="*/ 403574 w 807148"/>
              <a:gd name="connsiteY7" fmla="*/ 139160 h 807148"/>
              <a:gd name="connsiteX8" fmla="*/ 667988 w 807148"/>
              <a:gd name="connsiteY8" fmla="*/ 403574 h 807148"/>
              <a:gd name="connsiteX9" fmla="*/ 403574 w 807148"/>
              <a:gd name="connsiteY9" fmla="*/ 667988 h 807148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</a:cxnLst>
            <a:rect l="l" t="t" r="r" b="b"/>
            <a:pathLst>
              <a:path w="807148" h="807148">
                <a:moveTo>
                  <a:pt x="403574" y="0"/>
                </a:moveTo>
                <a:cubicBezTo>
                  <a:pt x="180689" y="0"/>
                  <a:pt x="0" y="180689"/>
                  <a:pt x="0" y="403574"/>
                </a:cubicBezTo>
                <a:cubicBezTo>
                  <a:pt x="0" y="626459"/>
                  <a:pt x="180689" y="807149"/>
                  <a:pt x="403574" y="807149"/>
                </a:cubicBezTo>
                <a:cubicBezTo>
                  <a:pt x="626459" y="807149"/>
                  <a:pt x="807149" y="626459"/>
                  <a:pt x="807149" y="403574"/>
                </a:cubicBezTo>
                <a:cubicBezTo>
                  <a:pt x="807149" y="180689"/>
                  <a:pt x="626459" y="0"/>
                  <a:pt x="403574" y="0"/>
                </a:cubicBezTo>
                <a:close/>
                <a:moveTo>
                  <a:pt x="403574" y="667988"/>
                </a:moveTo>
                <a:cubicBezTo>
                  <a:pt x="257556" y="667988"/>
                  <a:pt x="139160" y="549593"/>
                  <a:pt x="139160" y="403574"/>
                </a:cubicBezTo>
                <a:cubicBezTo>
                  <a:pt x="139160" y="257556"/>
                  <a:pt x="257556" y="139160"/>
                  <a:pt x="403574" y="139160"/>
                </a:cubicBezTo>
                <a:cubicBezTo>
                  <a:pt x="549593" y="139160"/>
                  <a:pt x="667988" y="257556"/>
                  <a:pt x="667988" y="403574"/>
                </a:cubicBezTo>
                <a:cubicBezTo>
                  <a:pt x="667988" y="549593"/>
                  <a:pt x="549593" y="667988"/>
                  <a:pt x="403574" y="667988"/>
                </a:cubicBezTo>
                <a:close/>
              </a:path>
            </a:pathLst>
          </a:custGeom>
          <a:solidFill>
            <a:srgbClr val="FFFFFF"/>
          </a:solidFill>
          <a:ln w="28575"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endParaRPr lang="en-US">
              <a:solidFill>
                <a:schemeClr val="lt1"/>
              </a:solidFill>
            </a:endParaRPr>
          </a:p>
        </p:txBody>
      </p:sp>
      <p:sp>
        <p:nvSpPr>
          <p:cNvPr id="22" name="Graphic 212">
            <a:extLst>
              <a:ext uri="{FF2B5EF4-FFF2-40B4-BE49-F238E27FC236}">
                <a16:creationId xmlns:a16="http://schemas.microsoft.com/office/drawing/2014/main" id="{C83B66D7-137D-4AC1-B172-53D60F08BEB5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4588524" y="457812"/>
            <a:ext cx="914565" cy="914565"/>
          </a:xfrm>
          <a:custGeom>
            <a:avLst/>
            <a:gdLst>
              <a:gd name="connsiteX0" fmla="*/ 403574 w 807148"/>
              <a:gd name="connsiteY0" fmla="*/ 0 h 807148"/>
              <a:gd name="connsiteX1" fmla="*/ 0 w 807148"/>
              <a:gd name="connsiteY1" fmla="*/ 403574 h 807148"/>
              <a:gd name="connsiteX2" fmla="*/ 403574 w 807148"/>
              <a:gd name="connsiteY2" fmla="*/ 807149 h 807148"/>
              <a:gd name="connsiteX3" fmla="*/ 807149 w 807148"/>
              <a:gd name="connsiteY3" fmla="*/ 403574 h 807148"/>
              <a:gd name="connsiteX4" fmla="*/ 403574 w 807148"/>
              <a:gd name="connsiteY4" fmla="*/ 0 h 807148"/>
              <a:gd name="connsiteX5" fmla="*/ 403574 w 807148"/>
              <a:gd name="connsiteY5" fmla="*/ 667988 h 807148"/>
              <a:gd name="connsiteX6" fmla="*/ 139160 w 807148"/>
              <a:gd name="connsiteY6" fmla="*/ 403574 h 807148"/>
              <a:gd name="connsiteX7" fmla="*/ 403574 w 807148"/>
              <a:gd name="connsiteY7" fmla="*/ 139160 h 807148"/>
              <a:gd name="connsiteX8" fmla="*/ 667988 w 807148"/>
              <a:gd name="connsiteY8" fmla="*/ 403574 h 807148"/>
              <a:gd name="connsiteX9" fmla="*/ 403574 w 807148"/>
              <a:gd name="connsiteY9" fmla="*/ 667988 h 807148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</a:cxnLst>
            <a:rect l="l" t="t" r="r" b="b"/>
            <a:pathLst>
              <a:path w="807148" h="807148">
                <a:moveTo>
                  <a:pt x="403574" y="0"/>
                </a:moveTo>
                <a:cubicBezTo>
                  <a:pt x="180689" y="0"/>
                  <a:pt x="0" y="180689"/>
                  <a:pt x="0" y="403574"/>
                </a:cubicBezTo>
                <a:cubicBezTo>
                  <a:pt x="0" y="626459"/>
                  <a:pt x="180689" y="807149"/>
                  <a:pt x="403574" y="807149"/>
                </a:cubicBezTo>
                <a:cubicBezTo>
                  <a:pt x="626459" y="807149"/>
                  <a:pt x="807149" y="626459"/>
                  <a:pt x="807149" y="403574"/>
                </a:cubicBezTo>
                <a:cubicBezTo>
                  <a:pt x="807149" y="180689"/>
                  <a:pt x="626459" y="0"/>
                  <a:pt x="403574" y="0"/>
                </a:cubicBezTo>
                <a:close/>
                <a:moveTo>
                  <a:pt x="403574" y="667988"/>
                </a:moveTo>
                <a:cubicBezTo>
                  <a:pt x="257556" y="667988"/>
                  <a:pt x="139160" y="549593"/>
                  <a:pt x="139160" y="403574"/>
                </a:cubicBezTo>
                <a:cubicBezTo>
                  <a:pt x="139160" y="257556"/>
                  <a:pt x="257556" y="139160"/>
                  <a:pt x="403574" y="139160"/>
                </a:cubicBezTo>
                <a:cubicBezTo>
                  <a:pt x="549593" y="139160"/>
                  <a:pt x="667988" y="257556"/>
                  <a:pt x="667988" y="403574"/>
                </a:cubicBezTo>
                <a:cubicBezTo>
                  <a:pt x="667988" y="549593"/>
                  <a:pt x="549593" y="667988"/>
                  <a:pt x="403574" y="667988"/>
                </a:cubicBezTo>
                <a:close/>
              </a:path>
            </a:pathLst>
          </a:custGeom>
          <a:solidFill>
            <a:schemeClr val="accent2">
              <a:alpha val="30000"/>
            </a:schemeClr>
          </a:solidFill>
          <a:ln w="28575">
            <a:solidFill>
              <a:schemeClr val="bg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endParaRPr lang="en-US">
              <a:solidFill>
                <a:schemeClr val="lt1"/>
              </a:solidFill>
            </a:endParaRPr>
          </a:p>
        </p:txBody>
      </p:sp>
      <p:sp>
        <p:nvSpPr>
          <p:cNvPr id="24" name="Oval 23">
            <a:extLst>
              <a:ext uri="{FF2B5EF4-FFF2-40B4-BE49-F238E27FC236}">
                <a16:creationId xmlns:a16="http://schemas.microsoft.com/office/drawing/2014/main" id="{F6B92503-6984-4D15-8B98-8718709B785D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642976" y="4946663"/>
            <a:ext cx="319941" cy="319941"/>
          </a:xfrm>
          <a:prstGeom prst="ellipse">
            <a:avLst/>
          </a:prstGeom>
          <a:solidFill>
            <a:srgbClr val="FFFFFF"/>
          </a:solidFill>
          <a:ln w="28575"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endParaRPr lang="en-US"/>
          </a:p>
        </p:txBody>
      </p:sp>
      <p:sp>
        <p:nvSpPr>
          <p:cNvPr id="26" name="Oval 25">
            <a:extLst>
              <a:ext uri="{FF2B5EF4-FFF2-40B4-BE49-F238E27FC236}">
                <a16:creationId xmlns:a16="http://schemas.microsoft.com/office/drawing/2014/main" id="{08DDF938-524E-4C18-A47D-C00627832366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642976" y="4946663"/>
            <a:ext cx="319941" cy="319941"/>
          </a:xfrm>
          <a:prstGeom prst="ellipse">
            <a:avLst/>
          </a:prstGeom>
          <a:solidFill>
            <a:schemeClr val="accent2">
              <a:alpha val="30000"/>
            </a:schemeClr>
          </a:solidFill>
          <a:ln w="28575">
            <a:solidFill>
              <a:schemeClr val="bg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endParaRPr lang="en-US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DAB8E5F1-4917-D2CF-5772-92C077016B54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6234868" y="1130846"/>
            <a:ext cx="5217173" cy="4351338"/>
          </a:xfrm>
        </p:spPr>
        <p:txBody>
          <a:bodyPr>
            <a:normAutofit/>
          </a:bodyPr>
          <a:lstStyle/>
          <a:p>
            <a:endParaRPr lang="en-NL">
              <a:solidFill>
                <a:schemeClr val="bg1"/>
              </a:solidFill>
            </a:endParaRPr>
          </a:p>
        </p:txBody>
      </p:sp>
      <p:grpSp>
        <p:nvGrpSpPr>
          <p:cNvPr id="28" name="Graphic 185">
            <a:extLst>
              <a:ext uri="{FF2B5EF4-FFF2-40B4-BE49-F238E27FC236}">
                <a16:creationId xmlns:a16="http://schemas.microsoft.com/office/drawing/2014/main" id="{3773FAF5-C452-4455-9411-D6AF5EBD4CA9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GrpSpPr>
            <a:grpSpLocks noGrp="1" noUngrp="1" noRot="1" noChangeAspect="1" noMove="1" noResize="1"/>
          </p:cNvGrp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GrpSpPr>
        <p:grpSpPr>
          <a:xfrm>
            <a:off x="9812239" y="6139464"/>
            <a:ext cx="1054466" cy="469689"/>
            <a:chOff x="9841624" y="4115729"/>
            <a:chExt cx="602169" cy="268223"/>
          </a:xfrm>
          <a:solidFill>
            <a:schemeClr val="bg1"/>
          </a:solidFill>
        </p:grpSpPr>
        <p:sp>
          <p:nvSpPr>
            <p:cNvPr id="29" name="Freeform: Shape 28">
              <a:extLst>
                <a:ext uri="{FF2B5EF4-FFF2-40B4-BE49-F238E27FC236}">
                  <a16:creationId xmlns:a16="http://schemas.microsoft.com/office/drawing/2014/main" id="{1ECA0D96-F63C-4F7B-BE16-0F3FE76D7D60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9841624" y="4115729"/>
              <a:ext cx="202882" cy="268223"/>
            </a:xfrm>
            <a:custGeom>
              <a:avLst/>
              <a:gdLst>
                <a:gd name="connsiteX0" fmla="*/ 20765 w 202882"/>
                <a:gd name="connsiteY0" fmla="*/ 268224 h 268223"/>
                <a:gd name="connsiteX1" fmla="*/ 0 w 202882"/>
                <a:gd name="connsiteY1" fmla="*/ 268224 h 268223"/>
                <a:gd name="connsiteX2" fmla="*/ 182118 w 202882"/>
                <a:gd name="connsiteY2" fmla="*/ 0 h 268223"/>
                <a:gd name="connsiteX3" fmla="*/ 202883 w 202882"/>
                <a:gd name="connsiteY3" fmla="*/ 0 h 268223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</a:cxnLst>
              <a:rect l="l" t="t" r="r" b="b"/>
              <a:pathLst>
                <a:path w="202882" h="268223">
                  <a:moveTo>
                    <a:pt x="20765" y="268224"/>
                  </a:moveTo>
                  <a:lnTo>
                    <a:pt x="0" y="268224"/>
                  </a:lnTo>
                  <a:lnTo>
                    <a:pt x="182118" y="0"/>
                  </a:lnTo>
                  <a:lnTo>
                    <a:pt x="202883" y="0"/>
                  </a:lnTo>
                  <a:close/>
                </a:path>
              </a:pathLst>
            </a:custGeom>
            <a:grpFill/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30" name="Freeform: Shape 29">
              <a:extLst>
                <a:ext uri="{FF2B5EF4-FFF2-40B4-BE49-F238E27FC236}">
                  <a16:creationId xmlns:a16="http://schemas.microsoft.com/office/drawing/2014/main" id="{74F83A81-0546-400A-918A-90C9C48B8147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9941445" y="4115729"/>
              <a:ext cx="202882" cy="268223"/>
            </a:xfrm>
            <a:custGeom>
              <a:avLst/>
              <a:gdLst>
                <a:gd name="connsiteX0" fmla="*/ 20765 w 202882"/>
                <a:gd name="connsiteY0" fmla="*/ 268224 h 268223"/>
                <a:gd name="connsiteX1" fmla="*/ 0 w 202882"/>
                <a:gd name="connsiteY1" fmla="*/ 268224 h 268223"/>
                <a:gd name="connsiteX2" fmla="*/ 182118 w 202882"/>
                <a:gd name="connsiteY2" fmla="*/ 0 h 268223"/>
                <a:gd name="connsiteX3" fmla="*/ 202883 w 202882"/>
                <a:gd name="connsiteY3" fmla="*/ 0 h 268223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</a:cxnLst>
              <a:rect l="l" t="t" r="r" b="b"/>
              <a:pathLst>
                <a:path w="202882" h="268223">
                  <a:moveTo>
                    <a:pt x="20765" y="268224"/>
                  </a:moveTo>
                  <a:lnTo>
                    <a:pt x="0" y="268224"/>
                  </a:lnTo>
                  <a:lnTo>
                    <a:pt x="182118" y="0"/>
                  </a:lnTo>
                  <a:lnTo>
                    <a:pt x="202883" y="0"/>
                  </a:lnTo>
                  <a:close/>
                </a:path>
              </a:pathLst>
            </a:custGeom>
            <a:grpFill/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31" name="Freeform: Shape 30">
              <a:extLst>
                <a:ext uri="{FF2B5EF4-FFF2-40B4-BE49-F238E27FC236}">
                  <a16:creationId xmlns:a16="http://schemas.microsoft.com/office/drawing/2014/main" id="{9741F692-A5B6-4215-86D9-B1FD4FF26AC7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10041267" y="4115729"/>
              <a:ext cx="202882" cy="268223"/>
            </a:xfrm>
            <a:custGeom>
              <a:avLst/>
              <a:gdLst>
                <a:gd name="connsiteX0" fmla="*/ 20669 w 202882"/>
                <a:gd name="connsiteY0" fmla="*/ 268224 h 268223"/>
                <a:gd name="connsiteX1" fmla="*/ 0 w 202882"/>
                <a:gd name="connsiteY1" fmla="*/ 268224 h 268223"/>
                <a:gd name="connsiteX2" fmla="*/ 182118 w 202882"/>
                <a:gd name="connsiteY2" fmla="*/ 0 h 268223"/>
                <a:gd name="connsiteX3" fmla="*/ 202883 w 202882"/>
                <a:gd name="connsiteY3" fmla="*/ 0 h 268223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</a:cxnLst>
              <a:rect l="l" t="t" r="r" b="b"/>
              <a:pathLst>
                <a:path w="202882" h="268223">
                  <a:moveTo>
                    <a:pt x="20669" y="268224"/>
                  </a:moveTo>
                  <a:lnTo>
                    <a:pt x="0" y="268224"/>
                  </a:lnTo>
                  <a:lnTo>
                    <a:pt x="182118" y="0"/>
                  </a:lnTo>
                  <a:lnTo>
                    <a:pt x="202883" y="0"/>
                  </a:lnTo>
                  <a:close/>
                </a:path>
              </a:pathLst>
            </a:custGeom>
            <a:grpFill/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32" name="Freeform: Shape 31">
              <a:extLst>
                <a:ext uri="{FF2B5EF4-FFF2-40B4-BE49-F238E27FC236}">
                  <a16:creationId xmlns:a16="http://schemas.microsoft.com/office/drawing/2014/main" id="{CC0876CB-9C60-4580-8FED-CD64EC76645E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10141090" y="4115729"/>
              <a:ext cx="202882" cy="268223"/>
            </a:xfrm>
            <a:custGeom>
              <a:avLst/>
              <a:gdLst>
                <a:gd name="connsiteX0" fmla="*/ 20669 w 202882"/>
                <a:gd name="connsiteY0" fmla="*/ 268224 h 268223"/>
                <a:gd name="connsiteX1" fmla="*/ 0 w 202882"/>
                <a:gd name="connsiteY1" fmla="*/ 268224 h 268223"/>
                <a:gd name="connsiteX2" fmla="*/ 182118 w 202882"/>
                <a:gd name="connsiteY2" fmla="*/ 0 h 268223"/>
                <a:gd name="connsiteX3" fmla="*/ 202883 w 202882"/>
                <a:gd name="connsiteY3" fmla="*/ 0 h 268223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</a:cxnLst>
              <a:rect l="l" t="t" r="r" b="b"/>
              <a:pathLst>
                <a:path w="202882" h="268223">
                  <a:moveTo>
                    <a:pt x="20669" y="268224"/>
                  </a:moveTo>
                  <a:lnTo>
                    <a:pt x="0" y="268224"/>
                  </a:lnTo>
                  <a:lnTo>
                    <a:pt x="182118" y="0"/>
                  </a:lnTo>
                  <a:lnTo>
                    <a:pt x="202883" y="0"/>
                  </a:lnTo>
                  <a:close/>
                </a:path>
              </a:pathLst>
            </a:custGeom>
            <a:grpFill/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33" name="Freeform: Shape 32">
              <a:extLst>
                <a:ext uri="{FF2B5EF4-FFF2-40B4-BE49-F238E27FC236}">
                  <a16:creationId xmlns:a16="http://schemas.microsoft.com/office/drawing/2014/main" id="{A879B3B7-48DB-4D3A-BB33-02766EAD3D91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10240911" y="4115729"/>
              <a:ext cx="202882" cy="268223"/>
            </a:xfrm>
            <a:custGeom>
              <a:avLst/>
              <a:gdLst>
                <a:gd name="connsiteX0" fmla="*/ 20669 w 202882"/>
                <a:gd name="connsiteY0" fmla="*/ 268224 h 268223"/>
                <a:gd name="connsiteX1" fmla="*/ 0 w 202882"/>
                <a:gd name="connsiteY1" fmla="*/ 268224 h 268223"/>
                <a:gd name="connsiteX2" fmla="*/ 182118 w 202882"/>
                <a:gd name="connsiteY2" fmla="*/ 0 h 268223"/>
                <a:gd name="connsiteX3" fmla="*/ 202883 w 202882"/>
                <a:gd name="connsiteY3" fmla="*/ 0 h 268223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</a:cxnLst>
              <a:rect l="l" t="t" r="r" b="b"/>
              <a:pathLst>
                <a:path w="202882" h="268223">
                  <a:moveTo>
                    <a:pt x="20669" y="268224"/>
                  </a:moveTo>
                  <a:lnTo>
                    <a:pt x="0" y="268224"/>
                  </a:lnTo>
                  <a:lnTo>
                    <a:pt x="182118" y="0"/>
                  </a:lnTo>
                  <a:lnTo>
                    <a:pt x="202883" y="0"/>
                  </a:lnTo>
                  <a:close/>
                </a:path>
              </a:pathLst>
            </a:custGeom>
            <a:grpFill/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</p:grpSp>
      <p:pic>
        <p:nvPicPr>
          <p:cNvPr id="5" name="Picture 4">
            <a:extLst>
              <a:ext uri="{FF2B5EF4-FFF2-40B4-BE49-F238E27FC236}">
                <a16:creationId xmlns:a16="http://schemas.microsoft.com/office/drawing/2014/main" id="{37A96DC7-E7B2-B1C8-EE19-9BDB26E048C9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933741" y="1493409"/>
            <a:ext cx="6956422" cy="3773195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961672594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Rectangle 7">
            <a:extLst>
              <a:ext uri="{FF2B5EF4-FFF2-40B4-BE49-F238E27FC236}">
                <a16:creationId xmlns:a16="http://schemas.microsoft.com/office/drawing/2014/main" id="{5A0118C5-4F8D-4CF4-BADD-53FEACC6C42A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chemeClr val="tx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0" name="Oval 9">
            <a:extLst>
              <a:ext uri="{FF2B5EF4-FFF2-40B4-BE49-F238E27FC236}">
                <a16:creationId xmlns:a16="http://schemas.microsoft.com/office/drawing/2014/main" id="{4E0A5C5C-2A95-428E-9F6A-0D29EBD57C9F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888395" y="1040837"/>
            <a:ext cx="4754948" cy="4754948"/>
          </a:xfrm>
          <a:prstGeom prst="ellipse">
            <a:avLst/>
          </a:prstGeom>
          <a:solidFill>
            <a:srgbClr val="FFFFFF"/>
          </a:solidFill>
          <a:ln w="28575"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2" name="Oval 11">
            <a:extLst>
              <a:ext uri="{FF2B5EF4-FFF2-40B4-BE49-F238E27FC236}">
                <a16:creationId xmlns:a16="http://schemas.microsoft.com/office/drawing/2014/main" id="{1056F38F-7C4E-461D-8709-7D0024AE1F79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879411" y="1029607"/>
            <a:ext cx="4754948" cy="4754948"/>
          </a:xfrm>
          <a:prstGeom prst="ellipse">
            <a:avLst/>
          </a:prstGeom>
          <a:solidFill>
            <a:schemeClr val="accent6">
              <a:alpha val="30000"/>
            </a:schemeClr>
          </a:solidFill>
          <a:ln w="28575">
            <a:solidFill>
              <a:schemeClr val="bg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4" name="Oval 13">
            <a:extLst>
              <a:ext uri="{FF2B5EF4-FFF2-40B4-BE49-F238E27FC236}">
                <a16:creationId xmlns:a16="http://schemas.microsoft.com/office/drawing/2014/main" id="{C7278469-3C3C-49CE-AEEE-E176A4900B78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739960" y="934855"/>
            <a:ext cx="4754948" cy="4754948"/>
          </a:xfrm>
          <a:prstGeom prst="ellipse">
            <a:avLst/>
          </a:prstGeom>
          <a:solidFill>
            <a:schemeClr val="tx1"/>
          </a:solidFill>
          <a:ln w="28575">
            <a:solidFill>
              <a:schemeClr val="bg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39696FA5-2E7F-FAC5-A312-077545E28E63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176177" y="763117"/>
            <a:ext cx="4030132" cy="3215373"/>
          </a:xfrm>
        </p:spPr>
        <p:txBody>
          <a:bodyPr>
            <a:normAutofit/>
          </a:bodyPr>
          <a:lstStyle/>
          <a:p>
            <a:pPr algn="ctr"/>
            <a:r>
              <a:rPr lang="en-NL" err="1">
                <a:solidFill>
                  <a:schemeClr val="bg1"/>
                </a:solidFill>
              </a:rPr>
              <a:t>Mijlpalen</a:t>
            </a:r>
            <a:r>
              <a:rPr lang="en-NL">
                <a:solidFill>
                  <a:schemeClr val="bg1"/>
                </a:solidFill>
              </a:rPr>
              <a:t> document</a:t>
            </a:r>
          </a:p>
        </p:txBody>
      </p:sp>
      <p:grpSp>
        <p:nvGrpSpPr>
          <p:cNvPr id="16" name="Group 15">
            <a:extLst>
              <a:ext uri="{FF2B5EF4-FFF2-40B4-BE49-F238E27FC236}">
                <a16:creationId xmlns:a16="http://schemas.microsoft.com/office/drawing/2014/main" id="{93DC754C-7E09-422D-A8BB-AF632E90DFA2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GrpSpPr>
            <a:grpSpLocks noGrp="1" noUngrp="1" noRot="1" noChangeAspect="1" noMove="1" noResize="1"/>
          </p:cNvGrp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GrpSpPr>
        <p:grpSpPr>
          <a:xfrm>
            <a:off x="0" y="377893"/>
            <a:ext cx="1861854" cy="717514"/>
            <a:chOff x="0" y="377893"/>
            <a:chExt cx="1861854" cy="717514"/>
          </a:xfrm>
          <a:solidFill>
            <a:schemeClr val="bg1"/>
          </a:solidFill>
        </p:grpSpPr>
        <p:sp>
          <p:nvSpPr>
            <p:cNvPr id="17" name="Freeform: Shape 16">
              <a:extLst>
                <a:ext uri="{FF2B5EF4-FFF2-40B4-BE49-F238E27FC236}">
                  <a16:creationId xmlns:a16="http://schemas.microsoft.com/office/drawing/2014/main" id="{C5A741B9-65EC-4C5B-9FE0-4A18575771A6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0" y="377893"/>
              <a:ext cx="1861854" cy="277779"/>
            </a:xfrm>
            <a:custGeom>
              <a:avLst/>
              <a:gdLst>
                <a:gd name="connsiteX0" fmla="*/ 180458 w 1861854"/>
                <a:gd name="connsiteY0" fmla="*/ 0 h 277779"/>
                <a:gd name="connsiteX1" fmla="*/ 419222 w 1861854"/>
                <a:gd name="connsiteY1" fmla="*/ 238761 h 277779"/>
                <a:gd name="connsiteX2" fmla="*/ 657984 w 1861854"/>
                <a:gd name="connsiteY2" fmla="*/ 0 h 277779"/>
                <a:gd name="connsiteX3" fmla="*/ 896745 w 1861854"/>
                <a:gd name="connsiteY3" fmla="*/ 238761 h 277779"/>
                <a:gd name="connsiteX4" fmla="*/ 1135754 w 1861854"/>
                <a:gd name="connsiteY4" fmla="*/ 0 h 277779"/>
                <a:gd name="connsiteX5" fmla="*/ 1374516 w 1861854"/>
                <a:gd name="connsiteY5" fmla="*/ 238761 h 277779"/>
                <a:gd name="connsiteX6" fmla="*/ 1613277 w 1861854"/>
                <a:gd name="connsiteY6" fmla="*/ 0 h 277779"/>
                <a:gd name="connsiteX7" fmla="*/ 1861854 w 1861854"/>
                <a:gd name="connsiteY7" fmla="*/ 248577 h 277779"/>
                <a:gd name="connsiteX8" fmla="*/ 1842470 w 1861854"/>
                <a:gd name="connsiteY8" fmla="*/ 267963 h 277779"/>
                <a:gd name="connsiteX9" fmla="*/ 1613277 w 1861854"/>
                <a:gd name="connsiteY9" fmla="*/ 39017 h 277779"/>
                <a:gd name="connsiteX10" fmla="*/ 1374516 w 1861854"/>
                <a:gd name="connsiteY10" fmla="*/ 277779 h 277779"/>
                <a:gd name="connsiteX11" fmla="*/ 1135754 w 1861854"/>
                <a:gd name="connsiteY11" fmla="*/ 39017 h 277779"/>
                <a:gd name="connsiteX12" fmla="*/ 896745 w 1861854"/>
                <a:gd name="connsiteY12" fmla="*/ 277779 h 277779"/>
                <a:gd name="connsiteX13" fmla="*/ 657984 w 1861854"/>
                <a:gd name="connsiteY13" fmla="*/ 39017 h 277779"/>
                <a:gd name="connsiteX14" fmla="*/ 419222 w 1861854"/>
                <a:gd name="connsiteY14" fmla="*/ 277779 h 277779"/>
                <a:gd name="connsiteX15" fmla="*/ 180458 w 1861854"/>
                <a:gd name="connsiteY15" fmla="*/ 39017 h 277779"/>
                <a:gd name="connsiteX16" fmla="*/ 0 w 1861854"/>
                <a:gd name="connsiteY16" fmla="*/ 219283 h 277779"/>
                <a:gd name="connsiteX17" fmla="*/ 0 w 1861854"/>
                <a:gd name="connsiteY17" fmla="*/ 180458 h 277779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</a:cxnLst>
              <a:rect l="l" t="t" r="r" b="b"/>
              <a:pathLst>
                <a:path w="1861854" h="277779">
                  <a:moveTo>
                    <a:pt x="180458" y="0"/>
                  </a:moveTo>
                  <a:lnTo>
                    <a:pt x="419222" y="238761"/>
                  </a:lnTo>
                  <a:lnTo>
                    <a:pt x="657984" y="0"/>
                  </a:lnTo>
                  <a:lnTo>
                    <a:pt x="896745" y="238761"/>
                  </a:lnTo>
                  <a:lnTo>
                    <a:pt x="1135754" y="0"/>
                  </a:lnTo>
                  <a:lnTo>
                    <a:pt x="1374516" y="238761"/>
                  </a:lnTo>
                  <a:lnTo>
                    <a:pt x="1613277" y="0"/>
                  </a:lnTo>
                  <a:lnTo>
                    <a:pt x="1861854" y="248577"/>
                  </a:lnTo>
                  <a:lnTo>
                    <a:pt x="1842470" y="267963"/>
                  </a:lnTo>
                  <a:lnTo>
                    <a:pt x="1613277" y="39017"/>
                  </a:lnTo>
                  <a:lnTo>
                    <a:pt x="1374516" y="277779"/>
                  </a:lnTo>
                  <a:lnTo>
                    <a:pt x="1135754" y="39017"/>
                  </a:lnTo>
                  <a:lnTo>
                    <a:pt x="896745" y="277779"/>
                  </a:lnTo>
                  <a:lnTo>
                    <a:pt x="657984" y="39017"/>
                  </a:lnTo>
                  <a:lnTo>
                    <a:pt x="419222" y="277779"/>
                  </a:lnTo>
                  <a:lnTo>
                    <a:pt x="180458" y="39017"/>
                  </a:lnTo>
                  <a:lnTo>
                    <a:pt x="0" y="219283"/>
                  </a:lnTo>
                  <a:lnTo>
                    <a:pt x="0" y="180458"/>
                  </a:lnTo>
                  <a:close/>
                </a:path>
              </a:pathLst>
            </a:custGeom>
            <a:grpFill/>
            <a:ln w="9525" cap="flat">
              <a:noFill/>
              <a:prstDash val="solid"/>
              <a:miter/>
            </a:ln>
          </p:spPr>
          <p:txBody>
            <a:bodyPr wrap="square" rtlCol="0" anchor="ctr">
              <a:noAutofit/>
            </a:bodyPr>
            <a:lstStyle/>
            <a:p>
              <a:endParaRPr lang="en-US"/>
            </a:p>
          </p:txBody>
        </p:sp>
        <p:sp>
          <p:nvSpPr>
            <p:cNvPr id="18" name="Freeform: Shape 17">
              <a:extLst>
                <a:ext uri="{FF2B5EF4-FFF2-40B4-BE49-F238E27FC236}">
                  <a16:creationId xmlns:a16="http://schemas.microsoft.com/office/drawing/2014/main" id="{C0BB4301-41FA-4453-956F-A11CC664B68B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0" y="817628"/>
              <a:ext cx="1861854" cy="277779"/>
            </a:xfrm>
            <a:custGeom>
              <a:avLst/>
              <a:gdLst>
                <a:gd name="connsiteX0" fmla="*/ 180458 w 1861854"/>
                <a:gd name="connsiteY0" fmla="*/ 0 h 277779"/>
                <a:gd name="connsiteX1" fmla="*/ 419222 w 1861854"/>
                <a:gd name="connsiteY1" fmla="*/ 238761 h 277779"/>
                <a:gd name="connsiteX2" fmla="*/ 657984 w 1861854"/>
                <a:gd name="connsiteY2" fmla="*/ 0 h 277779"/>
                <a:gd name="connsiteX3" fmla="*/ 896745 w 1861854"/>
                <a:gd name="connsiteY3" fmla="*/ 238761 h 277779"/>
                <a:gd name="connsiteX4" fmla="*/ 1135754 w 1861854"/>
                <a:gd name="connsiteY4" fmla="*/ 0 h 277779"/>
                <a:gd name="connsiteX5" fmla="*/ 1374516 w 1861854"/>
                <a:gd name="connsiteY5" fmla="*/ 238761 h 277779"/>
                <a:gd name="connsiteX6" fmla="*/ 1613277 w 1861854"/>
                <a:gd name="connsiteY6" fmla="*/ 0 h 277779"/>
                <a:gd name="connsiteX7" fmla="*/ 1861854 w 1861854"/>
                <a:gd name="connsiteY7" fmla="*/ 248577 h 277779"/>
                <a:gd name="connsiteX8" fmla="*/ 1842470 w 1861854"/>
                <a:gd name="connsiteY8" fmla="*/ 268208 h 277779"/>
                <a:gd name="connsiteX9" fmla="*/ 1613277 w 1861854"/>
                <a:gd name="connsiteY9" fmla="*/ 39017 h 277779"/>
                <a:gd name="connsiteX10" fmla="*/ 1374516 w 1861854"/>
                <a:gd name="connsiteY10" fmla="*/ 277779 h 277779"/>
                <a:gd name="connsiteX11" fmla="*/ 1135754 w 1861854"/>
                <a:gd name="connsiteY11" fmla="*/ 39017 h 277779"/>
                <a:gd name="connsiteX12" fmla="*/ 896745 w 1861854"/>
                <a:gd name="connsiteY12" fmla="*/ 277779 h 277779"/>
                <a:gd name="connsiteX13" fmla="*/ 657984 w 1861854"/>
                <a:gd name="connsiteY13" fmla="*/ 39017 h 277779"/>
                <a:gd name="connsiteX14" fmla="*/ 419222 w 1861854"/>
                <a:gd name="connsiteY14" fmla="*/ 277779 h 277779"/>
                <a:gd name="connsiteX15" fmla="*/ 180458 w 1861854"/>
                <a:gd name="connsiteY15" fmla="*/ 39017 h 277779"/>
                <a:gd name="connsiteX16" fmla="*/ 0 w 1861854"/>
                <a:gd name="connsiteY16" fmla="*/ 219475 h 277779"/>
                <a:gd name="connsiteX17" fmla="*/ 0 w 1861854"/>
                <a:gd name="connsiteY17" fmla="*/ 180458 h 277779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</a:cxnLst>
              <a:rect l="l" t="t" r="r" b="b"/>
              <a:pathLst>
                <a:path w="1861854" h="277779">
                  <a:moveTo>
                    <a:pt x="180458" y="0"/>
                  </a:moveTo>
                  <a:lnTo>
                    <a:pt x="419222" y="238761"/>
                  </a:lnTo>
                  <a:lnTo>
                    <a:pt x="657984" y="0"/>
                  </a:lnTo>
                  <a:lnTo>
                    <a:pt x="896745" y="238761"/>
                  </a:lnTo>
                  <a:lnTo>
                    <a:pt x="1135754" y="0"/>
                  </a:lnTo>
                  <a:lnTo>
                    <a:pt x="1374516" y="238761"/>
                  </a:lnTo>
                  <a:lnTo>
                    <a:pt x="1613277" y="0"/>
                  </a:lnTo>
                  <a:lnTo>
                    <a:pt x="1861854" y="248577"/>
                  </a:lnTo>
                  <a:lnTo>
                    <a:pt x="1842470" y="268208"/>
                  </a:lnTo>
                  <a:lnTo>
                    <a:pt x="1613277" y="39017"/>
                  </a:lnTo>
                  <a:lnTo>
                    <a:pt x="1374516" y="277779"/>
                  </a:lnTo>
                  <a:lnTo>
                    <a:pt x="1135754" y="39017"/>
                  </a:lnTo>
                  <a:lnTo>
                    <a:pt x="896745" y="277779"/>
                  </a:lnTo>
                  <a:lnTo>
                    <a:pt x="657984" y="39017"/>
                  </a:lnTo>
                  <a:lnTo>
                    <a:pt x="419222" y="277779"/>
                  </a:lnTo>
                  <a:lnTo>
                    <a:pt x="180458" y="39017"/>
                  </a:lnTo>
                  <a:lnTo>
                    <a:pt x="0" y="219475"/>
                  </a:lnTo>
                  <a:lnTo>
                    <a:pt x="0" y="180458"/>
                  </a:lnTo>
                  <a:close/>
                </a:path>
              </a:pathLst>
            </a:custGeom>
            <a:grpFill/>
            <a:ln w="9525" cap="flat">
              <a:noFill/>
              <a:prstDash val="solid"/>
              <a:miter/>
            </a:ln>
          </p:spPr>
          <p:txBody>
            <a:bodyPr wrap="square" rtlCol="0" anchor="ctr">
              <a:noAutofit/>
            </a:bodyPr>
            <a:lstStyle/>
            <a:p>
              <a:endParaRPr lang="en-US"/>
            </a:p>
          </p:txBody>
        </p:sp>
      </p:grpSp>
      <p:sp>
        <p:nvSpPr>
          <p:cNvPr id="20" name="Graphic 212">
            <a:extLst>
              <a:ext uri="{FF2B5EF4-FFF2-40B4-BE49-F238E27FC236}">
                <a16:creationId xmlns:a16="http://schemas.microsoft.com/office/drawing/2014/main" id="{4C6598AB-1C17-4D54-951C-A082D94ACB7A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4588524" y="457812"/>
            <a:ext cx="914565" cy="914565"/>
          </a:xfrm>
          <a:custGeom>
            <a:avLst/>
            <a:gdLst>
              <a:gd name="connsiteX0" fmla="*/ 403574 w 807148"/>
              <a:gd name="connsiteY0" fmla="*/ 0 h 807148"/>
              <a:gd name="connsiteX1" fmla="*/ 0 w 807148"/>
              <a:gd name="connsiteY1" fmla="*/ 403574 h 807148"/>
              <a:gd name="connsiteX2" fmla="*/ 403574 w 807148"/>
              <a:gd name="connsiteY2" fmla="*/ 807149 h 807148"/>
              <a:gd name="connsiteX3" fmla="*/ 807149 w 807148"/>
              <a:gd name="connsiteY3" fmla="*/ 403574 h 807148"/>
              <a:gd name="connsiteX4" fmla="*/ 403574 w 807148"/>
              <a:gd name="connsiteY4" fmla="*/ 0 h 807148"/>
              <a:gd name="connsiteX5" fmla="*/ 403574 w 807148"/>
              <a:gd name="connsiteY5" fmla="*/ 667988 h 807148"/>
              <a:gd name="connsiteX6" fmla="*/ 139160 w 807148"/>
              <a:gd name="connsiteY6" fmla="*/ 403574 h 807148"/>
              <a:gd name="connsiteX7" fmla="*/ 403574 w 807148"/>
              <a:gd name="connsiteY7" fmla="*/ 139160 h 807148"/>
              <a:gd name="connsiteX8" fmla="*/ 667988 w 807148"/>
              <a:gd name="connsiteY8" fmla="*/ 403574 h 807148"/>
              <a:gd name="connsiteX9" fmla="*/ 403574 w 807148"/>
              <a:gd name="connsiteY9" fmla="*/ 667988 h 807148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</a:cxnLst>
            <a:rect l="l" t="t" r="r" b="b"/>
            <a:pathLst>
              <a:path w="807148" h="807148">
                <a:moveTo>
                  <a:pt x="403574" y="0"/>
                </a:moveTo>
                <a:cubicBezTo>
                  <a:pt x="180689" y="0"/>
                  <a:pt x="0" y="180689"/>
                  <a:pt x="0" y="403574"/>
                </a:cubicBezTo>
                <a:cubicBezTo>
                  <a:pt x="0" y="626459"/>
                  <a:pt x="180689" y="807149"/>
                  <a:pt x="403574" y="807149"/>
                </a:cubicBezTo>
                <a:cubicBezTo>
                  <a:pt x="626459" y="807149"/>
                  <a:pt x="807149" y="626459"/>
                  <a:pt x="807149" y="403574"/>
                </a:cubicBezTo>
                <a:cubicBezTo>
                  <a:pt x="807149" y="180689"/>
                  <a:pt x="626459" y="0"/>
                  <a:pt x="403574" y="0"/>
                </a:cubicBezTo>
                <a:close/>
                <a:moveTo>
                  <a:pt x="403574" y="667988"/>
                </a:moveTo>
                <a:cubicBezTo>
                  <a:pt x="257556" y="667988"/>
                  <a:pt x="139160" y="549593"/>
                  <a:pt x="139160" y="403574"/>
                </a:cubicBezTo>
                <a:cubicBezTo>
                  <a:pt x="139160" y="257556"/>
                  <a:pt x="257556" y="139160"/>
                  <a:pt x="403574" y="139160"/>
                </a:cubicBezTo>
                <a:cubicBezTo>
                  <a:pt x="549593" y="139160"/>
                  <a:pt x="667988" y="257556"/>
                  <a:pt x="667988" y="403574"/>
                </a:cubicBezTo>
                <a:cubicBezTo>
                  <a:pt x="667988" y="549593"/>
                  <a:pt x="549593" y="667988"/>
                  <a:pt x="403574" y="667988"/>
                </a:cubicBezTo>
                <a:close/>
              </a:path>
            </a:pathLst>
          </a:custGeom>
          <a:solidFill>
            <a:srgbClr val="FFFFFF"/>
          </a:solidFill>
          <a:ln w="28575"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endParaRPr lang="en-US">
              <a:solidFill>
                <a:schemeClr val="lt1"/>
              </a:solidFill>
            </a:endParaRPr>
          </a:p>
        </p:txBody>
      </p:sp>
      <p:sp>
        <p:nvSpPr>
          <p:cNvPr id="22" name="Graphic 212">
            <a:extLst>
              <a:ext uri="{FF2B5EF4-FFF2-40B4-BE49-F238E27FC236}">
                <a16:creationId xmlns:a16="http://schemas.microsoft.com/office/drawing/2014/main" id="{C83B66D7-137D-4AC1-B172-53D60F08BEB5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4588524" y="457812"/>
            <a:ext cx="914565" cy="914565"/>
          </a:xfrm>
          <a:custGeom>
            <a:avLst/>
            <a:gdLst>
              <a:gd name="connsiteX0" fmla="*/ 403574 w 807148"/>
              <a:gd name="connsiteY0" fmla="*/ 0 h 807148"/>
              <a:gd name="connsiteX1" fmla="*/ 0 w 807148"/>
              <a:gd name="connsiteY1" fmla="*/ 403574 h 807148"/>
              <a:gd name="connsiteX2" fmla="*/ 403574 w 807148"/>
              <a:gd name="connsiteY2" fmla="*/ 807149 h 807148"/>
              <a:gd name="connsiteX3" fmla="*/ 807149 w 807148"/>
              <a:gd name="connsiteY3" fmla="*/ 403574 h 807148"/>
              <a:gd name="connsiteX4" fmla="*/ 403574 w 807148"/>
              <a:gd name="connsiteY4" fmla="*/ 0 h 807148"/>
              <a:gd name="connsiteX5" fmla="*/ 403574 w 807148"/>
              <a:gd name="connsiteY5" fmla="*/ 667988 h 807148"/>
              <a:gd name="connsiteX6" fmla="*/ 139160 w 807148"/>
              <a:gd name="connsiteY6" fmla="*/ 403574 h 807148"/>
              <a:gd name="connsiteX7" fmla="*/ 403574 w 807148"/>
              <a:gd name="connsiteY7" fmla="*/ 139160 h 807148"/>
              <a:gd name="connsiteX8" fmla="*/ 667988 w 807148"/>
              <a:gd name="connsiteY8" fmla="*/ 403574 h 807148"/>
              <a:gd name="connsiteX9" fmla="*/ 403574 w 807148"/>
              <a:gd name="connsiteY9" fmla="*/ 667988 h 807148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</a:cxnLst>
            <a:rect l="l" t="t" r="r" b="b"/>
            <a:pathLst>
              <a:path w="807148" h="807148">
                <a:moveTo>
                  <a:pt x="403574" y="0"/>
                </a:moveTo>
                <a:cubicBezTo>
                  <a:pt x="180689" y="0"/>
                  <a:pt x="0" y="180689"/>
                  <a:pt x="0" y="403574"/>
                </a:cubicBezTo>
                <a:cubicBezTo>
                  <a:pt x="0" y="626459"/>
                  <a:pt x="180689" y="807149"/>
                  <a:pt x="403574" y="807149"/>
                </a:cubicBezTo>
                <a:cubicBezTo>
                  <a:pt x="626459" y="807149"/>
                  <a:pt x="807149" y="626459"/>
                  <a:pt x="807149" y="403574"/>
                </a:cubicBezTo>
                <a:cubicBezTo>
                  <a:pt x="807149" y="180689"/>
                  <a:pt x="626459" y="0"/>
                  <a:pt x="403574" y="0"/>
                </a:cubicBezTo>
                <a:close/>
                <a:moveTo>
                  <a:pt x="403574" y="667988"/>
                </a:moveTo>
                <a:cubicBezTo>
                  <a:pt x="257556" y="667988"/>
                  <a:pt x="139160" y="549593"/>
                  <a:pt x="139160" y="403574"/>
                </a:cubicBezTo>
                <a:cubicBezTo>
                  <a:pt x="139160" y="257556"/>
                  <a:pt x="257556" y="139160"/>
                  <a:pt x="403574" y="139160"/>
                </a:cubicBezTo>
                <a:cubicBezTo>
                  <a:pt x="549593" y="139160"/>
                  <a:pt x="667988" y="257556"/>
                  <a:pt x="667988" y="403574"/>
                </a:cubicBezTo>
                <a:cubicBezTo>
                  <a:pt x="667988" y="549593"/>
                  <a:pt x="549593" y="667988"/>
                  <a:pt x="403574" y="667988"/>
                </a:cubicBezTo>
                <a:close/>
              </a:path>
            </a:pathLst>
          </a:custGeom>
          <a:solidFill>
            <a:schemeClr val="accent2">
              <a:alpha val="30000"/>
            </a:schemeClr>
          </a:solidFill>
          <a:ln w="28575">
            <a:solidFill>
              <a:schemeClr val="bg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endParaRPr lang="en-US">
              <a:solidFill>
                <a:schemeClr val="lt1"/>
              </a:solidFill>
            </a:endParaRPr>
          </a:p>
        </p:txBody>
      </p:sp>
      <p:sp>
        <p:nvSpPr>
          <p:cNvPr id="24" name="Oval 23">
            <a:extLst>
              <a:ext uri="{FF2B5EF4-FFF2-40B4-BE49-F238E27FC236}">
                <a16:creationId xmlns:a16="http://schemas.microsoft.com/office/drawing/2014/main" id="{F6B92503-6984-4D15-8B98-8718709B785D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642976" y="4946663"/>
            <a:ext cx="319941" cy="319941"/>
          </a:xfrm>
          <a:prstGeom prst="ellipse">
            <a:avLst/>
          </a:prstGeom>
          <a:solidFill>
            <a:srgbClr val="FFFFFF"/>
          </a:solidFill>
          <a:ln w="28575"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endParaRPr lang="en-US"/>
          </a:p>
        </p:txBody>
      </p:sp>
      <p:sp>
        <p:nvSpPr>
          <p:cNvPr id="26" name="Oval 25">
            <a:extLst>
              <a:ext uri="{FF2B5EF4-FFF2-40B4-BE49-F238E27FC236}">
                <a16:creationId xmlns:a16="http://schemas.microsoft.com/office/drawing/2014/main" id="{08DDF938-524E-4C18-A47D-C00627832366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642976" y="4946663"/>
            <a:ext cx="319941" cy="319941"/>
          </a:xfrm>
          <a:prstGeom prst="ellipse">
            <a:avLst/>
          </a:prstGeom>
          <a:solidFill>
            <a:schemeClr val="accent2">
              <a:alpha val="30000"/>
            </a:schemeClr>
          </a:solidFill>
          <a:ln w="28575">
            <a:solidFill>
              <a:schemeClr val="bg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endParaRPr lang="en-US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21A3A681-3455-7F3D-97DA-F76302CD585E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6234868" y="1130846"/>
            <a:ext cx="5217173" cy="4351338"/>
          </a:xfrm>
        </p:spPr>
        <p:txBody>
          <a:bodyPr>
            <a:normAutofit/>
          </a:bodyPr>
          <a:lstStyle/>
          <a:p>
            <a:endParaRPr lang="en-NL">
              <a:solidFill>
                <a:schemeClr val="bg1"/>
              </a:solidFill>
            </a:endParaRPr>
          </a:p>
        </p:txBody>
      </p:sp>
      <p:grpSp>
        <p:nvGrpSpPr>
          <p:cNvPr id="28" name="Graphic 185">
            <a:extLst>
              <a:ext uri="{FF2B5EF4-FFF2-40B4-BE49-F238E27FC236}">
                <a16:creationId xmlns:a16="http://schemas.microsoft.com/office/drawing/2014/main" id="{3773FAF5-C452-4455-9411-D6AF5EBD4CA9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GrpSpPr>
            <a:grpSpLocks noGrp="1" noUngrp="1" noRot="1" noChangeAspect="1" noMove="1" noResize="1"/>
          </p:cNvGrp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GrpSpPr>
        <p:grpSpPr>
          <a:xfrm>
            <a:off x="9812239" y="6139464"/>
            <a:ext cx="1054466" cy="469689"/>
            <a:chOff x="9841624" y="4115729"/>
            <a:chExt cx="602169" cy="268223"/>
          </a:xfrm>
          <a:solidFill>
            <a:schemeClr val="bg1"/>
          </a:solidFill>
        </p:grpSpPr>
        <p:sp>
          <p:nvSpPr>
            <p:cNvPr id="29" name="Freeform: Shape 28">
              <a:extLst>
                <a:ext uri="{FF2B5EF4-FFF2-40B4-BE49-F238E27FC236}">
                  <a16:creationId xmlns:a16="http://schemas.microsoft.com/office/drawing/2014/main" id="{1ECA0D96-F63C-4F7B-BE16-0F3FE76D7D60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9841624" y="4115729"/>
              <a:ext cx="202882" cy="268223"/>
            </a:xfrm>
            <a:custGeom>
              <a:avLst/>
              <a:gdLst>
                <a:gd name="connsiteX0" fmla="*/ 20765 w 202882"/>
                <a:gd name="connsiteY0" fmla="*/ 268224 h 268223"/>
                <a:gd name="connsiteX1" fmla="*/ 0 w 202882"/>
                <a:gd name="connsiteY1" fmla="*/ 268224 h 268223"/>
                <a:gd name="connsiteX2" fmla="*/ 182118 w 202882"/>
                <a:gd name="connsiteY2" fmla="*/ 0 h 268223"/>
                <a:gd name="connsiteX3" fmla="*/ 202883 w 202882"/>
                <a:gd name="connsiteY3" fmla="*/ 0 h 268223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</a:cxnLst>
              <a:rect l="l" t="t" r="r" b="b"/>
              <a:pathLst>
                <a:path w="202882" h="268223">
                  <a:moveTo>
                    <a:pt x="20765" y="268224"/>
                  </a:moveTo>
                  <a:lnTo>
                    <a:pt x="0" y="268224"/>
                  </a:lnTo>
                  <a:lnTo>
                    <a:pt x="182118" y="0"/>
                  </a:lnTo>
                  <a:lnTo>
                    <a:pt x="202883" y="0"/>
                  </a:lnTo>
                  <a:close/>
                </a:path>
              </a:pathLst>
            </a:custGeom>
            <a:grpFill/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30" name="Freeform: Shape 29">
              <a:extLst>
                <a:ext uri="{FF2B5EF4-FFF2-40B4-BE49-F238E27FC236}">
                  <a16:creationId xmlns:a16="http://schemas.microsoft.com/office/drawing/2014/main" id="{74F83A81-0546-400A-918A-90C9C48B8147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9941445" y="4115729"/>
              <a:ext cx="202882" cy="268223"/>
            </a:xfrm>
            <a:custGeom>
              <a:avLst/>
              <a:gdLst>
                <a:gd name="connsiteX0" fmla="*/ 20765 w 202882"/>
                <a:gd name="connsiteY0" fmla="*/ 268224 h 268223"/>
                <a:gd name="connsiteX1" fmla="*/ 0 w 202882"/>
                <a:gd name="connsiteY1" fmla="*/ 268224 h 268223"/>
                <a:gd name="connsiteX2" fmla="*/ 182118 w 202882"/>
                <a:gd name="connsiteY2" fmla="*/ 0 h 268223"/>
                <a:gd name="connsiteX3" fmla="*/ 202883 w 202882"/>
                <a:gd name="connsiteY3" fmla="*/ 0 h 268223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</a:cxnLst>
              <a:rect l="l" t="t" r="r" b="b"/>
              <a:pathLst>
                <a:path w="202882" h="268223">
                  <a:moveTo>
                    <a:pt x="20765" y="268224"/>
                  </a:moveTo>
                  <a:lnTo>
                    <a:pt x="0" y="268224"/>
                  </a:lnTo>
                  <a:lnTo>
                    <a:pt x="182118" y="0"/>
                  </a:lnTo>
                  <a:lnTo>
                    <a:pt x="202883" y="0"/>
                  </a:lnTo>
                  <a:close/>
                </a:path>
              </a:pathLst>
            </a:custGeom>
            <a:grpFill/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31" name="Freeform: Shape 30">
              <a:extLst>
                <a:ext uri="{FF2B5EF4-FFF2-40B4-BE49-F238E27FC236}">
                  <a16:creationId xmlns:a16="http://schemas.microsoft.com/office/drawing/2014/main" id="{9741F692-A5B6-4215-86D9-B1FD4FF26AC7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10041267" y="4115729"/>
              <a:ext cx="202882" cy="268223"/>
            </a:xfrm>
            <a:custGeom>
              <a:avLst/>
              <a:gdLst>
                <a:gd name="connsiteX0" fmla="*/ 20669 w 202882"/>
                <a:gd name="connsiteY0" fmla="*/ 268224 h 268223"/>
                <a:gd name="connsiteX1" fmla="*/ 0 w 202882"/>
                <a:gd name="connsiteY1" fmla="*/ 268224 h 268223"/>
                <a:gd name="connsiteX2" fmla="*/ 182118 w 202882"/>
                <a:gd name="connsiteY2" fmla="*/ 0 h 268223"/>
                <a:gd name="connsiteX3" fmla="*/ 202883 w 202882"/>
                <a:gd name="connsiteY3" fmla="*/ 0 h 268223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</a:cxnLst>
              <a:rect l="l" t="t" r="r" b="b"/>
              <a:pathLst>
                <a:path w="202882" h="268223">
                  <a:moveTo>
                    <a:pt x="20669" y="268224"/>
                  </a:moveTo>
                  <a:lnTo>
                    <a:pt x="0" y="268224"/>
                  </a:lnTo>
                  <a:lnTo>
                    <a:pt x="182118" y="0"/>
                  </a:lnTo>
                  <a:lnTo>
                    <a:pt x="202883" y="0"/>
                  </a:lnTo>
                  <a:close/>
                </a:path>
              </a:pathLst>
            </a:custGeom>
            <a:grpFill/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32" name="Freeform: Shape 31">
              <a:extLst>
                <a:ext uri="{FF2B5EF4-FFF2-40B4-BE49-F238E27FC236}">
                  <a16:creationId xmlns:a16="http://schemas.microsoft.com/office/drawing/2014/main" id="{CC0876CB-9C60-4580-8FED-CD64EC76645E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10141090" y="4115729"/>
              <a:ext cx="202882" cy="268223"/>
            </a:xfrm>
            <a:custGeom>
              <a:avLst/>
              <a:gdLst>
                <a:gd name="connsiteX0" fmla="*/ 20669 w 202882"/>
                <a:gd name="connsiteY0" fmla="*/ 268224 h 268223"/>
                <a:gd name="connsiteX1" fmla="*/ 0 w 202882"/>
                <a:gd name="connsiteY1" fmla="*/ 268224 h 268223"/>
                <a:gd name="connsiteX2" fmla="*/ 182118 w 202882"/>
                <a:gd name="connsiteY2" fmla="*/ 0 h 268223"/>
                <a:gd name="connsiteX3" fmla="*/ 202883 w 202882"/>
                <a:gd name="connsiteY3" fmla="*/ 0 h 268223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</a:cxnLst>
              <a:rect l="l" t="t" r="r" b="b"/>
              <a:pathLst>
                <a:path w="202882" h="268223">
                  <a:moveTo>
                    <a:pt x="20669" y="268224"/>
                  </a:moveTo>
                  <a:lnTo>
                    <a:pt x="0" y="268224"/>
                  </a:lnTo>
                  <a:lnTo>
                    <a:pt x="182118" y="0"/>
                  </a:lnTo>
                  <a:lnTo>
                    <a:pt x="202883" y="0"/>
                  </a:lnTo>
                  <a:close/>
                </a:path>
              </a:pathLst>
            </a:custGeom>
            <a:grpFill/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33" name="Freeform: Shape 32">
              <a:extLst>
                <a:ext uri="{FF2B5EF4-FFF2-40B4-BE49-F238E27FC236}">
                  <a16:creationId xmlns:a16="http://schemas.microsoft.com/office/drawing/2014/main" id="{A879B3B7-48DB-4D3A-BB33-02766EAD3D91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10240911" y="4115729"/>
              <a:ext cx="202882" cy="268223"/>
            </a:xfrm>
            <a:custGeom>
              <a:avLst/>
              <a:gdLst>
                <a:gd name="connsiteX0" fmla="*/ 20669 w 202882"/>
                <a:gd name="connsiteY0" fmla="*/ 268224 h 268223"/>
                <a:gd name="connsiteX1" fmla="*/ 0 w 202882"/>
                <a:gd name="connsiteY1" fmla="*/ 268224 h 268223"/>
                <a:gd name="connsiteX2" fmla="*/ 182118 w 202882"/>
                <a:gd name="connsiteY2" fmla="*/ 0 h 268223"/>
                <a:gd name="connsiteX3" fmla="*/ 202883 w 202882"/>
                <a:gd name="connsiteY3" fmla="*/ 0 h 268223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</a:cxnLst>
              <a:rect l="l" t="t" r="r" b="b"/>
              <a:pathLst>
                <a:path w="202882" h="268223">
                  <a:moveTo>
                    <a:pt x="20669" y="268224"/>
                  </a:moveTo>
                  <a:lnTo>
                    <a:pt x="0" y="268224"/>
                  </a:lnTo>
                  <a:lnTo>
                    <a:pt x="182118" y="0"/>
                  </a:lnTo>
                  <a:lnTo>
                    <a:pt x="202883" y="0"/>
                  </a:lnTo>
                  <a:close/>
                </a:path>
              </a:pathLst>
            </a:custGeom>
            <a:grpFill/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</p:grpSp>
      <p:pic>
        <p:nvPicPr>
          <p:cNvPr id="5" name="Picture 4">
            <a:extLst>
              <a:ext uri="{FF2B5EF4-FFF2-40B4-BE49-F238E27FC236}">
                <a16:creationId xmlns:a16="http://schemas.microsoft.com/office/drawing/2014/main" id="{FE5AF391-9DF0-2A7A-05AC-52606838564E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049863" y="3424983"/>
            <a:ext cx="9819224" cy="2562316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835150068"/>
      </p:ext>
    </p:extLst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2" name="Rectangle 41">
            <a:extLst>
              <a:ext uri="{FF2B5EF4-FFF2-40B4-BE49-F238E27FC236}">
                <a16:creationId xmlns:a16="http://schemas.microsoft.com/office/drawing/2014/main" id="{5A0118C5-4F8D-4CF4-BADD-53FEACC6C42A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chemeClr val="tx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44" name="Oval 43">
            <a:extLst>
              <a:ext uri="{FF2B5EF4-FFF2-40B4-BE49-F238E27FC236}">
                <a16:creationId xmlns:a16="http://schemas.microsoft.com/office/drawing/2014/main" id="{4E0A5C5C-2A95-428E-9F6A-0D29EBD57C9F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888395" y="1040837"/>
            <a:ext cx="4754948" cy="4754948"/>
          </a:xfrm>
          <a:prstGeom prst="ellipse">
            <a:avLst/>
          </a:prstGeom>
          <a:solidFill>
            <a:srgbClr val="FFFFFF"/>
          </a:solidFill>
          <a:ln w="28575"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46" name="Oval 45">
            <a:extLst>
              <a:ext uri="{FF2B5EF4-FFF2-40B4-BE49-F238E27FC236}">
                <a16:creationId xmlns:a16="http://schemas.microsoft.com/office/drawing/2014/main" id="{1056F38F-7C4E-461D-8709-7D0024AE1F79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879411" y="1029607"/>
            <a:ext cx="4754948" cy="4754948"/>
          </a:xfrm>
          <a:prstGeom prst="ellipse">
            <a:avLst/>
          </a:prstGeom>
          <a:solidFill>
            <a:schemeClr val="accent6">
              <a:alpha val="30000"/>
            </a:schemeClr>
          </a:solidFill>
          <a:ln w="28575">
            <a:solidFill>
              <a:schemeClr val="bg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48" name="Oval 47">
            <a:extLst>
              <a:ext uri="{FF2B5EF4-FFF2-40B4-BE49-F238E27FC236}">
                <a16:creationId xmlns:a16="http://schemas.microsoft.com/office/drawing/2014/main" id="{C7278469-3C3C-49CE-AEEE-E176A4900B78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739960" y="934855"/>
            <a:ext cx="4754948" cy="4754948"/>
          </a:xfrm>
          <a:prstGeom prst="ellipse">
            <a:avLst/>
          </a:prstGeom>
          <a:solidFill>
            <a:schemeClr val="tx1"/>
          </a:solidFill>
          <a:ln w="28575">
            <a:solidFill>
              <a:schemeClr val="bg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6399CD8B-CD78-4302-25A0-A0224023013D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102368" y="1877492"/>
            <a:ext cx="4030132" cy="3215373"/>
          </a:xfrm>
        </p:spPr>
        <p:txBody>
          <a:bodyPr vert="horz" lIns="91440" tIns="45720" rIns="91440" bIns="45720" rtlCol="0">
            <a:normAutofit/>
          </a:bodyPr>
          <a:lstStyle/>
          <a:p>
            <a:pPr algn="ctr"/>
            <a:r>
              <a:rPr lang="en-US" kern="1200" dirty="0">
                <a:solidFill>
                  <a:schemeClr val="bg1"/>
                </a:solidFill>
                <a:latin typeface="+mj-lt"/>
                <a:ea typeface="+mj-ea"/>
                <a:cs typeface="+mj-cs"/>
              </a:rPr>
              <a:t>Retrospective</a:t>
            </a:r>
          </a:p>
        </p:txBody>
      </p:sp>
      <p:grpSp>
        <p:nvGrpSpPr>
          <p:cNvPr id="50" name="Group 49">
            <a:extLst>
              <a:ext uri="{FF2B5EF4-FFF2-40B4-BE49-F238E27FC236}">
                <a16:creationId xmlns:a16="http://schemas.microsoft.com/office/drawing/2014/main" id="{93DC754C-7E09-422D-A8BB-AF632E90DFA2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GrpSpPr>
            <a:grpSpLocks noGrp="1" noUngrp="1" noRot="1" noChangeAspect="1" noMove="1" noResize="1"/>
          </p:cNvGrp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GrpSpPr>
        <p:grpSpPr>
          <a:xfrm>
            <a:off x="0" y="377893"/>
            <a:ext cx="1861854" cy="717514"/>
            <a:chOff x="0" y="377893"/>
            <a:chExt cx="1861854" cy="717514"/>
          </a:xfrm>
          <a:solidFill>
            <a:schemeClr val="bg1"/>
          </a:solidFill>
        </p:grpSpPr>
        <p:sp>
          <p:nvSpPr>
            <p:cNvPr id="51" name="Freeform: Shape 50">
              <a:extLst>
                <a:ext uri="{FF2B5EF4-FFF2-40B4-BE49-F238E27FC236}">
                  <a16:creationId xmlns:a16="http://schemas.microsoft.com/office/drawing/2014/main" id="{C5A741B9-65EC-4C5B-9FE0-4A18575771A6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0" y="377893"/>
              <a:ext cx="1861854" cy="277779"/>
            </a:xfrm>
            <a:custGeom>
              <a:avLst/>
              <a:gdLst>
                <a:gd name="connsiteX0" fmla="*/ 180458 w 1861854"/>
                <a:gd name="connsiteY0" fmla="*/ 0 h 277779"/>
                <a:gd name="connsiteX1" fmla="*/ 419222 w 1861854"/>
                <a:gd name="connsiteY1" fmla="*/ 238761 h 277779"/>
                <a:gd name="connsiteX2" fmla="*/ 657984 w 1861854"/>
                <a:gd name="connsiteY2" fmla="*/ 0 h 277779"/>
                <a:gd name="connsiteX3" fmla="*/ 896745 w 1861854"/>
                <a:gd name="connsiteY3" fmla="*/ 238761 h 277779"/>
                <a:gd name="connsiteX4" fmla="*/ 1135754 w 1861854"/>
                <a:gd name="connsiteY4" fmla="*/ 0 h 277779"/>
                <a:gd name="connsiteX5" fmla="*/ 1374516 w 1861854"/>
                <a:gd name="connsiteY5" fmla="*/ 238761 h 277779"/>
                <a:gd name="connsiteX6" fmla="*/ 1613277 w 1861854"/>
                <a:gd name="connsiteY6" fmla="*/ 0 h 277779"/>
                <a:gd name="connsiteX7" fmla="*/ 1861854 w 1861854"/>
                <a:gd name="connsiteY7" fmla="*/ 248577 h 277779"/>
                <a:gd name="connsiteX8" fmla="*/ 1842470 w 1861854"/>
                <a:gd name="connsiteY8" fmla="*/ 267963 h 277779"/>
                <a:gd name="connsiteX9" fmla="*/ 1613277 w 1861854"/>
                <a:gd name="connsiteY9" fmla="*/ 39017 h 277779"/>
                <a:gd name="connsiteX10" fmla="*/ 1374516 w 1861854"/>
                <a:gd name="connsiteY10" fmla="*/ 277779 h 277779"/>
                <a:gd name="connsiteX11" fmla="*/ 1135754 w 1861854"/>
                <a:gd name="connsiteY11" fmla="*/ 39017 h 277779"/>
                <a:gd name="connsiteX12" fmla="*/ 896745 w 1861854"/>
                <a:gd name="connsiteY12" fmla="*/ 277779 h 277779"/>
                <a:gd name="connsiteX13" fmla="*/ 657984 w 1861854"/>
                <a:gd name="connsiteY13" fmla="*/ 39017 h 277779"/>
                <a:gd name="connsiteX14" fmla="*/ 419222 w 1861854"/>
                <a:gd name="connsiteY14" fmla="*/ 277779 h 277779"/>
                <a:gd name="connsiteX15" fmla="*/ 180458 w 1861854"/>
                <a:gd name="connsiteY15" fmla="*/ 39017 h 277779"/>
                <a:gd name="connsiteX16" fmla="*/ 0 w 1861854"/>
                <a:gd name="connsiteY16" fmla="*/ 219283 h 277779"/>
                <a:gd name="connsiteX17" fmla="*/ 0 w 1861854"/>
                <a:gd name="connsiteY17" fmla="*/ 180458 h 277779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</a:cxnLst>
              <a:rect l="l" t="t" r="r" b="b"/>
              <a:pathLst>
                <a:path w="1861854" h="277779">
                  <a:moveTo>
                    <a:pt x="180458" y="0"/>
                  </a:moveTo>
                  <a:lnTo>
                    <a:pt x="419222" y="238761"/>
                  </a:lnTo>
                  <a:lnTo>
                    <a:pt x="657984" y="0"/>
                  </a:lnTo>
                  <a:lnTo>
                    <a:pt x="896745" y="238761"/>
                  </a:lnTo>
                  <a:lnTo>
                    <a:pt x="1135754" y="0"/>
                  </a:lnTo>
                  <a:lnTo>
                    <a:pt x="1374516" y="238761"/>
                  </a:lnTo>
                  <a:lnTo>
                    <a:pt x="1613277" y="0"/>
                  </a:lnTo>
                  <a:lnTo>
                    <a:pt x="1861854" y="248577"/>
                  </a:lnTo>
                  <a:lnTo>
                    <a:pt x="1842470" y="267963"/>
                  </a:lnTo>
                  <a:lnTo>
                    <a:pt x="1613277" y="39017"/>
                  </a:lnTo>
                  <a:lnTo>
                    <a:pt x="1374516" y="277779"/>
                  </a:lnTo>
                  <a:lnTo>
                    <a:pt x="1135754" y="39017"/>
                  </a:lnTo>
                  <a:lnTo>
                    <a:pt x="896745" y="277779"/>
                  </a:lnTo>
                  <a:lnTo>
                    <a:pt x="657984" y="39017"/>
                  </a:lnTo>
                  <a:lnTo>
                    <a:pt x="419222" y="277779"/>
                  </a:lnTo>
                  <a:lnTo>
                    <a:pt x="180458" y="39017"/>
                  </a:lnTo>
                  <a:lnTo>
                    <a:pt x="0" y="219283"/>
                  </a:lnTo>
                  <a:lnTo>
                    <a:pt x="0" y="180458"/>
                  </a:lnTo>
                  <a:close/>
                </a:path>
              </a:pathLst>
            </a:custGeom>
            <a:grpFill/>
            <a:ln w="9525" cap="flat">
              <a:noFill/>
              <a:prstDash val="solid"/>
              <a:miter/>
            </a:ln>
          </p:spPr>
          <p:txBody>
            <a:bodyPr wrap="square" rtlCol="0" anchor="ctr">
              <a:noAutofit/>
            </a:bodyPr>
            <a:lstStyle/>
            <a:p>
              <a:endParaRPr lang="en-US"/>
            </a:p>
          </p:txBody>
        </p:sp>
        <p:sp>
          <p:nvSpPr>
            <p:cNvPr id="52" name="Freeform: Shape 51">
              <a:extLst>
                <a:ext uri="{FF2B5EF4-FFF2-40B4-BE49-F238E27FC236}">
                  <a16:creationId xmlns:a16="http://schemas.microsoft.com/office/drawing/2014/main" id="{C0BB4301-41FA-4453-956F-A11CC664B68B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0" y="817628"/>
              <a:ext cx="1861854" cy="277779"/>
            </a:xfrm>
            <a:custGeom>
              <a:avLst/>
              <a:gdLst>
                <a:gd name="connsiteX0" fmla="*/ 180458 w 1861854"/>
                <a:gd name="connsiteY0" fmla="*/ 0 h 277779"/>
                <a:gd name="connsiteX1" fmla="*/ 419222 w 1861854"/>
                <a:gd name="connsiteY1" fmla="*/ 238761 h 277779"/>
                <a:gd name="connsiteX2" fmla="*/ 657984 w 1861854"/>
                <a:gd name="connsiteY2" fmla="*/ 0 h 277779"/>
                <a:gd name="connsiteX3" fmla="*/ 896745 w 1861854"/>
                <a:gd name="connsiteY3" fmla="*/ 238761 h 277779"/>
                <a:gd name="connsiteX4" fmla="*/ 1135754 w 1861854"/>
                <a:gd name="connsiteY4" fmla="*/ 0 h 277779"/>
                <a:gd name="connsiteX5" fmla="*/ 1374516 w 1861854"/>
                <a:gd name="connsiteY5" fmla="*/ 238761 h 277779"/>
                <a:gd name="connsiteX6" fmla="*/ 1613277 w 1861854"/>
                <a:gd name="connsiteY6" fmla="*/ 0 h 277779"/>
                <a:gd name="connsiteX7" fmla="*/ 1861854 w 1861854"/>
                <a:gd name="connsiteY7" fmla="*/ 248577 h 277779"/>
                <a:gd name="connsiteX8" fmla="*/ 1842470 w 1861854"/>
                <a:gd name="connsiteY8" fmla="*/ 268208 h 277779"/>
                <a:gd name="connsiteX9" fmla="*/ 1613277 w 1861854"/>
                <a:gd name="connsiteY9" fmla="*/ 39017 h 277779"/>
                <a:gd name="connsiteX10" fmla="*/ 1374516 w 1861854"/>
                <a:gd name="connsiteY10" fmla="*/ 277779 h 277779"/>
                <a:gd name="connsiteX11" fmla="*/ 1135754 w 1861854"/>
                <a:gd name="connsiteY11" fmla="*/ 39017 h 277779"/>
                <a:gd name="connsiteX12" fmla="*/ 896745 w 1861854"/>
                <a:gd name="connsiteY12" fmla="*/ 277779 h 277779"/>
                <a:gd name="connsiteX13" fmla="*/ 657984 w 1861854"/>
                <a:gd name="connsiteY13" fmla="*/ 39017 h 277779"/>
                <a:gd name="connsiteX14" fmla="*/ 419222 w 1861854"/>
                <a:gd name="connsiteY14" fmla="*/ 277779 h 277779"/>
                <a:gd name="connsiteX15" fmla="*/ 180458 w 1861854"/>
                <a:gd name="connsiteY15" fmla="*/ 39017 h 277779"/>
                <a:gd name="connsiteX16" fmla="*/ 0 w 1861854"/>
                <a:gd name="connsiteY16" fmla="*/ 219475 h 277779"/>
                <a:gd name="connsiteX17" fmla="*/ 0 w 1861854"/>
                <a:gd name="connsiteY17" fmla="*/ 180458 h 277779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</a:cxnLst>
              <a:rect l="l" t="t" r="r" b="b"/>
              <a:pathLst>
                <a:path w="1861854" h="277779">
                  <a:moveTo>
                    <a:pt x="180458" y="0"/>
                  </a:moveTo>
                  <a:lnTo>
                    <a:pt x="419222" y="238761"/>
                  </a:lnTo>
                  <a:lnTo>
                    <a:pt x="657984" y="0"/>
                  </a:lnTo>
                  <a:lnTo>
                    <a:pt x="896745" y="238761"/>
                  </a:lnTo>
                  <a:lnTo>
                    <a:pt x="1135754" y="0"/>
                  </a:lnTo>
                  <a:lnTo>
                    <a:pt x="1374516" y="238761"/>
                  </a:lnTo>
                  <a:lnTo>
                    <a:pt x="1613277" y="0"/>
                  </a:lnTo>
                  <a:lnTo>
                    <a:pt x="1861854" y="248577"/>
                  </a:lnTo>
                  <a:lnTo>
                    <a:pt x="1842470" y="268208"/>
                  </a:lnTo>
                  <a:lnTo>
                    <a:pt x="1613277" y="39017"/>
                  </a:lnTo>
                  <a:lnTo>
                    <a:pt x="1374516" y="277779"/>
                  </a:lnTo>
                  <a:lnTo>
                    <a:pt x="1135754" y="39017"/>
                  </a:lnTo>
                  <a:lnTo>
                    <a:pt x="896745" y="277779"/>
                  </a:lnTo>
                  <a:lnTo>
                    <a:pt x="657984" y="39017"/>
                  </a:lnTo>
                  <a:lnTo>
                    <a:pt x="419222" y="277779"/>
                  </a:lnTo>
                  <a:lnTo>
                    <a:pt x="180458" y="39017"/>
                  </a:lnTo>
                  <a:lnTo>
                    <a:pt x="0" y="219475"/>
                  </a:lnTo>
                  <a:lnTo>
                    <a:pt x="0" y="180458"/>
                  </a:lnTo>
                  <a:close/>
                </a:path>
              </a:pathLst>
            </a:custGeom>
            <a:grpFill/>
            <a:ln w="9525" cap="flat">
              <a:noFill/>
              <a:prstDash val="solid"/>
              <a:miter/>
            </a:ln>
          </p:spPr>
          <p:txBody>
            <a:bodyPr wrap="square" rtlCol="0" anchor="ctr">
              <a:noAutofit/>
            </a:bodyPr>
            <a:lstStyle/>
            <a:p>
              <a:endParaRPr lang="en-US"/>
            </a:p>
          </p:txBody>
        </p:sp>
      </p:grpSp>
      <p:sp>
        <p:nvSpPr>
          <p:cNvPr id="54" name="Graphic 212">
            <a:extLst>
              <a:ext uri="{FF2B5EF4-FFF2-40B4-BE49-F238E27FC236}">
                <a16:creationId xmlns:a16="http://schemas.microsoft.com/office/drawing/2014/main" id="{4C6598AB-1C17-4D54-951C-A082D94ACB7A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4588524" y="457812"/>
            <a:ext cx="914565" cy="914565"/>
          </a:xfrm>
          <a:custGeom>
            <a:avLst/>
            <a:gdLst>
              <a:gd name="connsiteX0" fmla="*/ 403574 w 807148"/>
              <a:gd name="connsiteY0" fmla="*/ 0 h 807148"/>
              <a:gd name="connsiteX1" fmla="*/ 0 w 807148"/>
              <a:gd name="connsiteY1" fmla="*/ 403574 h 807148"/>
              <a:gd name="connsiteX2" fmla="*/ 403574 w 807148"/>
              <a:gd name="connsiteY2" fmla="*/ 807149 h 807148"/>
              <a:gd name="connsiteX3" fmla="*/ 807149 w 807148"/>
              <a:gd name="connsiteY3" fmla="*/ 403574 h 807148"/>
              <a:gd name="connsiteX4" fmla="*/ 403574 w 807148"/>
              <a:gd name="connsiteY4" fmla="*/ 0 h 807148"/>
              <a:gd name="connsiteX5" fmla="*/ 403574 w 807148"/>
              <a:gd name="connsiteY5" fmla="*/ 667988 h 807148"/>
              <a:gd name="connsiteX6" fmla="*/ 139160 w 807148"/>
              <a:gd name="connsiteY6" fmla="*/ 403574 h 807148"/>
              <a:gd name="connsiteX7" fmla="*/ 403574 w 807148"/>
              <a:gd name="connsiteY7" fmla="*/ 139160 h 807148"/>
              <a:gd name="connsiteX8" fmla="*/ 667988 w 807148"/>
              <a:gd name="connsiteY8" fmla="*/ 403574 h 807148"/>
              <a:gd name="connsiteX9" fmla="*/ 403574 w 807148"/>
              <a:gd name="connsiteY9" fmla="*/ 667988 h 807148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</a:cxnLst>
            <a:rect l="l" t="t" r="r" b="b"/>
            <a:pathLst>
              <a:path w="807148" h="807148">
                <a:moveTo>
                  <a:pt x="403574" y="0"/>
                </a:moveTo>
                <a:cubicBezTo>
                  <a:pt x="180689" y="0"/>
                  <a:pt x="0" y="180689"/>
                  <a:pt x="0" y="403574"/>
                </a:cubicBezTo>
                <a:cubicBezTo>
                  <a:pt x="0" y="626459"/>
                  <a:pt x="180689" y="807149"/>
                  <a:pt x="403574" y="807149"/>
                </a:cubicBezTo>
                <a:cubicBezTo>
                  <a:pt x="626459" y="807149"/>
                  <a:pt x="807149" y="626459"/>
                  <a:pt x="807149" y="403574"/>
                </a:cubicBezTo>
                <a:cubicBezTo>
                  <a:pt x="807149" y="180689"/>
                  <a:pt x="626459" y="0"/>
                  <a:pt x="403574" y="0"/>
                </a:cubicBezTo>
                <a:close/>
                <a:moveTo>
                  <a:pt x="403574" y="667988"/>
                </a:moveTo>
                <a:cubicBezTo>
                  <a:pt x="257556" y="667988"/>
                  <a:pt x="139160" y="549593"/>
                  <a:pt x="139160" y="403574"/>
                </a:cubicBezTo>
                <a:cubicBezTo>
                  <a:pt x="139160" y="257556"/>
                  <a:pt x="257556" y="139160"/>
                  <a:pt x="403574" y="139160"/>
                </a:cubicBezTo>
                <a:cubicBezTo>
                  <a:pt x="549593" y="139160"/>
                  <a:pt x="667988" y="257556"/>
                  <a:pt x="667988" y="403574"/>
                </a:cubicBezTo>
                <a:cubicBezTo>
                  <a:pt x="667988" y="549593"/>
                  <a:pt x="549593" y="667988"/>
                  <a:pt x="403574" y="667988"/>
                </a:cubicBezTo>
                <a:close/>
              </a:path>
            </a:pathLst>
          </a:custGeom>
          <a:solidFill>
            <a:srgbClr val="FFFFFF"/>
          </a:solidFill>
          <a:ln w="28575"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endParaRPr lang="en-US">
              <a:solidFill>
                <a:schemeClr val="lt1"/>
              </a:solidFill>
            </a:endParaRPr>
          </a:p>
        </p:txBody>
      </p:sp>
      <p:sp>
        <p:nvSpPr>
          <p:cNvPr id="56" name="Graphic 212">
            <a:extLst>
              <a:ext uri="{FF2B5EF4-FFF2-40B4-BE49-F238E27FC236}">
                <a16:creationId xmlns:a16="http://schemas.microsoft.com/office/drawing/2014/main" id="{C83B66D7-137D-4AC1-B172-53D60F08BEB5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4588524" y="457812"/>
            <a:ext cx="914565" cy="914565"/>
          </a:xfrm>
          <a:custGeom>
            <a:avLst/>
            <a:gdLst>
              <a:gd name="connsiteX0" fmla="*/ 403574 w 807148"/>
              <a:gd name="connsiteY0" fmla="*/ 0 h 807148"/>
              <a:gd name="connsiteX1" fmla="*/ 0 w 807148"/>
              <a:gd name="connsiteY1" fmla="*/ 403574 h 807148"/>
              <a:gd name="connsiteX2" fmla="*/ 403574 w 807148"/>
              <a:gd name="connsiteY2" fmla="*/ 807149 h 807148"/>
              <a:gd name="connsiteX3" fmla="*/ 807149 w 807148"/>
              <a:gd name="connsiteY3" fmla="*/ 403574 h 807148"/>
              <a:gd name="connsiteX4" fmla="*/ 403574 w 807148"/>
              <a:gd name="connsiteY4" fmla="*/ 0 h 807148"/>
              <a:gd name="connsiteX5" fmla="*/ 403574 w 807148"/>
              <a:gd name="connsiteY5" fmla="*/ 667988 h 807148"/>
              <a:gd name="connsiteX6" fmla="*/ 139160 w 807148"/>
              <a:gd name="connsiteY6" fmla="*/ 403574 h 807148"/>
              <a:gd name="connsiteX7" fmla="*/ 403574 w 807148"/>
              <a:gd name="connsiteY7" fmla="*/ 139160 h 807148"/>
              <a:gd name="connsiteX8" fmla="*/ 667988 w 807148"/>
              <a:gd name="connsiteY8" fmla="*/ 403574 h 807148"/>
              <a:gd name="connsiteX9" fmla="*/ 403574 w 807148"/>
              <a:gd name="connsiteY9" fmla="*/ 667988 h 807148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</a:cxnLst>
            <a:rect l="l" t="t" r="r" b="b"/>
            <a:pathLst>
              <a:path w="807148" h="807148">
                <a:moveTo>
                  <a:pt x="403574" y="0"/>
                </a:moveTo>
                <a:cubicBezTo>
                  <a:pt x="180689" y="0"/>
                  <a:pt x="0" y="180689"/>
                  <a:pt x="0" y="403574"/>
                </a:cubicBezTo>
                <a:cubicBezTo>
                  <a:pt x="0" y="626459"/>
                  <a:pt x="180689" y="807149"/>
                  <a:pt x="403574" y="807149"/>
                </a:cubicBezTo>
                <a:cubicBezTo>
                  <a:pt x="626459" y="807149"/>
                  <a:pt x="807149" y="626459"/>
                  <a:pt x="807149" y="403574"/>
                </a:cubicBezTo>
                <a:cubicBezTo>
                  <a:pt x="807149" y="180689"/>
                  <a:pt x="626459" y="0"/>
                  <a:pt x="403574" y="0"/>
                </a:cubicBezTo>
                <a:close/>
                <a:moveTo>
                  <a:pt x="403574" y="667988"/>
                </a:moveTo>
                <a:cubicBezTo>
                  <a:pt x="257556" y="667988"/>
                  <a:pt x="139160" y="549593"/>
                  <a:pt x="139160" y="403574"/>
                </a:cubicBezTo>
                <a:cubicBezTo>
                  <a:pt x="139160" y="257556"/>
                  <a:pt x="257556" y="139160"/>
                  <a:pt x="403574" y="139160"/>
                </a:cubicBezTo>
                <a:cubicBezTo>
                  <a:pt x="549593" y="139160"/>
                  <a:pt x="667988" y="257556"/>
                  <a:pt x="667988" y="403574"/>
                </a:cubicBezTo>
                <a:cubicBezTo>
                  <a:pt x="667988" y="549593"/>
                  <a:pt x="549593" y="667988"/>
                  <a:pt x="403574" y="667988"/>
                </a:cubicBezTo>
                <a:close/>
              </a:path>
            </a:pathLst>
          </a:custGeom>
          <a:solidFill>
            <a:schemeClr val="accent2">
              <a:alpha val="30000"/>
            </a:schemeClr>
          </a:solidFill>
          <a:ln w="28575">
            <a:solidFill>
              <a:schemeClr val="bg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endParaRPr lang="en-US">
              <a:solidFill>
                <a:schemeClr val="lt1"/>
              </a:solidFill>
            </a:endParaRPr>
          </a:p>
        </p:txBody>
      </p:sp>
      <p:sp>
        <p:nvSpPr>
          <p:cNvPr id="58" name="Oval 57">
            <a:extLst>
              <a:ext uri="{FF2B5EF4-FFF2-40B4-BE49-F238E27FC236}">
                <a16:creationId xmlns:a16="http://schemas.microsoft.com/office/drawing/2014/main" id="{F6B92503-6984-4D15-8B98-8718709B785D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642976" y="4946663"/>
            <a:ext cx="319941" cy="319941"/>
          </a:xfrm>
          <a:prstGeom prst="ellipse">
            <a:avLst/>
          </a:prstGeom>
          <a:solidFill>
            <a:srgbClr val="FFFFFF"/>
          </a:solidFill>
          <a:ln w="28575"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endParaRPr lang="en-US"/>
          </a:p>
        </p:txBody>
      </p:sp>
      <p:sp>
        <p:nvSpPr>
          <p:cNvPr id="60" name="Oval 59">
            <a:extLst>
              <a:ext uri="{FF2B5EF4-FFF2-40B4-BE49-F238E27FC236}">
                <a16:creationId xmlns:a16="http://schemas.microsoft.com/office/drawing/2014/main" id="{08DDF938-524E-4C18-A47D-C00627832366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642976" y="4946663"/>
            <a:ext cx="319941" cy="319941"/>
          </a:xfrm>
          <a:prstGeom prst="ellipse">
            <a:avLst/>
          </a:prstGeom>
          <a:solidFill>
            <a:schemeClr val="accent2">
              <a:alpha val="30000"/>
            </a:schemeClr>
          </a:solidFill>
          <a:ln w="28575">
            <a:solidFill>
              <a:schemeClr val="bg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endParaRPr lang="en-US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5EFFFCC1-F749-FCE9-2663-04A215FE5F17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6234868" y="1130846"/>
            <a:ext cx="5217173" cy="4351338"/>
          </a:xfrm>
        </p:spPr>
        <p:txBody>
          <a:bodyPr vert="horz" lIns="91440" tIns="45720" rIns="91440" bIns="45720" rtlCol="0">
            <a:normAutofit/>
          </a:bodyPr>
          <a:lstStyle/>
          <a:p>
            <a:r>
              <a:rPr lang="en-NL" dirty="0">
                <a:solidFill>
                  <a:schemeClr val="bg1"/>
                </a:solidFill>
              </a:rPr>
              <a:t>Communicatie heeft wat aandachtspuntjes</a:t>
            </a:r>
          </a:p>
          <a:p>
            <a:r>
              <a:rPr lang="en-NL" dirty="0">
                <a:solidFill>
                  <a:schemeClr val="bg1"/>
                </a:solidFill>
              </a:rPr>
              <a:t>Zoeken naar hoe we taken kunnen verdelen</a:t>
            </a:r>
          </a:p>
          <a:p>
            <a:endParaRPr lang="nl-NL" dirty="0">
              <a:solidFill>
                <a:schemeClr val="bg1"/>
              </a:solidFill>
            </a:endParaRPr>
          </a:p>
        </p:txBody>
      </p:sp>
      <p:grpSp>
        <p:nvGrpSpPr>
          <p:cNvPr id="62" name="Graphic 185">
            <a:extLst>
              <a:ext uri="{FF2B5EF4-FFF2-40B4-BE49-F238E27FC236}">
                <a16:creationId xmlns:a16="http://schemas.microsoft.com/office/drawing/2014/main" id="{3773FAF5-C452-4455-9411-D6AF5EBD4CA9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GrpSpPr>
            <a:grpSpLocks noGrp="1" noUngrp="1" noRot="1" noChangeAspect="1" noMove="1" noResize="1"/>
          </p:cNvGrp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GrpSpPr>
        <p:grpSpPr>
          <a:xfrm>
            <a:off x="9812239" y="6139464"/>
            <a:ext cx="1054466" cy="469689"/>
            <a:chOff x="9841624" y="4115729"/>
            <a:chExt cx="602169" cy="268223"/>
          </a:xfrm>
          <a:solidFill>
            <a:schemeClr val="bg1"/>
          </a:solidFill>
        </p:grpSpPr>
        <p:sp>
          <p:nvSpPr>
            <p:cNvPr id="63" name="Freeform: Shape 62">
              <a:extLst>
                <a:ext uri="{FF2B5EF4-FFF2-40B4-BE49-F238E27FC236}">
                  <a16:creationId xmlns:a16="http://schemas.microsoft.com/office/drawing/2014/main" id="{1ECA0D96-F63C-4F7B-BE16-0F3FE76D7D60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9841624" y="4115729"/>
              <a:ext cx="202882" cy="268223"/>
            </a:xfrm>
            <a:custGeom>
              <a:avLst/>
              <a:gdLst>
                <a:gd name="connsiteX0" fmla="*/ 20765 w 202882"/>
                <a:gd name="connsiteY0" fmla="*/ 268224 h 268223"/>
                <a:gd name="connsiteX1" fmla="*/ 0 w 202882"/>
                <a:gd name="connsiteY1" fmla="*/ 268224 h 268223"/>
                <a:gd name="connsiteX2" fmla="*/ 182118 w 202882"/>
                <a:gd name="connsiteY2" fmla="*/ 0 h 268223"/>
                <a:gd name="connsiteX3" fmla="*/ 202883 w 202882"/>
                <a:gd name="connsiteY3" fmla="*/ 0 h 268223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</a:cxnLst>
              <a:rect l="l" t="t" r="r" b="b"/>
              <a:pathLst>
                <a:path w="202882" h="268223">
                  <a:moveTo>
                    <a:pt x="20765" y="268224"/>
                  </a:moveTo>
                  <a:lnTo>
                    <a:pt x="0" y="268224"/>
                  </a:lnTo>
                  <a:lnTo>
                    <a:pt x="182118" y="0"/>
                  </a:lnTo>
                  <a:lnTo>
                    <a:pt x="202883" y="0"/>
                  </a:lnTo>
                  <a:close/>
                </a:path>
              </a:pathLst>
            </a:custGeom>
            <a:grpFill/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64" name="Freeform: Shape 63">
              <a:extLst>
                <a:ext uri="{FF2B5EF4-FFF2-40B4-BE49-F238E27FC236}">
                  <a16:creationId xmlns:a16="http://schemas.microsoft.com/office/drawing/2014/main" id="{74F83A81-0546-400A-918A-90C9C48B8147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9941445" y="4115729"/>
              <a:ext cx="202882" cy="268223"/>
            </a:xfrm>
            <a:custGeom>
              <a:avLst/>
              <a:gdLst>
                <a:gd name="connsiteX0" fmla="*/ 20765 w 202882"/>
                <a:gd name="connsiteY0" fmla="*/ 268224 h 268223"/>
                <a:gd name="connsiteX1" fmla="*/ 0 w 202882"/>
                <a:gd name="connsiteY1" fmla="*/ 268224 h 268223"/>
                <a:gd name="connsiteX2" fmla="*/ 182118 w 202882"/>
                <a:gd name="connsiteY2" fmla="*/ 0 h 268223"/>
                <a:gd name="connsiteX3" fmla="*/ 202883 w 202882"/>
                <a:gd name="connsiteY3" fmla="*/ 0 h 268223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</a:cxnLst>
              <a:rect l="l" t="t" r="r" b="b"/>
              <a:pathLst>
                <a:path w="202882" h="268223">
                  <a:moveTo>
                    <a:pt x="20765" y="268224"/>
                  </a:moveTo>
                  <a:lnTo>
                    <a:pt x="0" y="268224"/>
                  </a:lnTo>
                  <a:lnTo>
                    <a:pt x="182118" y="0"/>
                  </a:lnTo>
                  <a:lnTo>
                    <a:pt x="202883" y="0"/>
                  </a:lnTo>
                  <a:close/>
                </a:path>
              </a:pathLst>
            </a:custGeom>
            <a:grpFill/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65" name="Freeform: Shape 64">
              <a:extLst>
                <a:ext uri="{FF2B5EF4-FFF2-40B4-BE49-F238E27FC236}">
                  <a16:creationId xmlns:a16="http://schemas.microsoft.com/office/drawing/2014/main" id="{9741F692-A5B6-4215-86D9-B1FD4FF26AC7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10041267" y="4115729"/>
              <a:ext cx="202882" cy="268223"/>
            </a:xfrm>
            <a:custGeom>
              <a:avLst/>
              <a:gdLst>
                <a:gd name="connsiteX0" fmla="*/ 20669 w 202882"/>
                <a:gd name="connsiteY0" fmla="*/ 268224 h 268223"/>
                <a:gd name="connsiteX1" fmla="*/ 0 w 202882"/>
                <a:gd name="connsiteY1" fmla="*/ 268224 h 268223"/>
                <a:gd name="connsiteX2" fmla="*/ 182118 w 202882"/>
                <a:gd name="connsiteY2" fmla="*/ 0 h 268223"/>
                <a:gd name="connsiteX3" fmla="*/ 202883 w 202882"/>
                <a:gd name="connsiteY3" fmla="*/ 0 h 268223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</a:cxnLst>
              <a:rect l="l" t="t" r="r" b="b"/>
              <a:pathLst>
                <a:path w="202882" h="268223">
                  <a:moveTo>
                    <a:pt x="20669" y="268224"/>
                  </a:moveTo>
                  <a:lnTo>
                    <a:pt x="0" y="268224"/>
                  </a:lnTo>
                  <a:lnTo>
                    <a:pt x="182118" y="0"/>
                  </a:lnTo>
                  <a:lnTo>
                    <a:pt x="202883" y="0"/>
                  </a:lnTo>
                  <a:close/>
                </a:path>
              </a:pathLst>
            </a:custGeom>
            <a:grpFill/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66" name="Freeform: Shape 65">
              <a:extLst>
                <a:ext uri="{FF2B5EF4-FFF2-40B4-BE49-F238E27FC236}">
                  <a16:creationId xmlns:a16="http://schemas.microsoft.com/office/drawing/2014/main" id="{CC0876CB-9C60-4580-8FED-CD64EC76645E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10141090" y="4115729"/>
              <a:ext cx="202882" cy="268223"/>
            </a:xfrm>
            <a:custGeom>
              <a:avLst/>
              <a:gdLst>
                <a:gd name="connsiteX0" fmla="*/ 20669 w 202882"/>
                <a:gd name="connsiteY0" fmla="*/ 268224 h 268223"/>
                <a:gd name="connsiteX1" fmla="*/ 0 w 202882"/>
                <a:gd name="connsiteY1" fmla="*/ 268224 h 268223"/>
                <a:gd name="connsiteX2" fmla="*/ 182118 w 202882"/>
                <a:gd name="connsiteY2" fmla="*/ 0 h 268223"/>
                <a:gd name="connsiteX3" fmla="*/ 202883 w 202882"/>
                <a:gd name="connsiteY3" fmla="*/ 0 h 268223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</a:cxnLst>
              <a:rect l="l" t="t" r="r" b="b"/>
              <a:pathLst>
                <a:path w="202882" h="268223">
                  <a:moveTo>
                    <a:pt x="20669" y="268224"/>
                  </a:moveTo>
                  <a:lnTo>
                    <a:pt x="0" y="268224"/>
                  </a:lnTo>
                  <a:lnTo>
                    <a:pt x="182118" y="0"/>
                  </a:lnTo>
                  <a:lnTo>
                    <a:pt x="202883" y="0"/>
                  </a:lnTo>
                  <a:close/>
                </a:path>
              </a:pathLst>
            </a:custGeom>
            <a:grpFill/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67" name="Freeform: Shape 66">
              <a:extLst>
                <a:ext uri="{FF2B5EF4-FFF2-40B4-BE49-F238E27FC236}">
                  <a16:creationId xmlns:a16="http://schemas.microsoft.com/office/drawing/2014/main" id="{A879B3B7-48DB-4D3A-BB33-02766EAD3D91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10240911" y="4115729"/>
              <a:ext cx="202882" cy="268223"/>
            </a:xfrm>
            <a:custGeom>
              <a:avLst/>
              <a:gdLst>
                <a:gd name="connsiteX0" fmla="*/ 20669 w 202882"/>
                <a:gd name="connsiteY0" fmla="*/ 268224 h 268223"/>
                <a:gd name="connsiteX1" fmla="*/ 0 w 202882"/>
                <a:gd name="connsiteY1" fmla="*/ 268224 h 268223"/>
                <a:gd name="connsiteX2" fmla="*/ 182118 w 202882"/>
                <a:gd name="connsiteY2" fmla="*/ 0 h 268223"/>
                <a:gd name="connsiteX3" fmla="*/ 202883 w 202882"/>
                <a:gd name="connsiteY3" fmla="*/ 0 h 268223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</a:cxnLst>
              <a:rect l="l" t="t" r="r" b="b"/>
              <a:pathLst>
                <a:path w="202882" h="268223">
                  <a:moveTo>
                    <a:pt x="20669" y="268224"/>
                  </a:moveTo>
                  <a:lnTo>
                    <a:pt x="0" y="268224"/>
                  </a:lnTo>
                  <a:lnTo>
                    <a:pt x="182118" y="0"/>
                  </a:lnTo>
                  <a:lnTo>
                    <a:pt x="202883" y="0"/>
                  </a:lnTo>
                  <a:close/>
                </a:path>
              </a:pathLst>
            </a:custGeom>
            <a:grpFill/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</p:grpSp>
    </p:spTree>
    <p:extLst>
      <p:ext uri="{BB962C8B-B14F-4D97-AF65-F5344CB8AC3E}">
        <p14:creationId xmlns:p14="http://schemas.microsoft.com/office/powerpoint/2010/main" val="3856882086"/>
      </p:ext>
    </p:extLst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Rectangle 7">
            <a:extLst>
              <a:ext uri="{FF2B5EF4-FFF2-40B4-BE49-F238E27FC236}">
                <a16:creationId xmlns:a16="http://schemas.microsoft.com/office/drawing/2014/main" id="{5A0118C5-4F8D-4CF4-BADD-53FEACC6C42A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chemeClr val="tx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0" name="Oval 9">
            <a:extLst>
              <a:ext uri="{FF2B5EF4-FFF2-40B4-BE49-F238E27FC236}">
                <a16:creationId xmlns:a16="http://schemas.microsoft.com/office/drawing/2014/main" id="{4E0A5C5C-2A95-428E-9F6A-0D29EBD57C9F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888395" y="1040837"/>
            <a:ext cx="4754948" cy="4754948"/>
          </a:xfrm>
          <a:prstGeom prst="ellipse">
            <a:avLst/>
          </a:prstGeom>
          <a:solidFill>
            <a:srgbClr val="FFFFFF"/>
          </a:solidFill>
          <a:ln w="28575"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2" name="Oval 11">
            <a:extLst>
              <a:ext uri="{FF2B5EF4-FFF2-40B4-BE49-F238E27FC236}">
                <a16:creationId xmlns:a16="http://schemas.microsoft.com/office/drawing/2014/main" id="{1056F38F-7C4E-461D-8709-7D0024AE1F79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879411" y="1029607"/>
            <a:ext cx="4754948" cy="4754948"/>
          </a:xfrm>
          <a:prstGeom prst="ellipse">
            <a:avLst/>
          </a:prstGeom>
          <a:solidFill>
            <a:schemeClr val="accent6">
              <a:alpha val="30000"/>
            </a:schemeClr>
          </a:solidFill>
          <a:ln w="28575">
            <a:solidFill>
              <a:schemeClr val="bg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4" name="Oval 13">
            <a:extLst>
              <a:ext uri="{FF2B5EF4-FFF2-40B4-BE49-F238E27FC236}">
                <a16:creationId xmlns:a16="http://schemas.microsoft.com/office/drawing/2014/main" id="{C7278469-3C3C-49CE-AEEE-E176A4900B78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739960" y="934855"/>
            <a:ext cx="4754948" cy="4754948"/>
          </a:xfrm>
          <a:prstGeom prst="ellipse">
            <a:avLst/>
          </a:prstGeom>
          <a:solidFill>
            <a:schemeClr val="tx1"/>
          </a:solidFill>
          <a:ln w="28575">
            <a:solidFill>
              <a:schemeClr val="bg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5481292D-8F90-6084-BC63-ABF7256A3777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102368" y="563764"/>
            <a:ext cx="4030132" cy="3215373"/>
          </a:xfrm>
        </p:spPr>
        <p:txBody>
          <a:bodyPr>
            <a:normAutofit/>
          </a:bodyPr>
          <a:lstStyle/>
          <a:p>
            <a:pPr algn="ctr"/>
            <a:r>
              <a:rPr lang="en-NL">
                <a:solidFill>
                  <a:schemeClr val="bg1"/>
                </a:solidFill>
              </a:rPr>
              <a:t>Sprint 3</a:t>
            </a:r>
          </a:p>
        </p:txBody>
      </p:sp>
      <p:grpSp>
        <p:nvGrpSpPr>
          <p:cNvPr id="16" name="Group 15">
            <a:extLst>
              <a:ext uri="{FF2B5EF4-FFF2-40B4-BE49-F238E27FC236}">
                <a16:creationId xmlns:a16="http://schemas.microsoft.com/office/drawing/2014/main" id="{93DC754C-7E09-422D-A8BB-AF632E90DFA2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GrpSpPr>
            <a:grpSpLocks noGrp="1" noUngrp="1" noRot="1" noChangeAspect="1" noMove="1" noResize="1"/>
          </p:cNvGrp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GrpSpPr>
        <p:grpSpPr>
          <a:xfrm>
            <a:off x="0" y="377893"/>
            <a:ext cx="1861854" cy="717514"/>
            <a:chOff x="0" y="377893"/>
            <a:chExt cx="1861854" cy="717514"/>
          </a:xfrm>
          <a:solidFill>
            <a:schemeClr val="bg1"/>
          </a:solidFill>
        </p:grpSpPr>
        <p:sp>
          <p:nvSpPr>
            <p:cNvPr id="17" name="Freeform: Shape 16">
              <a:extLst>
                <a:ext uri="{FF2B5EF4-FFF2-40B4-BE49-F238E27FC236}">
                  <a16:creationId xmlns:a16="http://schemas.microsoft.com/office/drawing/2014/main" id="{C5A741B9-65EC-4C5B-9FE0-4A18575771A6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0" y="377893"/>
              <a:ext cx="1861854" cy="277779"/>
            </a:xfrm>
            <a:custGeom>
              <a:avLst/>
              <a:gdLst>
                <a:gd name="connsiteX0" fmla="*/ 180458 w 1861854"/>
                <a:gd name="connsiteY0" fmla="*/ 0 h 277779"/>
                <a:gd name="connsiteX1" fmla="*/ 419222 w 1861854"/>
                <a:gd name="connsiteY1" fmla="*/ 238761 h 277779"/>
                <a:gd name="connsiteX2" fmla="*/ 657984 w 1861854"/>
                <a:gd name="connsiteY2" fmla="*/ 0 h 277779"/>
                <a:gd name="connsiteX3" fmla="*/ 896745 w 1861854"/>
                <a:gd name="connsiteY3" fmla="*/ 238761 h 277779"/>
                <a:gd name="connsiteX4" fmla="*/ 1135754 w 1861854"/>
                <a:gd name="connsiteY4" fmla="*/ 0 h 277779"/>
                <a:gd name="connsiteX5" fmla="*/ 1374516 w 1861854"/>
                <a:gd name="connsiteY5" fmla="*/ 238761 h 277779"/>
                <a:gd name="connsiteX6" fmla="*/ 1613277 w 1861854"/>
                <a:gd name="connsiteY6" fmla="*/ 0 h 277779"/>
                <a:gd name="connsiteX7" fmla="*/ 1861854 w 1861854"/>
                <a:gd name="connsiteY7" fmla="*/ 248577 h 277779"/>
                <a:gd name="connsiteX8" fmla="*/ 1842470 w 1861854"/>
                <a:gd name="connsiteY8" fmla="*/ 267963 h 277779"/>
                <a:gd name="connsiteX9" fmla="*/ 1613277 w 1861854"/>
                <a:gd name="connsiteY9" fmla="*/ 39017 h 277779"/>
                <a:gd name="connsiteX10" fmla="*/ 1374516 w 1861854"/>
                <a:gd name="connsiteY10" fmla="*/ 277779 h 277779"/>
                <a:gd name="connsiteX11" fmla="*/ 1135754 w 1861854"/>
                <a:gd name="connsiteY11" fmla="*/ 39017 h 277779"/>
                <a:gd name="connsiteX12" fmla="*/ 896745 w 1861854"/>
                <a:gd name="connsiteY12" fmla="*/ 277779 h 277779"/>
                <a:gd name="connsiteX13" fmla="*/ 657984 w 1861854"/>
                <a:gd name="connsiteY13" fmla="*/ 39017 h 277779"/>
                <a:gd name="connsiteX14" fmla="*/ 419222 w 1861854"/>
                <a:gd name="connsiteY14" fmla="*/ 277779 h 277779"/>
                <a:gd name="connsiteX15" fmla="*/ 180458 w 1861854"/>
                <a:gd name="connsiteY15" fmla="*/ 39017 h 277779"/>
                <a:gd name="connsiteX16" fmla="*/ 0 w 1861854"/>
                <a:gd name="connsiteY16" fmla="*/ 219283 h 277779"/>
                <a:gd name="connsiteX17" fmla="*/ 0 w 1861854"/>
                <a:gd name="connsiteY17" fmla="*/ 180458 h 277779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</a:cxnLst>
              <a:rect l="l" t="t" r="r" b="b"/>
              <a:pathLst>
                <a:path w="1861854" h="277779">
                  <a:moveTo>
                    <a:pt x="180458" y="0"/>
                  </a:moveTo>
                  <a:lnTo>
                    <a:pt x="419222" y="238761"/>
                  </a:lnTo>
                  <a:lnTo>
                    <a:pt x="657984" y="0"/>
                  </a:lnTo>
                  <a:lnTo>
                    <a:pt x="896745" y="238761"/>
                  </a:lnTo>
                  <a:lnTo>
                    <a:pt x="1135754" y="0"/>
                  </a:lnTo>
                  <a:lnTo>
                    <a:pt x="1374516" y="238761"/>
                  </a:lnTo>
                  <a:lnTo>
                    <a:pt x="1613277" y="0"/>
                  </a:lnTo>
                  <a:lnTo>
                    <a:pt x="1861854" y="248577"/>
                  </a:lnTo>
                  <a:lnTo>
                    <a:pt x="1842470" y="267963"/>
                  </a:lnTo>
                  <a:lnTo>
                    <a:pt x="1613277" y="39017"/>
                  </a:lnTo>
                  <a:lnTo>
                    <a:pt x="1374516" y="277779"/>
                  </a:lnTo>
                  <a:lnTo>
                    <a:pt x="1135754" y="39017"/>
                  </a:lnTo>
                  <a:lnTo>
                    <a:pt x="896745" y="277779"/>
                  </a:lnTo>
                  <a:lnTo>
                    <a:pt x="657984" y="39017"/>
                  </a:lnTo>
                  <a:lnTo>
                    <a:pt x="419222" y="277779"/>
                  </a:lnTo>
                  <a:lnTo>
                    <a:pt x="180458" y="39017"/>
                  </a:lnTo>
                  <a:lnTo>
                    <a:pt x="0" y="219283"/>
                  </a:lnTo>
                  <a:lnTo>
                    <a:pt x="0" y="180458"/>
                  </a:lnTo>
                  <a:close/>
                </a:path>
              </a:pathLst>
            </a:custGeom>
            <a:grpFill/>
            <a:ln w="9525" cap="flat">
              <a:noFill/>
              <a:prstDash val="solid"/>
              <a:miter/>
            </a:ln>
          </p:spPr>
          <p:txBody>
            <a:bodyPr wrap="square" rtlCol="0" anchor="ctr">
              <a:noAutofit/>
            </a:bodyPr>
            <a:lstStyle/>
            <a:p>
              <a:endParaRPr lang="en-US"/>
            </a:p>
          </p:txBody>
        </p:sp>
        <p:sp>
          <p:nvSpPr>
            <p:cNvPr id="18" name="Freeform: Shape 17">
              <a:extLst>
                <a:ext uri="{FF2B5EF4-FFF2-40B4-BE49-F238E27FC236}">
                  <a16:creationId xmlns:a16="http://schemas.microsoft.com/office/drawing/2014/main" id="{C0BB4301-41FA-4453-956F-A11CC664B68B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0" y="817628"/>
              <a:ext cx="1861854" cy="277779"/>
            </a:xfrm>
            <a:custGeom>
              <a:avLst/>
              <a:gdLst>
                <a:gd name="connsiteX0" fmla="*/ 180458 w 1861854"/>
                <a:gd name="connsiteY0" fmla="*/ 0 h 277779"/>
                <a:gd name="connsiteX1" fmla="*/ 419222 w 1861854"/>
                <a:gd name="connsiteY1" fmla="*/ 238761 h 277779"/>
                <a:gd name="connsiteX2" fmla="*/ 657984 w 1861854"/>
                <a:gd name="connsiteY2" fmla="*/ 0 h 277779"/>
                <a:gd name="connsiteX3" fmla="*/ 896745 w 1861854"/>
                <a:gd name="connsiteY3" fmla="*/ 238761 h 277779"/>
                <a:gd name="connsiteX4" fmla="*/ 1135754 w 1861854"/>
                <a:gd name="connsiteY4" fmla="*/ 0 h 277779"/>
                <a:gd name="connsiteX5" fmla="*/ 1374516 w 1861854"/>
                <a:gd name="connsiteY5" fmla="*/ 238761 h 277779"/>
                <a:gd name="connsiteX6" fmla="*/ 1613277 w 1861854"/>
                <a:gd name="connsiteY6" fmla="*/ 0 h 277779"/>
                <a:gd name="connsiteX7" fmla="*/ 1861854 w 1861854"/>
                <a:gd name="connsiteY7" fmla="*/ 248577 h 277779"/>
                <a:gd name="connsiteX8" fmla="*/ 1842470 w 1861854"/>
                <a:gd name="connsiteY8" fmla="*/ 268208 h 277779"/>
                <a:gd name="connsiteX9" fmla="*/ 1613277 w 1861854"/>
                <a:gd name="connsiteY9" fmla="*/ 39017 h 277779"/>
                <a:gd name="connsiteX10" fmla="*/ 1374516 w 1861854"/>
                <a:gd name="connsiteY10" fmla="*/ 277779 h 277779"/>
                <a:gd name="connsiteX11" fmla="*/ 1135754 w 1861854"/>
                <a:gd name="connsiteY11" fmla="*/ 39017 h 277779"/>
                <a:gd name="connsiteX12" fmla="*/ 896745 w 1861854"/>
                <a:gd name="connsiteY12" fmla="*/ 277779 h 277779"/>
                <a:gd name="connsiteX13" fmla="*/ 657984 w 1861854"/>
                <a:gd name="connsiteY13" fmla="*/ 39017 h 277779"/>
                <a:gd name="connsiteX14" fmla="*/ 419222 w 1861854"/>
                <a:gd name="connsiteY14" fmla="*/ 277779 h 277779"/>
                <a:gd name="connsiteX15" fmla="*/ 180458 w 1861854"/>
                <a:gd name="connsiteY15" fmla="*/ 39017 h 277779"/>
                <a:gd name="connsiteX16" fmla="*/ 0 w 1861854"/>
                <a:gd name="connsiteY16" fmla="*/ 219475 h 277779"/>
                <a:gd name="connsiteX17" fmla="*/ 0 w 1861854"/>
                <a:gd name="connsiteY17" fmla="*/ 180458 h 277779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</a:cxnLst>
              <a:rect l="l" t="t" r="r" b="b"/>
              <a:pathLst>
                <a:path w="1861854" h="277779">
                  <a:moveTo>
                    <a:pt x="180458" y="0"/>
                  </a:moveTo>
                  <a:lnTo>
                    <a:pt x="419222" y="238761"/>
                  </a:lnTo>
                  <a:lnTo>
                    <a:pt x="657984" y="0"/>
                  </a:lnTo>
                  <a:lnTo>
                    <a:pt x="896745" y="238761"/>
                  </a:lnTo>
                  <a:lnTo>
                    <a:pt x="1135754" y="0"/>
                  </a:lnTo>
                  <a:lnTo>
                    <a:pt x="1374516" y="238761"/>
                  </a:lnTo>
                  <a:lnTo>
                    <a:pt x="1613277" y="0"/>
                  </a:lnTo>
                  <a:lnTo>
                    <a:pt x="1861854" y="248577"/>
                  </a:lnTo>
                  <a:lnTo>
                    <a:pt x="1842470" y="268208"/>
                  </a:lnTo>
                  <a:lnTo>
                    <a:pt x="1613277" y="39017"/>
                  </a:lnTo>
                  <a:lnTo>
                    <a:pt x="1374516" y="277779"/>
                  </a:lnTo>
                  <a:lnTo>
                    <a:pt x="1135754" y="39017"/>
                  </a:lnTo>
                  <a:lnTo>
                    <a:pt x="896745" y="277779"/>
                  </a:lnTo>
                  <a:lnTo>
                    <a:pt x="657984" y="39017"/>
                  </a:lnTo>
                  <a:lnTo>
                    <a:pt x="419222" y="277779"/>
                  </a:lnTo>
                  <a:lnTo>
                    <a:pt x="180458" y="39017"/>
                  </a:lnTo>
                  <a:lnTo>
                    <a:pt x="0" y="219475"/>
                  </a:lnTo>
                  <a:lnTo>
                    <a:pt x="0" y="180458"/>
                  </a:lnTo>
                  <a:close/>
                </a:path>
              </a:pathLst>
            </a:custGeom>
            <a:grpFill/>
            <a:ln w="9525" cap="flat">
              <a:noFill/>
              <a:prstDash val="solid"/>
              <a:miter/>
            </a:ln>
          </p:spPr>
          <p:txBody>
            <a:bodyPr wrap="square" rtlCol="0" anchor="ctr">
              <a:noAutofit/>
            </a:bodyPr>
            <a:lstStyle/>
            <a:p>
              <a:endParaRPr lang="en-US"/>
            </a:p>
          </p:txBody>
        </p:sp>
      </p:grpSp>
      <p:sp>
        <p:nvSpPr>
          <p:cNvPr id="20" name="Graphic 212">
            <a:extLst>
              <a:ext uri="{FF2B5EF4-FFF2-40B4-BE49-F238E27FC236}">
                <a16:creationId xmlns:a16="http://schemas.microsoft.com/office/drawing/2014/main" id="{4C6598AB-1C17-4D54-951C-A082D94ACB7A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4588524" y="457812"/>
            <a:ext cx="914565" cy="914565"/>
          </a:xfrm>
          <a:custGeom>
            <a:avLst/>
            <a:gdLst>
              <a:gd name="connsiteX0" fmla="*/ 403574 w 807148"/>
              <a:gd name="connsiteY0" fmla="*/ 0 h 807148"/>
              <a:gd name="connsiteX1" fmla="*/ 0 w 807148"/>
              <a:gd name="connsiteY1" fmla="*/ 403574 h 807148"/>
              <a:gd name="connsiteX2" fmla="*/ 403574 w 807148"/>
              <a:gd name="connsiteY2" fmla="*/ 807149 h 807148"/>
              <a:gd name="connsiteX3" fmla="*/ 807149 w 807148"/>
              <a:gd name="connsiteY3" fmla="*/ 403574 h 807148"/>
              <a:gd name="connsiteX4" fmla="*/ 403574 w 807148"/>
              <a:gd name="connsiteY4" fmla="*/ 0 h 807148"/>
              <a:gd name="connsiteX5" fmla="*/ 403574 w 807148"/>
              <a:gd name="connsiteY5" fmla="*/ 667988 h 807148"/>
              <a:gd name="connsiteX6" fmla="*/ 139160 w 807148"/>
              <a:gd name="connsiteY6" fmla="*/ 403574 h 807148"/>
              <a:gd name="connsiteX7" fmla="*/ 403574 w 807148"/>
              <a:gd name="connsiteY7" fmla="*/ 139160 h 807148"/>
              <a:gd name="connsiteX8" fmla="*/ 667988 w 807148"/>
              <a:gd name="connsiteY8" fmla="*/ 403574 h 807148"/>
              <a:gd name="connsiteX9" fmla="*/ 403574 w 807148"/>
              <a:gd name="connsiteY9" fmla="*/ 667988 h 807148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</a:cxnLst>
            <a:rect l="l" t="t" r="r" b="b"/>
            <a:pathLst>
              <a:path w="807148" h="807148">
                <a:moveTo>
                  <a:pt x="403574" y="0"/>
                </a:moveTo>
                <a:cubicBezTo>
                  <a:pt x="180689" y="0"/>
                  <a:pt x="0" y="180689"/>
                  <a:pt x="0" y="403574"/>
                </a:cubicBezTo>
                <a:cubicBezTo>
                  <a:pt x="0" y="626459"/>
                  <a:pt x="180689" y="807149"/>
                  <a:pt x="403574" y="807149"/>
                </a:cubicBezTo>
                <a:cubicBezTo>
                  <a:pt x="626459" y="807149"/>
                  <a:pt x="807149" y="626459"/>
                  <a:pt x="807149" y="403574"/>
                </a:cubicBezTo>
                <a:cubicBezTo>
                  <a:pt x="807149" y="180689"/>
                  <a:pt x="626459" y="0"/>
                  <a:pt x="403574" y="0"/>
                </a:cubicBezTo>
                <a:close/>
                <a:moveTo>
                  <a:pt x="403574" y="667988"/>
                </a:moveTo>
                <a:cubicBezTo>
                  <a:pt x="257556" y="667988"/>
                  <a:pt x="139160" y="549593"/>
                  <a:pt x="139160" y="403574"/>
                </a:cubicBezTo>
                <a:cubicBezTo>
                  <a:pt x="139160" y="257556"/>
                  <a:pt x="257556" y="139160"/>
                  <a:pt x="403574" y="139160"/>
                </a:cubicBezTo>
                <a:cubicBezTo>
                  <a:pt x="549593" y="139160"/>
                  <a:pt x="667988" y="257556"/>
                  <a:pt x="667988" y="403574"/>
                </a:cubicBezTo>
                <a:cubicBezTo>
                  <a:pt x="667988" y="549593"/>
                  <a:pt x="549593" y="667988"/>
                  <a:pt x="403574" y="667988"/>
                </a:cubicBezTo>
                <a:close/>
              </a:path>
            </a:pathLst>
          </a:custGeom>
          <a:solidFill>
            <a:srgbClr val="FFFFFF"/>
          </a:solidFill>
          <a:ln w="28575"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endParaRPr lang="en-US">
              <a:solidFill>
                <a:schemeClr val="lt1"/>
              </a:solidFill>
            </a:endParaRPr>
          </a:p>
        </p:txBody>
      </p:sp>
      <p:sp>
        <p:nvSpPr>
          <p:cNvPr id="22" name="Graphic 212">
            <a:extLst>
              <a:ext uri="{FF2B5EF4-FFF2-40B4-BE49-F238E27FC236}">
                <a16:creationId xmlns:a16="http://schemas.microsoft.com/office/drawing/2014/main" id="{C83B66D7-137D-4AC1-B172-53D60F08BEB5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4588524" y="457812"/>
            <a:ext cx="914565" cy="914565"/>
          </a:xfrm>
          <a:custGeom>
            <a:avLst/>
            <a:gdLst>
              <a:gd name="connsiteX0" fmla="*/ 403574 w 807148"/>
              <a:gd name="connsiteY0" fmla="*/ 0 h 807148"/>
              <a:gd name="connsiteX1" fmla="*/ 0 w 807148"/>
              <a:gd name="connsiteY1" fmla="*/ 403574 h 807148"/>
              <a:gd name="connsiteX2" fmla="*/ 403574 w 807148"/>
              <a:gd name="connsiteY2" fmla="*/ 807149 h 807148"/>
              <a:gd name="connsiteX3" fmla="*/ 807149 w 807148"/>
              <a:gd name="connsiteY3" fmla="*/ 403574 h 807148"/>
              <a:gd name="connsiteX4" fmla="*/ 403574 w 807148"/>
              <a:gd name="connsiteY4" fmla="*/ 0 h 807148"/>
              <a:gd name="connsiteX5" fmla="*/ 403574 w 807148"/>
              <a:gd name="connsiteY5" fmla="*/ 667988 h 807148"/>
              <a:gd name="connsiteX6" fmla="*/ 139160 w 807148"/>
              <a:gd name="connsiteY6" fmla="*/ 403574 h 807148"/>
              <a:gd name="connsiteX7" fmla="*/ 403574 w 807148"/>
              <a:gd name="connsiteY7" fmla="*/ 139160 h 807148"/>
              <a:gd name="connsiteX8" fmla="*/ 667988 w 807148"/>
              <a:gd name="connsiteY8" fmla="*/ 403574 h 807148"/>
              <a:gd name="connsiteX9" fmla="*/ 403574 w 807148"/>
              <a:gd name="connsiteY9" fmla="*/ 667988 h 807148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</a:cxnLst>
            <a:rect l="l" t="t" r="r" b="b"/>
            <a:pathLst>
              <a:path w="807148" h="807148">
                <a:moveTo>
                  <a:pt x="403574" y="0"/>
                </a:moveTo>
                <a:cubicBezTo>
                  <a:pt x="180689" y="0"/>
                  <a:pt x="0" y="180689"/>
                  <a:pt x="0" y="403574"/>
                </a:cubicBezTo>
                <a:cubicBezTo>
                  <a:pt x="0" y="626459"/>
                  <a:pt x="180689" y="807149"/>
                  <a:pt x="403574" y="807149"/>
                </a:cubicBezTo>
                <a:cubicBezTo>
                  <a:pt x="626459" y="807149"/>
                  <a:pt x="807149" y="626459"/>
                  <a:pt x="807149" y="403574"/>
                </a:cubicBezTo>
                <a:cubicBezTo>
                  <a:pt x="807149" y="180689"/>
                  <a:pt x="626459" y="0"/>
                  <a:pt x="403574" y="0"/>
                </a:cubicBezTo>
                <a:close/>
                <a:moveTo>
                  <a:pt x="403574" y="667988"/>
                </a:moveTo>
                <a:cubicBezTo>
                  <a:pt x="257556" y="667988"/>
                  <a:pt x="139160" y="549593"/>
                  <a:pt x="139160" y="403574"/>
                </a:cubicBezTo>
                <a:cubicBezTo>
                  <a:pt x="139160" y="257556"/>
                  <a:pt x="257556" y="139160"/>
                  <a:pt x="403574" y="139160"/>
                </a:cubicBezTo>
                <a:cubicBezTo>
                  <a:pt x="549593" y="139160"/>
                  <a:pt x="667988" y="257556"/>
                  <a:pt x="667988" y="403574"/>
                </a:cubicBezTo>
                <a:cubicBezTo>
                  <a:pt x="667988" y="549593"/>
                  <a:pt x="549593" y="667988"/>
                  <a:pt x="403574" y="667988"/>
                </a:cubicBezTo>
                <a:close/>
              </a:path>
            </a:pathLst>
          </a:custGeom>
          <a:solidFill>
            <a:schemeClr val="accent2">
              <a:alpha val="30000"/>
            </a:schemeClr>
          </a:solidFill>
          <a:ln w="28575">
            <a:solidFill>
              <a:schemeClr val="bg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endParaRPr lang="en-US">
              <a:solidFill>
                <a:schemeClr val="lt1"/>
              </a:solidFill>
            </a:endParaRPr>
          </a:p>
        </p:txBody>
      </p:sp>
      <p:sp>
        <p:nvSpPr>
          <p:cNvPr id="24" name="Oval 23">
            <a:extLst>
              <a:ext uri="{FF2B5EF4-FFF2-40B4-BE49-F238E27FC236}">
                <a16:creationId xmlns:a16="http://schemas.microsoft.com/office/drawing/2014/main" id="{F6B92503-6984-4D15-8B98-8718709B785D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642976" y="4946663"/>
            <a:ext cx="319941" cy="319941"/>
          </a:xfrm>
          <a:prstGeom prst="ellipse">
            <a:avLst/>
          </a:prstGeom>
          <a:solidFill>
            <a:srgbClr val="FFFFFF"/>
          </a:solidFill>
          <a:ln w="28575"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endParaRPr lang="en-US"/>
          </a:p>
        </p:txBody>
      </p:sp>
      <p:sp>
        <p:nvSpPr>
          <p:cNvPr id="26" name="Oval 25">
            <a:extLst>
              <a:ext uri="{FF2B5EF4-FFF2-40B4-BE49-F238E27FC236}">
                <a16:creationId xmlns:a16="http://schemas.microsoft.com/office/drawing/2014/main" id="{08DDF938-524E-4C18-A47D-C00627832366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642976" y="4946663"/>
            <a:ext cx="319941" cy="319941"/>
          </a:xfrm>
          <a:prstGeom prst="ellipse">
            <a:avLst/>
          </a:prstGeom>
          <a:solidFill>
            <a:schemeClr val="accent2">
              <a:alpha val="30000"/>
            </a:schemeClr>
          </a:solidFill>
          <a:ln w="28575">
            <a:solidFill>
              <a:schemeClr val="bg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endParaRPr lang="en-US"/>
          </a:p>
        </p:txBody>
      </p:sp>
      <p:grpSp>
        <p:nvGrpSpPr>
          <p:cNvPr id="28" name="Graphic 185">
            <a:extLst>
              <a:ext uri="{FF2B5EF4-FFF2-40B4-BE49-F238E27FC236}">
                <a16:creationId xmlns:a16="http://schemas.microsoft.com/office/drawing/2014/main" id="{3773FAF5-C452-4455-9411-D6AF5EBD4CA9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GrpSpPr>
            <a:grpSpLocks noGrp="1" noUngrp="1" noRot="1" noChangeAspect="1" noMove="1" noResize="1"/>
          </p:cNvGrp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GrpSpPr>
        <p:grpSpPr>
          <a:xfrm>
            <a:off x="9812239" y="6139464"/>
            <a:ext cx="1054466" cy="469689"/>
            <a:chOff x="9841624" y="4115729"/>
            <a:chExt cx="602169" cy="268223"/>
          </a:xfrm>
          <a:solidFill>
            <a:schemeClr val="bg1"/>
          </a:solidFill>
        </p:grpSpPr>
        <p:sp>
          <p:nvSpPr>
            <p:cNvPr id="29" name="Freeform: Shape 28">
              <a:extLst>
                <a:ext uri="{FF2B5EF4-FFF2-40B4-BE49-F238E27FC236}">
                  <a16:creationId xmlns:a16="http://schemas.microsoft.com/office/drawing/2014/main" id="{1ECA0D96-F63C-4F7B-BE16-0F3FE76D7D60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9841624" y="4115729"/>
              <a:ext cx="202882" cy="268223"/>
            </a:xfrm>
            <a:custGeom>
              <a:avLst/>
              <a:gdLst>
                <a:gd name="connsiteX0" fmla="*/ 20765 w 202882"/>
                <a:gd name="connsiteY0" fmla="*/ 268224 h 268223"/>
                <a:gd name="connsiteX1" fmla="*/ 0 w 202882"/>
                <a:gd name="connsiteY1" fmla="*/ 268224 h 268223"/>
                <a:gd name="connsiteX2" fmla="*/ 182118 w 202882"/>
                <a:gd name="connsiteY2" fmla="*/ 0 h 268223"/>
                <a:gd name="connsiteX3" fmla="*/ 202883 w 202882"/>
                <a:gd name="connsiteY3" fmla="*/ 0 h 268223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</a:cxnLst>
              <a:rect l="l" t="t" r="r" b="b"/>
              <a:pathLst>
                <a:path w="202882" h="268223">
                  <a:moveTo>
                    <a:pt x="20765" y="268224"/>
                  </a:moveTo>
                  <a:lnTo>
                    <a:pt x="0" y="268224"/>
                  </a:lnTo>
                  <a:lnTo>
                    <a:pt x="182118" y="0"/>
                  </a:lnTo>
                  <a:lnTo>
                    <a:pt x="202883" y="0"/>
                  </a:lnTo>
                  <a:close/>
                </a:path>
              </a:pathLst>
            </a:custGeom>
            <a:grpFill/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30" name="Freeform: Shape 29">
              <a:extLst>
                <a:ext uri="{FF2B5EF4-FFF2-40B4-BE49-F238E27FC236}">
                  <a16:creationId xmlns:a16="http://schemas.microsoft.com/office/drawing/2014/main" id="{74F83A81-0546-400A-918A-90C9C48B8147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9941445" y="4115729"/>
              <a:ext cx="202882" cy="268223"/>
            </a:xfrm>
            <a:custGeom>
              <a:avLst/>
              <a:gdLst>
                <a:gd name="connsiteX0" fmla="*/ 20765 w 202882"/>
                <a:gd name="connsiteY0" fmla="*/ 268224 h 268223"/>
                <a:gd name="connsiteX1" fmla="*/ 0 w 202882"/>
                <a:gd name="connsiteY1" fmla="*/ 268224 h 268223"/>
                <a:gd name="connsiteX2" fmla="*/ 182118 w 202882"/>
                <a:gd name="connsiteY2" fmla="*/ 0 h 268223"/>
                <a:gd name="connsiteX3" fmla="*/ 202883 w 202882"/>
                <a:gd name="connsiteY3" fmla="*/ 0 h 268223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</a:cxnLst>
              <a:rect l="l" t="t" r="r" b="b"/>
              <a:pathLst>
                <a:path w="202882" h="268223">
                  <a:moveTo>
                    <a:pt x="20765" y="268224"/>
                  </a:moveTo>
                  <a:lnTo>
                    <a:pt x="0" y="268224"/>
                  </a:lnTo>
                  <a:lnTo>
                    <a:pt x="182118" y="0"/>
                  </a:lnTo>
                  <a:lnTo>
                    <a:pt x="202883" y="0"/>
                  </a:lnTo>
                  <a:close/>
                </a:path>
              </a:pathLst>
            </a:custGeom>
            <a:grpFill/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31" name="Freeform: Shape 30">
              <a:extLst>
                <a:ext uri="{FF2B5EF4-FFF2-40B4-BE49-F238E27FC236}">
                  <a16:creationId xmlns:a16="http://schemas.microsoft.com/office/drawing/2014/main" id="{9741F692-A5B6-4215-86D9-B1FD4FF26AC7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10041267" y="4115729"/>
              <a:ext cx="202882" cy="268223"/>
            </a:xfrm>
            <a:custGeom>
              <a:avLst/>
              <a:gdLst>
                <a:gd name="connsiteX0" fmla="*/ 20669 w 202882"/>
                <a:gd name="connsiteY0" fmla="*/ 268224 h 268223"/>
                <a:gd name="connsiteX1" fmla="*/ 0 w 202882"/>
                <a:gd name="connsiteY1" fmla="*/ 268224 h 268223"/>
                <a:gd name="connsiteX2" fmla="*/ 182118 w 202882"/>
                <a:gd name="connsiteY2" fmla="*/ 0 h 268223"/>
                <a:gd name="connsiteX3" fmla="*/ 202883 w 202882"/>
                <a:gd name="connsiteY3" fmla="*/ 0 h 268223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</a:cxnLst>
              <a:rect l="l" t="t" r="r" b="b"/>
              <a:pathLst>
                <a:path w="202882" h="268223">
                  <a:moveTo>
                    <a:pt x="20669" y="268224"/>
                  </a:moveTo>
                  <a:lnTo>
                    <a:pt x="0" y="268224"/>
                  </a:lnTo>
                  <a:lnTo>
                    <a:pt x="182118" y="0"/>
                  </a:lnTo>
                  <a:lnTo>
                    <a:pt x="202883" y="0"/>
                  </a:lnTo>
                  <a:close/>
                </a:path>
              </a:pathLst>
            </a:custGeom>
            <a:grpFill/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32" name="Freeform: Shape 31">
              <a:extLst>
                <a:ext uri="{FF2B5EF4-FFF2-40B4-BE49-F238E27FC236}">
                  <a16:creationId xmlns:a16="http://schemas.microsoft.com/office/drawing/2014/main" id="{CC0876CB-9C60-4580-8FED-CD64EC76645E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10141090" y="4115729"/>
              <a:ext cx="202882" cy="268223"/>
            </a:xfrm>
            <a:custGeom>
              <a:avLst/>
              <a:gdLst>
                <a:gd name="connsiteX0" fmla="*/ 20669 w 202882"/>
                <a:gd name="connsiteY0" fmla="*/ 268224 h 268223"/>
                <a:gd name="connsiteX1" fmla="*/ 0 w 202882"/>
                <a:gd name="connsiteY1" fmla="*/ 268224 h 268223"/>
                <a:gd name="connsiteX2" fmla="*/ 182118 w 202882"/>
                <a:gd name="connsiteY2" fmla="*/ 0 h 268223"/>
                <a:gd name="connsiteX3" fmla="*/ 202883 w 202882"/>
                <a:gd name="connsiteY3" fmla="*/ 0 h 268223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</a:cxnLst>
              <a:rect l="l" t="t" r="r" b="b"/>
              <a:pathLst>
                <a:path w="202882" h="268223">
                  <a:moveTo>
                    <a:pt x="20669" y="268224"/>
                  </a:moveTo>
                  <a:lnTo>
                    <a:pt x="0" y="268224"/>
                  </a:lnTo>
                  <a:lnTo>
                    <a:pt x="182118" y="0"/>
                  </a:lnTo>
                  <a:lnTo>
                    <a:pt x="202883" y="0"/>
                  </a:lnTo>
                  <a:close/>
                </a:path>
              </a:pathLst>
            </a:custGeom>
            <a:grpFill/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33" name="Freeform: Shape 32">
              <a:extLst>
                <a:ext uri="{FF2B5EF4-FFF2-40B4-BE49-F238E27FC236}">
                  <a16:creationId xmlns:a16="http://schemas.microsoft.com/office/drawing/2014/main" id="{A879B3B7-48DB-4D3A-BB33-02766EAD3D91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10240911" y="4115729"/>
              <a:ext cx="202882" cy="268223"/>
            </a:xfrm>
            <a:custGeom>
              <a:avLst/>
              <a:gdLst>
                <a:gd name="connsiteX0" fmla="*/ 20669 w 202882"/>
                <a:gd name="connsiteY0" fmla="*/ 268224 h 268223"/>
                <a:gd name="connsiteX1" fmla="*/ 0 w 202882"/>
                <a:gd name="connsiteY1" fmla="*/ 268224 h 268223"/>
                <a:gd name="connsiteX2" fmla="*/ 182118 w 202882"/>
                <a:gd name="connsiteY2" fmla="*/ 0 h 268223"/>
                <a:gd name="connsiteX3" fmla="*/ 202883 w 202882"/>
                <a:gd name="connsiteY3" fmla="*/ 0 h 268223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</a:cxnLst>
              <a:rect l="l" t="t" r="r" b="b"/>
              <a:pathLst>
                <a:path w="202882" h="268223">
                  <a:moveTo>
                    <a:pt x="20669" y="268224"/>
                  </a:moveTo>
                  <a:lnTo>
                    <a:pt x="0" y="268224"/>
                  </a:lnTo>
                  <a:lnTo>
                    <a:pt x="182118" y="0"/>
                  </a:lnTo>
                  <a:lnTo>
                    <a:pt x="202883" y="0"/>
                  </a:lnTo>
                  <a:close/>
                </a:path>
              </a:pathLst>
            </a:custGeom>
            <a:grpFill/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</p:grpSp>
      <p:pic>
        <p:nvPicPr>
          <p:cNvPr id="11" name="Picture 10">
            <a:extLst>
              <a:ext uri="{FF2B5EF4-FFF2-40B4-BE49-F238E27FC236}">
                <a16:creationId xmlns:a16="http://schemas.microsoft.com/office/drawing/2014/main" id="{1402A872-89C3-31E2-0749-48CE40BFC58C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78960" y="3313656"/>
            <a:ext cx="11035950" cy="1997064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056700298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Aptos Display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customXml/_rels/item1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1.xml"/></Relationships>
</file>

<file path=customXml/_rels/item2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2.xml"/></Relationships>
</file>

<file path=customXml/_rels/item3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3.xml"/></Relationships>
</file>

<file path=customXml/item1.xml><?xml version="1.0" encoding="utf-8"?>
<p:properties xmlns:p="http://schemas.microsoft.com/office/2006/metadata/properties" xmlns:xsi="http://www.w3.org/2001/XMLSchema-instance" xmlns:pc="http://schemas.microsoft.com/office/infopath/2007/PartnerControls">
  <documentManagement>
    <_activity xmlns="8e26a412-eb24-4fd0-bbc0-2e15db2be7b7" xsi:nil="true"/>
  </documentManagement>
</p:properties>
</file>

<file path=customXml/item2.xml><?xml version="1.0" encoding="utf-8"?>
<?mso-contentType ?>
<FormTemplates xmlns="http://schemas.microsoft.com/sharepoint/v3/contenttype/forms">
  <Display>DocumentLibraryForm</Display>
  <Edit>DocumentLibraryForm</Edit>
  <New>DocumentLibraryForm</New>
</FormTemplates>
</file>

<file path=customXml/item3.xml><?xml version="1.0" encoding="utf-8"?>
<ct:contentTypeSchema xmlns:ct="http://schemas.microsoft.com/office/2006/metadata/contentType" xmlns:ma="http://schemas.microsoft.com/office/2006/metadata/properties/metaAttributes" ct:_="" ma:_="" ma:contentTypeName="Document" ma:contentTypeID="0x010100BFA73766C730E1499570ED6FBE966F3C" ma:contentTypeVersion="11" ma:contentTypeDescription="Create a new document." ma:contentTypeScope="" ma:versionID="b91045e47f069336ae4937b4b289239b">
  <xsd:schema xmlns:xsd="http://www.w3.org/2001/XMLSchema" xmlns:xs="http://www.w3.org/2001/XMLSchema" xmlns:p="http://schemas.microsoft.com/office/2006/metadata/properties" xmlns:ns3="8e26a412-eb24-4fd0-bbc0-2e15db2be7b7" targetNamespace="http://schemas.microsoft.com/office/2006/metadata/properties" ma:root="true" ma:fieldsID="c90cb3e74293a755eda67fa8ae9be840" ns3:_="">
    <xsd:import namespace="8e26a412-eb24-4fd0-bbc0-2e15db2be7b7"/>
    <xsd:element name="properties">
      <xsd:complexType>
        <xsd:sequence>
          <xsd:element name="documentManagement">
            <xsd:complexType>
              <xsd:all>
                <xsd:element ref="ns3:MediaServiceDateTaken" minOccurs="0"/>
                <xsd:element ref="ns3:_activity" minOccurs="0"/>
                <xsd:element ref="ns3:MediaServiceMetadata" minOccurs="0"/>
                <xsd:element ref="ns3:MediaServiceFastMetadata" minOccurs="0"/>
                <xsd:element ref="ns3:MediaServiceSearchProperties" minOccurs="0"/>
                <xsd:element ref="ns3:MediaServiceObjectDetectorVersions" minOccurs="0"/>
                <xsd:element ref="ns3:MediaServiceGenerationTime" minOccurs="0"/>
                <xsd:element ref="ns3:MediaServiceEventHashCode" minOccurs="0"/>
                <xsd:element ref="ns3:MediaServiceSystemTags" minOccurs="0"/>
                <xsd:element ref="ns3:MediaLengthInSeconds" minOccurs="0"/>
                <xsd:element ref="ns3:MediaServiceOCR" minOccurs="0"/>
              </xsd:all>
            </xsd:complexType>
          </xsd:element>
        </xsd:sequence>
      </xsd:complexType>
    </xsd:element>
  </xsd:schema>
  <xsd:schema xmlns:xsd="http://www.w3.org/2001/XMLSchema" xmlns:xs="http://www.w3.org/2001/XMLSchema" xmlns:dms="http://schemas.microsoft.com/office/2006/documentManagement/types" xmlns:pc="http://schemas.microsoft.com/office/infopath/2007/PartnerControls" targetNamespace="8e26a412-eb24-4fd0-bbc0-2e15db2be7b7" elementFormDefault="qualified">
    <xsd:import namespace="http://schemas.microsoft.com/office/2006/documentManagement/types"/>
    <xsd:import namespace="http://schemas.microsoft.com/office/infopath/2007/PartnerControls"/>
    <xsd:element name="MediaServiceDateTaken" ma:index="8" nillable="true" ma:displayName="MediaServiceDateTaken" ma:hidden="true" ma:indexed="true" ma:internalName="MediaServiceDateTaken" ma:readOnly="true">
      <xsd:simpleType>
        <xsd:restriction base="dms:Text"/>
      </xsd:simpleType>
    </xsd:element>
    <xsd:element name="_activity" ma:index="9" nillable="true" ma:displayName="_activity" ma:hidden="true" ma:internalName="_activity">
      <xsd:simpleType>
        <xsd:restriction base="dms:Note"/>
      </xsd:simpleType>
    </xsd:element>
    <xsd:element name="MediaServiceMetadata" ma:index="10" nillable="true" ma:displayName="MediaServiceMetadata" ma:hidden="true" ma:internalName="MediaServiceMetadata" ma:readOnly="true">
      <xsd:simpleType>
        <xsd:restriction base="dms:Note"/>
      </xsd:simpleType>
    </xsd:element>
    <xsd:element name="MediaServiceFastMetadata" ma:index="11" nillable="true" ma:displayName="MediaServiceFastMetadata" ma:hidden="true" ma:internalName="MediaServiceFastMetadata" ma:readOnly="true">
      <xsd:simpleType>
        <xsd:restriction base="dms:Note"/>
      </xsd:simpleType>
    </xsd:element>
    <xsd:element name="MediaServiceSearchProperties" ma:index="12" nillable="true" ma:displayName="MediaServiceSearchProperties" ma:hidden="true" ma:internalName="MediaServiceSearchProperties" ma:readOnly="true">
      <xsd:simpleType>
        <xsd:restriction base="dms:Note"/>
      </xsd:simpleType>
    </xsd:element>
    <xsd:element name="MediaServiceObjectDetectorVersions" ma:index="13" nillable="true" ma:displayName="MediaServiceObjectDetectorVersions" ma:hidden="true" ma:indexed="true" ma:internalName="MediaServiceObjectDetectorVersions" ma:readOnly="true">
      <xsd:simpleType>
        <xsd:restriction base="dms:Text"/>
      </xsd:simpleType>
    </xsd:element>
    <xsd:element name="MediaServiceGenerationTime" ma:index="14" nillable="true" ma:displayName="MediaServiceGenerationTime" ma:hidden="true" ma:internalName="MediaServiceGenerationTime" ma:readOnly="true">
      <xsd:simpleType>
        <xsd:restriction base="dms:Text"/>
      </xsd:simpleType>
    </xsd:element>
    <xsd:element name="MediaServiceEventHashCode" ma:index="15" nillable="true" ma:displayName="MediaServiceEventHashCode" ma:hidden="true" ma:internalName="MediaServiceEventHashCode" ma:readOnly="true">
      <xsd:simpleType>
        <xsd:restriction base="dms:Text"/>
      </xsd:simpleType>
    </xsd:element>
    <xsd:element name="MediaServiceSystemTags" ma:index="16" nillable="true" ma:displayName="MediaServiceSystemTags" ma:hidden="true" ma:internalName="MediaServiceSystemTags" ma:readOnly="true">
      <xsd:simpleType>
        <xsd:restriction base="dms:Note"/>
      </xsd:simpleType>
    </xsd:element>
    <xsd:element name="MediaLengthInSeconds" ma:index="17" nillable="true" ma:displayName="MediaLengthInSeconds" ma:hidden="true" ma:internalName="MediaLengthInSeconds" ma:readOnly="true">
      <xsd:simpleType>
        <xsd:restriction base="dms:Unknown"/>
      </xsd:simpleType>
    </xsd:element>
    <xsd:element name="MediaServiceOCR" ma:index="18" nillable="true" ma:displayName="Extracted Text" ma:internalName="MediaServiceOCR" ma:readOnly="true">
      <xsd:simpleType>
        <xsd:restriction base="dms:Note">
          <xsd:maxLength value="255"/>
        </xsd:restriction>
      </xsd:simpleType>
    </xsd:element>
  </xsd:schema>
  <xsd:schema xmlns="http://schemas.openxmlformats.org/package/2006/metadata/core-properties" xmlns:xsd="http://www.w3.org/2001/XMLSchema" xmlns:xsi="http://www.w3.org/2001/XMLSchema-instance" xmlns:dc="http://purl.org/dc/elements/1.1/" xmlns:dcterms="http://purl.org/dc/terms/" xmlns:odoc="http://schemas.microsoft.com/internal/obd" targetNamespace="http://schemas.openxmlformats.org/package/2006/metadata/core-properties" elementFormDefault="qualified" attributeFormDefault="unqualified" blockDefault="#all">
    <xsd:import namespace="http://purl.org/dc/elements/1.1/" schemaLocation="http://dublincore.org/schemas/xmls/qdc/2003/04/02/dc.xsd"/>
    <xsd:import namespace="http://purl.org/dc/terms/" schemaLocation="http://dublincore.org/schemas/xmls/qdc/2003/04/02/dcterms.xsd"/>
    <xsd:element name="coreProperties" type="CT_coreProperties"/>
    <xsd:complexType name="CT_coreProperties">
      <xsd:all>
        <xsd:element ref="dc:creator" minOccurs="0" maxOccurs="1"/>
        <xsd:element ref="dcterms:created" minOccurs="0" maxOccurs="1"/>
        <xsd:element ref="dc:identifier" minOccurs="0" maxOccurs="1"/>
        <xsd:element name="contentType" minOccurs="0" maxOccurs="1" type="xsd:string" ma:index="0" ma:displayName="Content Type"/>
        <xsd:element ref="dc:title" minOccurs="0" maxOccurs="1" ma:index="4" ma:displayName="Title"/>
        <xsd:element ref="dc:subject" minOccurs="0" maxOccurs="1"/>
        <xsd:element ref="dc:description" minOccurs="0" maxOccurs="1"/>
        <xsd:element name="keywords" minOccurs="0" maxOccurs="1" type="xsd:string"/>
        <xsd:element ref="dc:language" minOccurs="0" maxOccurs="1"/>
        <xsd:element name="category" minOccurs="0" maxOccurs="1" type="xsd:string"/>
        <xsd:element name="version" minOccurs="0" maxOccurs="1" type="xsd:string"/>
        <xsd:element name="revision" minOccurs="0" maxOccurs="1" type="xsd:string">
          <xsd:annotation>
            <xsd:documentation>
                        This value indicates the number of saves or revisions. The application is responsible for updating this value after each revision.
                    </xsd:documentation>
          </xsd:annotation>
        </xsd:element>
        <xsd:element name="lastModifiedBy" minOccurs="0" maxOccurs="1" type="xsd:string"/>
        <xsd:element ref="dcterms:modified" minOccurs="0" maxOccurs="1"/>
        <xsd:element name="contentStatus" minOccurs="0" maxOccurs="1" type="xsd:string"/>
      </xsd:all>
    </xsd:complexType>
  </xsd:schema>
  <xs:schema xmlns:pc="http://schemas.microsoft.com/office/infopath/2007/PartnerControls" xmlns:xs="http://www.w3.org/2001/XMLSchema" targetNamespace="http://schemas.microsoft.com/office/infopath/2007/PartnerControls" elementFormDefault="qualified" attributeFormDefault="unqualified">
    <xs:element name="Person">
      <xs:complexType>
        <xs:sequence>
          <xs:element ref="pc:DisplayName" minOccurs="0"/>
          <xs:element ref="pc:AccountId" minOccurs="0"/>
          <xs:element ref="pc:AccountType" minOccurs="0"/>
        </xs:sequence>
      </xs:complexType>
    </xs:element>
    <xs:element name="DisplayName" type="xs:string"/>
    <xs:element name="AccountId" type="xs:string"/>
    <xs:element name="AccountType" type="xs:string"/>
    <xs:element name="BDCAssociatedEntity">
      <xs:complexType>
        <xs:sequence>
          <xs:element ref="pc:BDCEntity" minOccurs="0" maxOccurs="unbounded"/>
        </xs:sequence>
        <xs:attribute ref="pc:EntityNamespace"/>
        <xs:attribute ref="pc:EntityName"/>
        <xs:attribute ref="pc:SystemInstanceName"/>
        <xs:attribute ref="pc:AssociationName"/>
      </xs:complexType>
    </xs:element>
    <xs:attribute name="EntityNamespace" type="xs:string"/>
    <xs:attribute name="EntityName" type="xs:string"/>
    <xs:attribute name="SystemInstanceName" type="xs:string"/>
    <xs:attribute name="AssociationName" type="xs:string"/>
    <xs:element name="BDCEntity">
      <xs:complexType>
        <xs:sequence>
          <xs:element ref="pc:EntityDisplayName" minOccurs="0"/>
          <xs:element ref="pc:EntityInstanceReference" minOccurs="0"/>
          <xs:element ref="pc:EntityId1" minOccurs="0"/>
          <xs:element ref="pc:EntityId2" minOccurs="0"/>
          <xs:element ref="pc:EntityId3" minOccurs="0"/>
          <xs:element ref="pc:EntityId4" minOccurs="0"/>
          <xs:element ref="pc:EntityId5" minOccurs="0"/>
        </xs:sequence>
      </xs:complexType>
    </xs:element>
    <xs:element name="EntityDisplayName" type="xs:string"/>
    <xs:element name="EntityInstanceReference" type="xs:string"/>
    <xs:element name="EntityId1" type="xs:string"/>
    <xs:element name="EntityId2" type="xs:string"/>
    <xs:element name="EntityId3" type="xs:string"/>
    <xs:element name="EntityId4" type="xs:string"/>
    <xs:element name="EntityId5" type="xs:string"/>
    <xs:element name="Terms">
      <xs:complexType>
        <xs:sequence>
          <xs:element ref="pc:TermInfo" minOccurs="0" maxOccurs="unbounded"/>
        </xs:sequence>
      </xs:complexType>
    </xs:element>
    <xs:element name="TermInfo">
      <xs:complexType>
        <xs:sequence>
          <xs:element ref="pc:TermName" minOccurs="0"/>
          <xs:element ref="pc:TermId" minOccurs="0"/>
        </xs:sequence>
      </xs:complexType>
    </xs:element>
    <xs:element name="TermName" type="xs:string"/>
    <xs:element name="TermId" type="xs:string"/>
  </xs:schema>
</ct:contentTypeSchema>
</file>

<file path=customXml/itemProps1.xml><?xml version="1.0" encoding="utf-8"?>
<ds:datastoreItem xmlns:ds="http://schemas.openxmlformats.org/officeDocument/2006/customXml" ds:itemID="{E9F50E2D-D0D4-44B0-BDC7-5B50B26B90CB}">
  <ds:schemaRefs>
    <ds:schemaRef ds:uri="http://www.w3.org/XML/1998/namespace"/>
    <ds:schemaRef ds:uri="http://schemas.openxmlformats.org/package/2006/metadata/core-properties"/>
    <ds:schemaRef ds:uri="http://purl.org/dc/elements/1.1/"/>
    <ds:schemaRef ds:uri="http://schemas.microsoft.com/office/infopath/2007/PartnerControls"/>
    <ds:schemaRef ds:uri="http://schemas.microsoft.com/office/2006/metadata/properties"/>
    <ds:schemaRef ds:uri="http://purl.org/dc/dcmitype/"/>
    <ds:schemaRef ds:uri="8e26a412-eb24-4fd0-bbc0-2e15db2be7b7"/>
    <ds:schemaRef ds:uri="http://schemas.microsoft.com/office/2006/documentManagement/types"/>
    <ds:schemaRef ds:uri="http://purl.org/dc/terms/"/>
  </ds:schemaRefs>
</ds:datastoreItem>
</file>

<file path=customXml/itemProps2.xml><?xml version="1.0" encoding="utf-8"?>
<ds:datastoreItem xmlns:ds="http://schemas.openxmlformats.org/officeDocument/2006/customXml" ds:itemID="{C41C5064-87E1-4A77-9528-556EFDE1BC3A}">
  <ds:schemaRefs>
    <ds:schemaRef ds:uri="http://schemas.microsoft.com/sharepoint/v3/contenttype/forms"/>
  </ds:schemaRefs>
</ds:datastoreItem>
</file>

<file path=customXml/itemProps3.xml><?xml version="1.0" encoding="utf-8"?>
<ds:datastoreItem xmlns:ds="http://schemas.openxmlformats.org/officeDocument/2006/customXml" ds:itemID="{9339AF74-0613-4003-B2C5-AAD6690F01D2}">
  <ds:schemaRefs>
    <ds:schemaRef ds:uri="8e26a412-eb24-4fd0-bbc0-2e15db2be7b7"/>
    <ds:schemaRef ds:uri="http://purl.org/dc/elements/1.1/"/>
    <ds:schemaRef ds:uri="http://purl.org/dc/terms/"/>
    <ds:schemaRef ds:uri="http://schemas.microsoft.com/internal/obd"/>
    <ds:schemaRef ds:uri="http://schemas.microsoft.com/office/2006/documentManagement/types"/>
    <ds:schemaRef ds:uri="http://schemas.microsoft.com/office/2006/metadata/contentType"/>
    <ds:schemaRef ds:uri="http://schemas.microsoft.com/office/2006/metadata/properties"/>
    <ds:schemaRef ds:uri="http://schemas.microsoft.com/office/2006/metadata/properties/metaAttributes"/>
    <ds:schemaRef ds:uri="http://schemas.microsoft.com/office/infopath/2007/PartnerControls"/>
    <ds:schemaRef ds:uri="http://schemas.openxmlformats.org/package/2006/metadata/core-properties"/>
    <ds:schemaRef ds:uri="http://www.w3.org/2001/XMLSchema"/>
  </ds:schemaRefs>
</ds:datastoreItem>
</file>

<file path=docProps/app.xml><?xml version="1.0" encoding="utf-8"?>
<Properties xmlns="http://schemas.openxmlformats.org/officeDocument/2006/extended-properties" xmlns:vt="http://schemas.openxmlformats.org/officeDocument/2006/docPropsVTypes">
  <Template>TM02900743[[fn=Organisch]]</Template>
  <TotalTime>0</TotalTime>
  <Words>67</Words>
  <Application>Microsoft Office PowerPoint</Application>
  <PresentationFormat>Widescreen</PresentationFormat>
  <Paragraphs>22</Paragraphs>
  <Slides>11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11</vt:i4>
      </vt:variant>
    </vt:vector>
  </HeadingPairs>
  <TitlesOfParts>
    <vt:vector size="12" baseType="lpstr">
      <vt:lpstr>Office Theme</vt:lpstr>
      <vt:lpstr>Dynamic Translator Board</vt:lpstr>
      <vt:lpstr>Inhoud</vt:lpstr>
      <vt:lpstr>Wat is ons project</vt:lpstr>
      <vt:lpstr>Wat hebben we gedaan?</vt:lpstr>
      <vt:lpstr>Architectuurontwerp</vt:lpstr>
      <vt:lpstr>Flowchart </vt:lpstr>
      <vt:lpstr>Probleemstelling document</vt:lpstr>
      <vt:lpstr>Pi aansluiten</vt:lpstr>
      <vt:lpstr>Mijlpalen document</vt:lpstr>
      <vt:lpstr>Retrospective</vt:lpstr>
      <vt:lpstr>Sprint 3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creator>Tijmen Groenevelt (1103197)</dc:creator>
  <cp:lastModifiedBy>omar Mansour (1051322)</cp:lastModifiedBy>
  <cp:revision>12</cp:revision>
  <dcterms:created xsi:type="dcterms:W3CDTF">2025-09-16T10:42:24Z</dcterms:created>
  <dcterms:modified xsi:type="dcterms:W3CDTF">2026-01-27T13:55:06Z</dcterms:modified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ContentTypeId">
    <vt:lpwstr>0x010100BFA73766C730E1499570ED6FBE966F3C</vt:lpwstr>
  </property>
</Properties>
</file>