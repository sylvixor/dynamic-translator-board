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57" r:id="rId7"/>
    <p:sldId id="258" r:id="rId8"/>
    <p:sldId id="261" r:id="rId9"/>
    <p:sldId id="262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6C9153-3256-4035-A1AD-5EB8A28AF556}" v="99" dt="2025-09-16T11:03:54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jmen Groenevelt (1103197)" userId="a5d0b96a-561f-475c-ac67-36944d0d735a" providerId="ADAL" clId="{3B6C9153-3256-4035-A1AD-5EB8A28AF556}"/>
    <pc:docChg chg="undo custSel addSld delSld modSld">
      <pc:chgData name="Tijmen Groenevelt (1103197)" userId="a5d0b96a-561f-475c-ac67-36944d0d735a" providerId="ADAL" clId="{3B6C9153-3256-4035-A1AD-5EB8A28AF556}" dt="2025-09-16T11:09:07.957" v="653" actId="20577"/>
      <pc:docMkLst>
        <pc:docMk/>
      </pc:docMkLst>
      <pc:sldChg chg="addSp modSp mod setBg">
        <pc:chgData name="Tijmen Groenevelt (1103197)" userId="a5d0b96a-561f-475c-ac67-36944d0d735a" providerId="ADAL" clId="{3B6C9153-3256-4035-A1AD-5EB8A28AF556}" dt="2025-09-16T10:44:06.448" v="106" actId="26606"/>
        <pc:sldMkLst>
          <pc:docMk/>
          <pc:sldMk cId="3648123998" sldId="256"/>
        </pc:sldMkLst>
        <pc:spChg chg="mo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2" creationId="{8AD4AA3D-46A2-C31A-8822-3A556694476D}"/>
          </ac:spMkLst>
        </pc:spChg>
        <pc:spChg chg="mo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3" creationId="{13C17DD8-C0F8-9D9B-FC4D-653E2FC462F6}"/>
          </ac:spMkLst>
        </pc:spChg>
        <pc:spChg chg="ad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8" creationId="{3677BAFB-3BD3-41BB-9107-FAE224AE21C4}"/>
          </ac:spMkLst>
        </pc:spChg>
        <pc:spChg chg="ad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10" creationId="{E6823A9B-C188-42D4-847C-3AD928DB145C}"/>
          </ac:spMkLst>
        </pc:spChg>
        <pc:spChg chg="ad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12" creationId="{34B557F3-1A0C-4749-A6DB-EAC082DF390B}"/>
          </ac:spMkLst>
        </pc:spChg>
        <pc:spChg chg="ad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14" creationId="{55D55AA6-3751-494F-868A-DCEDC5CE82BF}"/>
          </ac:spMkLst>
        </pc:spChg>
        <pc:spChg chg="ad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16" creationId="{4D4C00DC-4DC6-4CD2-9E31-F17E6CEBC5A6}"/>
          </ac:spMkLst>
        </pc:spChg>
        <pc:spChg chg="ad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18" creationId="{D82AB1B2-7970-42CF-8BF5-567C69E9FFFB}"/>
          </ac:spMkLst>
        </pc:spChg>
        <pc:spChg chg="ad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24" creationId="{C10FB9CA-E7FA-462C-B537-F1224ED1ACF4}"/>
          </ac:spMkLst>
        </pc:spChg>
        <pc:spChg chg="add">
          <ac:chgData name="Tijmen Groenevelt (1103197)" userId="a5d0b96a-561f-475c-ac67-36944d0d735a" providerId="ADAL" clId="{3B6C9153-3256-4035-A1AD-5EB8A28AF556}" dt="2025-09-16T10:44:06.448" v="106" actId="26606"/>
          <ac:spMkLst>
            <pc:docMk/>
            <pc:sldMk cId="3648123998" sldId="256"/>
            <ac:spMk id="26" creationId="{D8469AE7-A75B-4F37-850B-EF5974ABED2C}"/>
          </ac:spMkLst>
        </pc:spChg>
      </pc:sldChg>
      <pc:sldChg chg="addSp delSp modSp new mod setBg">
        <pc:chgData name="Tijmen Groenevelt (1103197)" userId="a5d0b96a-561f-475c-ac67-36944d0d735a" providerId="ADAL" clId="{3B6C9153-3256-4035-A1AD-5EB8A28AF556}" dt="2025-09-16T11:01:34.300" v="572" actId="1076"/>
        <pc:sldMkLst>
          <pc:docMk/>
          <pc:sldMk cId="1031926653" sldId="257"/>
        </pc:sldMkLst>
        <pc:spChg chg="mod">
          <ac:chgData name="Tijmen Groenevelt (1103197)" userId="a5d0b96a-561f-475c-ac67-36944d0d735a" providerId="ADAL" clId="{3B6C9153-3256-4035-A1AD-5EB8A28AF556}" dt="2025-09-16T10:51:07.340" v="285" actId="20577"/>
          <ac:spMkLst>
            <pc:docMk/>
            <pc:sldMk cId="1031926653" sldId="257"/>
            <ac:spMk id="2" creationId="{2AF104C0-2BA7-D8D9-DEE2-B905506F0713}"/>
          </ac:spMkLst>
        </pc:spChg>
        <pc:spChg chg="mod">
          <ac:chgData name="Tijmen Groenevelt (1103197)" userId="a5d0b96a-561f-475c-ac67-36944d0d735a" providerId="ADAL" clId="{3B6C9153-3256-4035-A1AD-5EB8A28AF556}" dt="2025-09-16T10:51:44.025" v="314" actId="20577"/>
          <ac:spMkLst>
            <pc:docMk/>
            <pc:sldMk cId="1031926653" sldId="257"/>
            <ac:spMk id="3" creationId="{C1B6DC62-C3D6-D01A-00DC-21D729282C4A}"/>
          </ac:spMkLst>
        </pc:spChg>
        <pc:spChg chg="add">
          <ac:chgData name="Tijmen Groenevelt (1103197)" userId="a5d0b96a-561f-475c-ac67-36944d0d735a" providerId="ADAL" clId="{3B6C9153-3256-4035-A1AD-5EB8A28AF556}" dt="2025-09-16T10:45:58.659" v="179" actId="26606"/>
          <ac:spMkLst>
            <pc:docMk/>
            <pc:sldMk cId="1031926653" sldId="257"/>
            <ac:spMk id="8" creationId="{5A0118C5-4F8D-4CF4-BADD-53FEACC6C42A}"/>
          </ac:spMkLst>
        </pc:spChg>
        <pc:spChg chg="add">
          <ac:chgData name="Tijmen Groenevelt (1103197)" userId="a5d0b96a-561f-475c-ac67-36944d0d735a" providerId="ADAL" clId="{3B6C9153-3256-4035-A1AD-5EB8A28AF556}" dt="2025-09-16T10:45:58.659" v="179" actId="26606"/>
          <ac:spMkLst>
            <pc:docMk/>
            <pc:sldMk cId="1031926653" sldId="257"/>
            <ac:spMk id="10" creationId="{4E0A5C5C-2A95-428E-9F6A-0D29EBD57C9F}"/>
          </ac:spMkLst>
        </pc:spChg>
        <pc:spChg chg="add">
          <ac:chgData name="Tijmen Groenevelt (1103197)" userId="a5d0b96a-561f-475c-ac67-36944d0d735a" providerId="ADAL" clId="{3B6C9153-3256-4035-A1AD-5EB8A28AF556}" dt="2025-09-16T10:45:58.659" v="179" actId="26606"/>
          <ac:spMkLst>
            <pc:docMk/>
            <pc:sldMk cId="1031926653" sldId="257"/>
            <ac:spMk id="12" creationId="{1056F38F-7C4E-461D-8709-7D0024AE1F79}"/>
          </ac:spMkLst>
        </pc:spChg>
        <pc:spChg chg="add">
          <ac:chgData name="Tijmen Groenevelt (1103197)" userId="a5d0b96a-561f-475c-ac67-36944d0d735a" providerId="ADAL" clId="{3B6C9153-3256-4035-A1AD-5EB8A28AF556}" dt="2025-09-16T10:45:58.659" v="179" actId="26606"/>
          <ac:spMkLst>
            <pc:docMk/>
            <pc:sldMk cId="1031926653" sldId="257"/>
            <ac:spMk id="14" creationId="{C7278469-3C3C-49CE-AEEE-E176A4900B78}"/>
          </ac:spMkLst>
        </pc:spChg>
        <pc:spChg chg="add">
          <ac:chgData name="Tijmen Groenevelt (1103197)" userId="a5d0b96a-561f-475c-ac67-36944d0d735a" providerId="ADAL" clId="{3B6C9153-3256-4035-A1AD-5EB8A28AF556}" dt="2025-09-16T10:45:58.659" v="179" actId="26606"/>
          <ac:spMkLst>
            <pc:docMk/>
            <pc:sldMk cId="1031926653" sldId="257"/>
            <ac:spMk id="20" creationId="{4C6598AB-1C17-4D54-951C-A082D94ACB7A}"/>
          </ac:spMkLst>
        </pc:spChg>
        <pc:spChg chg="add">
          <ac:chgData name="Tijmen Groenevelt (1103197)" userId="a5d0b96a-561f-475c-ac67-36944d0d735a" providerId="ADAL" clId="{3B6C9153-3256-4035-A1AD-5EB8A28AF556}" dt="2025-09-16T10:45:58.659" v="179" actId="26606"/>
          <ac:spMkLst>
            <pc:docMk/>
            <pc:sldMk cId="1031926653" sldId="257"/>
            <ac:spMk id="22" creationId="{C83B66D7-137D-4AC1-B172-53D60F08BEB5}"/>
          </ac:spMkLst>
        </pc:spChg>
        <pc:spChg chg="add">
          <ac:chgData name="Tijmen Groenevelt (1103197)" userId="a5d0b96a-561f-475c-ac67-36944d0d735a" providerId="ADAL" clId="{3B6C9153-3256-4035-A1AD-5EB8A28AF556}" dt="2025-09-16T10:45:58.659" v="179" actId="26606"/>
          <ac:spMkLst>
            <pc:docMk/>
            <pc:sldMk cId="1031926653" sldId="257"/>
            <ac:spMk id="24" creationId="{F6B92503-6984-4D15-8B98-8718709B785D}"/>
          </ac:spMkLst>
        </pc:spChg>
        <pc:spChg chg="add">
          <ac:chgData name="Tijmen Groenevelt (1103197)" userId="a5d0b96a-561f-475c-ac67-36944d0d735a" providerId="ADAL" clId="{3B6C9153-3256-4035-A1AD-5EB8A28AF556}" dt="2025-09-16T10:45:58.659" v="179" actId="26606"/>
          <ac:spMkLst>
            <pc:docMk/>
            <pc:sldMk cId="1031926653" sldId="257"/>
            <ac:spMk id="26" creationId="{08DDF938-524E-4C18-A47D-C00627832366}"/>
          </ac:spMkLst>
        </pc:spChg>
        <pc:picChg chg="add del mod modCrop">
          <ac:chgData name="Tijmen Groenevelt (1103197)" userId="a5d0b96a-561f-475c-ac67-36944d0d735a" providerId="ADAL" clId="{3B6C9153-3256-4035-A1AD-5EB8A28AF556}" dt="2025-09-16T11:01:34.300" v="572" actId="1076"/>
          <ac:picMkLst>
            <pc:docMk/>
            <pc:sldMk cId="1031926653" sldId="257"/>
            <ac:picMk id="5" creationId="{7757EB1B-071E-A6A9-36C3-55449B93EA58}"/>
          </ac:picMkLst>
        </pc:picChg>
      </pc:sldChg>
      <pc:sldChg chg="addSp modSp new mod setBg addAnim modAnim">
        <pc:chgData name="Tijmen Groenevelt (1103197)" userId="a5d0b96a-561f-475c-ac67-36944d0d735a" providerId="ADAL" clId="{3B6C9153-3256-4035-A1AD-5EB8A28AF556}" dt="2025-09-16T11:03:54.338" v="585" actId="20577"/>
        <pc:sldMkLst>
          <pc:docMk/>
          <pc:sldMk cId="4290236724" sldId="258"/>
        </pc:sldMkLst>
        <pc:spChg chg="mod">
          <ac:chgData name="Tijmen Groenevelt (1103197)" userId="a5d0b96a-561f-475c-ac67-36944d0d735a" providerId="ADAL" clId="{3B6C9153-3256-4035-A1AD-5EB8A28AF556}" dt="2025-09-16T10:47:58.270" v="213" actId="26606"/>
          <ac:spMkLst>
            <pc:docMk/>
            <pc:sldMk cId="4290236724" sldId="258"/>
            <ac:spMk id="2" creationId="{4D27593E-BC95-4827-2743-9B102ABA4E4E}"/>
          </ac:spMkLst>
        </pc:spChg>
        <pc:spChg chg="mod">
          <ac:chgData name="Tijmen Groenevelt (1103197)" userId="a5d0b96a-561f-475c-ac67-36944d0d735a" providerId="ADAL" clId="{3B6C9153-3256-4035-A1AD-5EB8A28AF556}" dt="2025-09-16T11:03:54.338" v="585" actId="20577"/>
          <ac:spMkLst>
            <pc:docMk/>
            <pc:sldMk cId="4290236724" sldId="258"/>
            <ac:spMk id="3" creationId="{C9557D2F-A444-BE39-AC52-6E7793649585}"/>
          </ac:spMkLst>
        </pc:spChg>
        <pc:spChg chg="add">
          <ac:chgData name="Tijmen Groenevelt (1103197)" userId="a5d0b96a-561f-475c-ac67-36944d0d735a" providerId="ADAL" clId="{3B6C9153-3256-4035-A1AD-5EB8A28AF556}" dt="2025-09-16T10:47:58.270" v="213" actId="26606"/>
          <ac:spMkLst>
            <pc:docMk/>
            <pc:sldMk cId="4290236724" sldId="258"/>
            <ac:spMk id="8" creationId="{5A0118C5-4F8D-4CF4-BADD-53FEACC6C42A}"/>
          </ac:spMkLst>
        </pc:spChg>
        <pc:spChg chg="add">
          <ac:chgData name="Tijmen Groenevelt (1103197)" userId="a5d0b96a-561f-475c-ac67-36944d0d735a" providerId="ADAL" clId="{3B6C9153-3256-4035-A1AD-5EB8A28AF556}" dt="2025-09-16T10:47:58.270" v="213" actId="26606"/>
          <ac:spMkLst>
            <pc:docMk/>
            <pc:sldMk cId="4290236724" sldId="258"/>
            <ac:spMk id="10" creationId="{4E0A5C5C-2A95-428E-9F6A-0D29EBD57C9F}"/>
          </ac:spMkLst>
        </pc:spChg>
        <pc:spChg chg="add">
          <ac:chgData name="Tijmen Groenevelt (1103197)" userId="a5d0b96a-561f-475c-ac67-36944d0d735a" providerId="ADAL" clId="{3B6C9153-3256-4035-A1AD-5EB8A28AF556}" dt="2025-09-16T10:47:58.270" v="213" actId="26606"/>
          <ac:spMkLst>
            <pc:docMk/>
            <pc:sldMk cId="4290236724" sldId="258"/>
            <ac:spMk id="12" creationId="{1056F38F-7C4E-461D-8709-7D0024AE1F79}"/>
          </ac:spMkLst>
        </pc:spChg>
        <pc:spChg chg="add">
          <ac:chgData name="Tijmen Groenevelt (1103197)" userId="a5d0b96a-561f-475c-ac67-36944d0d735a" providerId="ADAL" clId="{3B6C9153-3256-4035-A1AD-5EB8A28AF556}" dt="2025-09-16T10:47:58.270" v="213" actId="26606"/>
          <ac:spMkLst>
            <pc:docMk/>
            <pc:sldMk cId="4290236724" sldId="258"/>
            <ac:spMk id="14" creationId="{C7278469-3C3C-49CE-AEEE-E176A4900B78}"/>
          </ac:spMkLst>
        </pc:spChg>
        <pc:spChg chg="add">
          <ac:chgData name="Tijmen Groenevelt (1103197)" userId="a5d0b96a-561f-475c-ac67-36944d0d735a" providerId="ADAL" clId="{3B6C9153-3256-4035-A1AD-5EB8A28AF556}" dt="2025-09-16T10:47:58.270" v="213" actId="26606"/>
          <ac:spMkLst>
            <pc:docMk/>
            <pc:sldMk cId="4290236724" sldId="258"/>
            <ac:spMk id="20" creationId="{4C6598AB-1C17-4D54-951C-A082D94ACB7A}"/>
          </ac:spMkLst>
        </pc:spChg>
        <pc:spChg chg="add">
          <ac:chgData name="Tijmen Groenevelt (1103197)" userId="a5d0b96a-561f-475c-ac67-36944d0d735a" providerId="ADAL" clId="{3B6C9153-3256-4035-A1AD-5EB8A28AF556}" dt="2025-09-16T10:47:58.270" v="213" actId="26606"/>
          <ac:spMkLst>
            <pc:docMk/>
            <pc:sldMk cId="4290236724" sldId="258"/>
            <ac:spMk id="22" creationId="{C83B66D7-137D-4AC1-B172-53D60F08BEB5}"/>
          </ac:spMkLst>
        </pc:spChg>
        <pc:spChg chg="add">
          <ac:chgData name="Tijmen Groenevelt (1103197)" userId="a5d0b96a-561f-475c-ac67-36944d0d735a" providerId="ADAL" clId="{3B6C9153-3256-4035-A1AD-5EB8A28AF556}" dt="2025-09-16T10:47:58.270" v="213" actId="26606"/>
          <ac:spMkLst>
            <pc:docMk/>
            <pc:sldMk cId="4290236724" sldId="258"/>
            <ac:spMk id="24" creationId="{F6B92503-6984-4D15-8B98-8718709B785D}"/>
          </ac:spMkLst>
        </pc:spChg>
        <pc:spChg chg="add">
          <ac:chgData name="Tijmen Groenevelt (1103197)" userId="a5d0b96a-561f-475c-ac67-36944d0d735a" providerId="ADAL" clId="{3B6C9153-3256-4035-A1AD-5EB8A28AF556}" dt="2025-09-16T10:47:58.270" v="213" actId="26606"/>
          <ac:spMkLst>
            <pc:docMk/>
            <pc:sldMk cId="4290236724" sldId="258"/>
            <ac:spMk id="26" creationId="{08DDF938-524E-4C18-A47D-C00627832366}"/>
          </ac:spMkLst>
        </pc:spChg>
      </pc:sldChg>
      <pc:sldChg chg="modSp new del mod">
        <pc:chgData name="Tijmen Groenevelt (1103197)" userId="a5d0b96a-561f-475c-ac67-36944d0d735a" providerId="ADAL" clId="{3B6C9153-3256-4035-A1AD-5EB8A28AF556}" dt="2025-09-16T10:55:39.428" v="465" actId="47"/>
        <pc:sldMkLst>
          <pc:docMk/>
          <pc:sldMk cId="3977084157" sldId="259"/>
        </pc:sldMkLst>
        <pc:spChg chg="mod">
          <ac:chgData name="Tijmen Groenevelt (1103197)" userId="a5d0b96a-561f-475c-ac67-36944d0d735a" providerId="ADAL" clId="{3B6C9153-3256-4035-A1AD-5EB8A28AF556}" dt="2025-09-16T10:48:49.750" v="221" actId="20577"/>
          <ac:spMkLst>
            <pc:docMk/>
            <pc:sldMk cId="3977084157" sldId="259"/>
            <ac:spMk id="2" creationId="{717EAFA9-F680-FE92-1FAC-EF55DB484F08}"/>
          </ac:spMkLst>
        </pc:spChg>
        <pc:spChg chg="mod">
          <ac:chgData name="Tijmen Groenevelt (1103197)" userId="a5d0b96a-561f-475c-ac67-36944d0d735a" providerId="ADAL" clId="{3B6C9153-3256-4035-A1AD-5EB8A28AF556}" dt="2025-09-16T10:54:49.424" v="464" actId="20577"/>
          <ac:spMkLst>
            <pc:docMk/>
            <pc:sldMk cId="3977084157" sldId="259"/>
            <ac:spMk id="3" creationId="{BC7B8D86-0E5B-A83F-C29F-43F078FA5363}"/>
          </ac:spMkLst>
        </pc:spChg>
      </pc:sldChg>
      <pc:sldChg chg="modSp new del mod">
        <pc:chgData name="Tijmen Groenevelt (1103197)" userId="a5d0b96a-561f-475c-ac67-36944d0d735a" providerId="ADAL" clId="{3B6C9153-3256-4035-A1AD-5EB8A28AF556}" dt="2025-09-16T10:54:22.659" v="410" actId="47"/>
        <pc:sldMkLst>
          <pc:docMk/>
          <pc:sldMk cId="4044261877" sldId="260"/>
        </pc:sldMkLst>
        <pc:spChg chg="mod">
          <ac:chgData name="Tijmen Groenevelt (1103197)" userId="a5d0b96a-561f-475c-ac67-36944d0d735a" providerId="ADAL" clId="{3B6C9153-3256-4035-A1AD-5EB8A28AF556}" dt="2025-09-16T10:49:08.813" v="249" actId="20577"/>
          <ac:spMkLst>
            <pc:docMk/>
            <pc:sldMk cId="4044261877" sldId="260"/>
            <ac:spMk id="2" creationId="{C2EC012A-2FCD-182B-E3D8-27C66DFE4D6F}"/>
          </ac:spMkLst>
        </pc:spChg>
      </pc:sldChg>
      <pc:sldChg chg="addSp delSp modSp new mod setBg addAnim modAnim">
        <pc:chgData name="Tijmen Groenevelt (1103197)" userId="a5d0b96a-561f-475c-ac67-36944d0d735a" providerId="ADAL" clId="{3B6C9153-3256-4035-A1AD-5EB8A28AF556}" dt="2025-09-16T11:00:44.952" v="561" actId="1076"/>
        <pc:sldMkLst>
          <pc:docMk/>
          <pc:sldMk cId="3856882086" sldId="261"/>
        </pc:sldMkLst>
        <pc:spChg chg="mod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2" creationId="{6399CD8B-CD78-4302-25A0-A0224023013D}"/>
          </ac:spMkLst>
        </pc:spChg>
        <pc:spChg chg="mod">
          <ac:chgData name="Tijmen Groenevelt (1103197)" userId="a5d0b96a-561f-475c-ac67-36944d0d735a" providerId="ADAL" clId="{3B6C9153-3256-4035-A1AD-5EB8A28AF556}" dt="2025-09-16T10:58:10.052" v="554" actId="20577"/>
          <ac:spMkLst>
            <pc:docMk/>
            <pc:sldMk cId="3856882086" sldId="261"/>
            <ac:spMk id="3" creationId="{5EFFFCC1-F749-FCE9-2663-04A215FE5F17}"/>
          </ac:spMkLst>
        </pc:spChg>
        <pc:spChg chg="add del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8" creationId="{489B7BFD-8F45-4093-AD9C-91B15B0503D9}"/>
          </ac:spMkLst>
        </pc:spChg>
        <pc:spChg chg="add del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16" creationId="{2B06059C-C357-4011-82B9-9C0106301384}"/>
          </ac:spMkLst>
        </pc:spChg>
        <pc:spChg chg="add">
          <ac:chgData name="Tijmen Groenevelt (1103197)" userId="a5d0b96a-561f-475c-ac67-36944d0d735a" providerId="ADAL" clId="{3B6C9153-3256-4035-A1AD-5EB8A28AF556}" dt="2025-09-16T10:56:31.885" v="472" actId="26606"/>
          <ac:spMkLst>
            <pc:docMk/>
            <pc:sldMk cId="3856882086" sldId="261"/>
            <ac:spMk id="18" creationId="{5AFEC601-A132-47EE-B0C2-B38ACD9FCE6F}"/>
          </ac:spMkLst>
        </pc:spChg>
        <pc:spChg chg="add">
          <ac:chgData name="Tijmen Groenevelt (1103197)" userId="a5d0b96a-561f-475c-ac67-36944d0d735a" providerId="ADAL" clId="{3B6C9153-3256-4035-A1AD-5EB8A28AF556}" dt="2025-09-16T10:56:31.885" v="472" actId="26606"/>
          <ac:spMkLst>
            <pc:docMk/>
            <pc:sldMk cId="3856882086" sldId="261"/>
            <ac:spMk id="20" creationId="{279CAF82-0ECF-42BE-8F37-F71941E5D410}"/>
          </ac:spMkLst>
        </pc:spChg>
        <pc:spChg chg="add">
          <ac:chgData name="Tijmen Groenevelt (1103197)" userId="a5d0b96a-561f-475c-ac67-36944d0d735a" providerId="ADAL" clId="{3B6C9153-3256-4035-A1AD-5EB8A28AF556}" dt="2025-09-16T10:56:31.885" v="472" actId="26606"/>
          <ac:spMkLst>
            <pc:docMk/>
            <pc:sldMk cId="3856882086" sldId="261"/>
            <ac:spMk id="22" creationId="{218E095B-4870-4AD5-9C41-C16D59523501}"/>
          </ac:spMkLst>
        </pc:spChg>
        <pc:spChg chg="add del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31" creationId="{033BC44A-0661-43B4-9C14-FD5963C226AE}"/>
          </ac:spMkLst>
        </pc:spChg>
        <pc:spChg chg="add del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33" creationId="{BE8CB2F0-2F5A-4EBD-B214-E0309C31F578}"/>
          </ac:spMkLst>
        </pc:spChg>
        <pc:spChg chg="add del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35" creationId="{FFD3887D-244B-4EC4-9208-E304984C5D0F}"/>
          </ac:spMkLst>
        </pc:spChg>
        <pc:spChg chg="add del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37" creationId="{97224C31-855E-4593-8A58-5B2B0CC4F537}"/>
          </ac:spMkLst>
        </pc:spChg>
        <pc:spChg chg="add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44" creationId="{4E0A5C5C-2A95-428E-9F6A-0D29EBD57C9F}"/>
          </ac:spMkLst>
        </pc:spChg>
        <pc:spChg chg="add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46" creationId="{1056F38F-7C4E-461D-8709-7D0024AE1F79}"/>
          </ac:spMkLst>
        </pc:spChg>
        <pc:spChg chg="add">
          <ac:chgData name="Tijmen Groenevelt (1103197)" userId="a5d0b96a-561f-475c-ac67-36944d0d735a" providerId="ADAL" clId="{3B6C9153-3256-4035-A1AD-5EB8A28AF556}" dt="2025-09-16T10:56:42.506" v="474" actId="26606"/>
          <ac:spMkLst>
            <pc:docMk/>
            <pc:sldMk cId="3856882086" sldId="261"/>
            <ac:spMk id="54" creationId="{4C6598AB-1C17-4D54-951C-A082D94ACB7A}"/>
          </ac:spMkLst>
        </pc:spChg>
        <pc:picChg chg="add mod">
          <ac:chgData name="Tijmen Groenevelt (1103197)" userId="a5d0b96a-561f-475c-ac67-36944d0d735a" providerId="ADAL" clId="{3B6C9153-3256-4035-A1AD-5EB8A28AF556}" dt="2025-09-16T11:00:44.952" v="561" actId="1076"/>
          <ac:picMkLst>
            <pc:docMk/>
            <pc:sldMk cId="3856882086" sldId="261"/>
            <ac:picMk id="5" creationId="{6948E2B6-B453-E199-E198-6D75BE946C4C}"/>
          </ac:picMkLst>
        </pc:picChg>
      </pc:sldChg>
      <pc:sldChg chg="addSp modSp new mod setBg">
        <pc:chgData name="Tijmen Groenevelt (1103197)" userId="a5d0b96a-561f-475c-ac67-36944d0d735a" providerId="ADAL" clId="{3B6C9153-3256-4035-A1AD-5EB8A28AF556}" dt="2025-09-16T10:56:38.722" v="473" actId="26606"/>
        <pc:sldMkLst>
          <pc:docMk/>
          <pc:sldMk cId="2056700298" sldId="262"/>
        </pc:sldMkLst>
        <pc:spChg chg="mo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2" creationId="{5481292D-8F90-6084-BC63-ABF7256A3777}"/>
          </ac:spMkLst>
        </pc:spChg>
        <pc:spChg chg="mo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3" creationId="{CDC6D889-2684-D5E6-4B04-A6EE18F1C272}"/>
          </ac:spMkLst>
        </pc:spChg>
        <pc:spChg chg="ad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8" creationId="{5A0118C5-4F8D-4CF4-BADD-53FEACC6C42A}"/>
          </ac:spMkLst>
        </pc:spChg>
        <pc:spChg chg="ad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10" creationId="{4E0A5C5C-2A95-428E-9F6A-0D29EBD57C9F}"/>
          </ac:spMkLst>
        </pc:spChg>
        <pc:spChg chg="ad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12" creationId="{1056F38F-7C4E-461D-8709-7D0024AE1F79}"/>
          </ac:spMkLst>
        </pc:spChg>
        <pc:spChg chg="ad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14" creationId="{C7278469-3C3C-49CE-AEEE-E176A4900B78}"/>
          </ac:spMkLst>
        </pc:spChg>
        <pc:spChg chg="ad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20" creationId="{4C6598AB-1C17-4D54-951C-A082D94ACB7A}"/>
          </ac:spMkLst>
        </pc:spChg>
        <pc:spChg chg="ad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22" creationId="{C83B66D7-137D-4AC1-B172-53D60F08BEB5}"/>
          </ac:spMkLst>
        </pc:spChg>
        <pc:spChg chg="ad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24" creationId="{F6B92503-6984-4D15-8B98-8718709B785D}"/>
          </ac:spMkLst>
        </pc:spChg>
        <pc:spChg chg="add">
          <ac:chgData name="Tijmen Groenevelt (1103197)" userId="a5d0b96a-561f-475c-ac67-36944d0d735a" providerId="ADAL" clId="{3B6C9153-3256-4035-A1AD-5EB8A28AF556}" dt="2025-09-16T10:56:38.722" v="473" actId="26606"/>
          <ac:spMkLst>
            <pc:docMk/>
            <pc:sldMk cId="2056700298" sldId="262"/>
            <ac:spMk id="26" creationId="{08DDF938-524E-4C18-A47D-C00627832366}"/>
          </ac:spMkLst>
        </pc:spChg>
      </pc:sldChg>
      <pc:sldChg chg="addSp delSp add del setBg delDesignElem">
        <pc:chgData name="Tijmen Groenevelt (1103197)" userId="a5d0b96a-561f-475c-ac67-36944d0d735a" providerId="ADAL" clId="{3B6C9153-3256-4035-A1AD-5EB8A28AF556}" dt="2025-09-16T10:56:12.957" v="471"/>
        <pc:sldMkLst>
          <pc:docMk/>
          <pc:sldMk cId="1408400320" sldId="263"/>
        </pc:sldMkLst>
        <pc:spChg chg="add del">
          <ac:chgData name="Tijmen Groenevelt (1103197)" userId="a5d0b96a-561f-475c-ac67-36944d0d735a" providerId="ADAL" clId="{3B6C9153-3256-4035-A1AD-5EB8A28AF556}" dt="2025-09-16T10:56:12.957" v="471"/>
          <ac:spMkLst>
            <pc:docMk/>
            <pc:sldMk cId="1408400320" sldId="263"/>
            <ac:spMk id="8" creationId="{0B08A6F7-B339-B727-4416-1C5526D895FA}"/>
          </ac:spMkLst>
        </pc:spChg>
        <pc:spChg chg="add del">
          <ac:chgData name="Tijmen Groenevelt (1103197)" userId="a5d0b96a-561f-475c-ac67-36944d0d735a" providerId="ADAL" clId="{3B6C9153-3256-4035-A1AD-5EB8A28AF556}" dt="2025-09-16T10:56:12.957" v="471"/>
          <ac:spMkLst>
            <pc:docMk/>
            <pc:sldMk cId="1408400320" sldId="263"/>
            <ac:spMk id="10" creationId="{786C748B-F82D-1186-0359-26CCBF168211}"/>
          </ac:spMkLst>
        </pc:spChg>
        <pc:spChg chg="add del">
          <ac:chgData name="Tijmen Groenevelt (1103197)" userId="a5d0b96a-561f-475c-ac67-36944d0d735a" providerId="ADAL" clId="{3B6C9153-3256-4035-A1AD-5EB8A28AF556}" dt="2025-09-16T10:56:12.957" v="471"/>
          <ac:spMkLst>
            <pc:docMk/>
            <pc:sldMk cId="1408400320" sldId="263"/>
            <ac:spMk id="12" creationId="{4951A6A4-9C01-5139-F40F-3CCD60DD0F7F}"/>
          </ac:spMkLst>
        </pc:spChg>
        <pc:spChg chg="add del">
          <ac:chgData name="Tijmen Groenevelt (1103197)" userId="a5d0b96a-561f-475c-ac67-36944d0d735a" providerId="ADAL" clId="{3B6C9153-3256-4035-A1AD-5EB8A28AF556}" dt="2025-09-16T10:56:12.957" v="471"/>
          <ac:spMkLst>
            <pc:docMk/>
            <pc:sldMk cId="1408400320" sldId="263"/>
            <ac:spMk id="14" creationId="{AF0FB582-8E16-4274-70D9-AD286593FECC}"/>
          </ac:spMkLst>
        </pc:spChg>
        <pc:spChg chg="add del">
          <ac:chgData name="Tijmen Groenevelt (1103197)" userId="a5d0b96a-561f-475c-ac67-36944d0d735a" providerId="ADAL" clId="{3B6C9153-3256-4035-A1AD-5EB8A28AF556}" dt="2025-09-16T10:56:12.957" v="471"/>
          <ac:spMkLst>
            <pc:docMk/>
            <pc:sldMk cId="1408400320" sldId="263"/>
            <ac:spMk id="20" creationId="{D674D96F-796B-377E-A736-13EAD9C86899}"/>
          </ac:spMkLst>
        </pc:spChg>
        <pc:spChg chg="add del">
          <ac:chgData name="Tijmen Groenevelt (1103197)" userId="a5d0b96a-561f-475c-ac67-36944d0d735a" providerId="ADAL" clId="{3B6C9153-3256-4035-A1AD-5EB8A28AF556}" dt="2025-09-16T10:56:12.957" v="471"/>
          <ac:spMkLst>
            <pc:docMk/>
            <pc:sldMk cId="1408400320" sldId="263"/>
            <ac:spMk id="22" creationId="{04A9E272-81BA-A8AE-C053-B078888317A3}"/>
          </ac:spMkLst>
        </pc:spChg>
        <pc:spChg chg="add del">
          <ac:chgData name="Tijmen Groenevelt (1103197)" userId="a5d0b96a-561f-475c-ac67-36944d0d735a" providerId="ADAL" clId="{3B6C9153-3256-4035-A1AD-5EB8A28AF556}" dt="2025-09-16T10:56:12.957" v="471"/>
          <ac:spMkLst>
            <pc:docMk/>
            <pc:sldMk cId="1408400320" sldId="263"/>
            <ac:spMk id="24" creationId="{80106FED-43F1-DEEE-DC14-B9C96FF0F09F}"/>
          </ac:spMkLst>
        </pc:spChg>
        <pc:spChg chg="add del">
          <ac:chgData name="Tijmen Groenevelt (1103197)" userId="a5d0b96a-561f-475c-ac67-36944d0d735a" providerId="ADAL" clId="{3B6C9153-3256-4035-A1AD-5EB8A28AF556}" dt="2025-09-16T10:56:12.957" v="471"/>
          <ac:spMkLst>
            <pc:docMk/>
            <pc:sldMk cId="1408400320" sldId="263"/>
            <ac:spMk id="26" creationId="{01EC5AA7-8DC6-9B9B-2A9F-DE098AE15A33}"/>
          </ac:spMkLst>
        </pc:spChg>
        <pc:grpChg chg="add del">
          <ac:chgData name="Tijmen Groenevelt (1103197)" userId="a5d0b96a-561f-475c-ac67-36944d0d735a" providerId="ADAL" clId="{3B6C9153-3256-4035-A1AD-5EB8A28AF556}" dt="2025-09-16T10:56:12.957" v="471"/>
          <ac:grpSpMkLst>
            <pc:docMk/>
            <pc:sldMk cId="1408400320" sldId="263"/>
            <ac:grpSpMk id="16" creationId="{C518EA23-142C-BA67-DD88-80B2DF56FCC4}"/>
          </ac:grpSpMkLst>
        </pc:grpChg>
        <pc:grpChg chg="add del">
          <ac:chgData name="Tijmen Groenevelt (1103197)" userId="a5d0b96a-561f-475c-ac67-36944d0d735a" providerId="ADAL" clId="{3B6C9153-3256-4035-A1AD-5EB8A28AF556}" dt="2025-09-16T10:56:12.957" v="471"/>
          <ac:grpSpMkLst>
            <pc:docMk/>
            <pc:sldMk cId="1408400320" sldId="263"/>
            <ac:grpSpMk id="28" creationId="{5AA4AA15-9BA5-62D5-561B-3C2ED6BC0BF4}"/>
          </ac:grpSpMkLst>
        </pc:grpChg>
      </pc:sldChg>
      <pc:sldChg chg="addSp modSp new mod setBg">
        <pc:chgData name="Tijmen Groenevelt (1103197)" userId="a5d0b96a-561f-475c-ac67-36944d0d735a" providerId="ADAL" clId="{3B6C9153-3256-4035-A1AD-5EB8A28AF556}" dt="2025-09-16T11:09:07.957" v="653" actId="20577"/>
        <pc:sldMkLst>
          <pc:docMk/>
          <pc:sldMk cId="1881773769" sldId="263"/>
        </pc:sldMkLst>
        <pc:spChg chg="mod">
          <ac:chgData name="Tijmen Groenevelt (1103197)" userId="a5d0b96a-561f-475c-ac67-36944d0d735a" providerId="ADAL" clId="{3B6C9153-3256-4035-A1AD-5EB8A28AF556}" dt="2025-09-16T11:08:51.269" v="593" actId="20577"/>
          <ac:spMkLst>
            <pc:docMk/>
            <pc:sldMk cId="1881773769" sldId="263"/>
            <ac:spMk id="2" creationId="{7A3910DC-7F77-C8DE-B875-CF9E756DD26C}"/>
          </ac:spMkLst>
        </pc:spChg>
        <pc:spChg chg="mod">
          <ac:chgData name="Tijmen Groenevelt (1103197)" userId="a5d0b96a-561f-475c-ac67-36944d0d735a" providerId="ADAL" clId="{3B6C9153-3256-4035-A1AD-5EB8A28AF556}" dt="2025-09-16T11:09:07.957" v="653" actId="20577"/>
          <ac:spMkLst>
            <pc:docMk/>
            <pc:sldMk cId="1881773769" sldId="263"/>
            <ac:spMk id="3" creationId="{5405A4AC-141D-41A6-E740-B582AC1BB837}"/>
          </ac:spMkLst>
        </pc:spChg>
        <pc:spChg chg="add">
          <ac:chgData name="Tijmen Groenevelt (1103197)" userId="a5d0b96a-561f-475c-ac67-36944d0d735a" providerId="ADAL" clId="{3B6C9153-3256-4035-A1AD-5EB8A28AF556}" dt="2025-09-16T11:08:48.896" v="587" actId="26606"/>
          <ac:spMkLst>
            <pc:docMk/>
            <pc:sldMk cId="1881773769" sldId="263"/>
            <ac:spMk id="8" creationId="{5A0118C5-4F8D-4CF4-BADD-53FEACC6C42A}"/>
          </ac:spMkLst>
        </pc:spChg>
        <pc:spChg chg="add">
          <ac:chgData name="Tijmen Groenevelt (1103197)" userId="a5d0b96a-561f-475c-ac67-36944d0d735a" providerId="ADAL" clId="{3B6C9153-3256-4035-A1AD-5EB8A28AF556}" dt="2025-09-16T11:08:48.896" v="587" actId="26606"/>
          <ac:spMkLst>
            <pc:docMk/>
            <pc:sldMk cId="1881773769" sldId="263"/>
            <ac:spMk id="10" creationId="{4E0A5C5C-2A95-428E-9F6A-0D29EBD57C9F}"/>
          </ac:spMkLst>
        </pc:spChg>
        <pc:spChg chg="add">
          <ac:chgData name="Tijmen Groenevelt (1103197)" userId="a5d0b96a-561f-475c-ac67-36944d0d735a" providerId="ADAL" clId="{3B6C9153-3256-4035-A1AD-5EB8A28AF556}" dt="2025-09-16T11:08:48.896" v="587" actId="26606"/>
          <ac:spMkLst>
            <pc:docMk/>
            <pc:sldMk cId="1881773769" sldId="263"/>
            <ac:spMk id="12" creationId="{1056F38F-7C4E-461D-8709-7D0024AE1F79}"/>
          </ac:spMkLst>
        </pc:spChg>
        <pc:spChg chg="add">
          <ac:chgData name="Tijmen Groenevelt (1103197)" userId="a5d0b96a-561f-475c-ac67-36944d0d735a" providerId="ADAL" clId="{3B6C9153-3256-4035-A1AD-5EB8A28AF556}" dt="2025-09-16T11:08:48.896" v="587" actId="26606"/>
          <ac:spMkLst>
            <pc:docMk/>
            <pc:sldMk cId="1881773769" sldId="263"/>
            <ac:spMk id="14" creationId="{C7278469-3C3C-49CE-AEEE-E176A4900B78}"/>
          </ac:spMkLst>
        </pc:spChg>
        <pc:spChg chg="add">
          <ac:chgData name="Tijmen Groenevelt (1103197)" userId="a5d0b96a-561f-475c-ac67-36944d0d735a" providerId="ADAL" clId="{3B6C9153-3256-4035-A1AD-5EB8A28AF556}" dt="2025-09-16T11:08:48.896" v="587" actId="26606"/>
          <ac:spMkLst>
            <pc:docMk/>
            <pc:sldMk cId="1881773769" sldId="263"/>
            <ac:spMk id="20" creationId="{4C6598AB-1C17-4D54-951C-A082D94ACB7A}"/>
          </ac:spMkLst>
        </pc:spChg>
        <pc:spChg chg="add">
          <ac:chgData name="Tijmen Groenevelt (1103197)" userId="a5d0b96a-561f-475c-ac67-36944d0d735a" providerId="ADAL" clId="{3B6C9153-3256-4035-A1AD-5EB8A28AF556}" dt="2025-09-16T11:08:48.896" v="587" actId="26606"/>
          <ac:spMkLst>
            <pc:docMk/>
            <pc:sldMk cId="1881773769" sldId="263"/>
            <ac:spMk id="22" creationId="{C83B66D7-137D-4AC1-B172-53D60F08BEB5}"/>
          </ac:spMkLst>
        </pc:spChg>
        <pc:spChg chg="add">
          <ac:chgData name="Tijmen Groenevelt (1103197)" userId="a5d0b96a-561f-475c-ac67-36944d0d735a" providerId="ADAL" clId="{3B6C9153-3256-4035-A1AD-5EB8A28AF556}" dt="2025-09-16T11:08:48.896" v="587" actId="26606"/>
          <ac:spMkLst>
            <pc:docMk/>
            <pc:sldMk cId="1881773769" sldId="263"/>
            <ac:spMk id="24" creationId="{F6B92503-6984-4D15-8B98-8718709B785D}"/>
          </ac:spMkLst>
        </pc:spChg>
        <pc:spChg chg="add">
          <ac:chgData name="Tijmen Groenevelt (1103197)" userId="a5d0b96a-561f-475c-ac67-36944d0d735a" providerId="ADAL" clId="{3B6C9153-3256-4035-A1AD-5EB8A28AF556}" dt="2025-09-16T11:08:48.896" v="587" actId="26606"/>
          <ac:spMkLst>
            <pc:docMk/>
            <pc:sldMk cId="1881773769" sldId="263"/>
            <ac:spMk id="26" creationId="{08DDF938-524E-4C18-A47D-C00627832366}"/>
          </ac:spMkLst>
        </pc:spChg>
      </pc:sldChg>
      <pc:sldChg chg="addSp delSp add del setBg delDesignElem">
        <pc:chgData name="Tijmen Groenevelt (1103197)" userId="a5d0b96a-561f-475c-ac67-36944d0d735a" providerId="ADAL" clId="{3B6C9153-3256-4035-A1AD-5EB8A28AF556}" dt="2025-09-16T10:56:12.776" v="470"/>
        <pc:sldMkLst>
          <pc:docMk/>
          <pc:sldMk cId="1234310581" sldId="264"/>
        </pc:sldMkLst>
        <pc:spChg chg="add del">
          <ac:chgData name="Tijmen Groenevelt (1103197)" userId="a5d0b96a-561f-475c-ac67-36944d0d735a" providerId="ADAL" clId="{3B6C9153-3256-4035-A1AD-5EB8A28AF556}" dt="2025-09-16T10:56:12.776" v="470"/>
          <ac:spMkLst>
            <pc:docMk/>
            <pc:sldMk cId="1234310581" sldId="264"/>
            <ac:spMk id="8" creationId="{CCCF9F7B-8E95-B253-064B-01537FE2324A}"/>
          </ac:spMkLst>
        </pc:spChg>
        <pc:spChg chg="add del">
          <ac:chgData name="Tijmen Groenevelt (1103197)" userId="a5d0b96a-561f-475c-ac67-36944d0d735a" providerId="ADAL" clId="{3B6C9153-3256-4035-A1AD-5EB8A28AF556}" dt="2025-09-16T10:56:12.776" v="470"/>
          <ac:spMkLst>
            <pc:docMk/>
            <pc:sldMk cId="1234310581" sldId="264"/>
            <ac:spMk id="10" creationId="{1A39E038-C937-8896-EE5B-CA1BCCDA5A22}"/>
          </ac:spMkLst>
        </pc:spChg>
        <pc:spChg chg="add del">
          <ac:chgData name="Tijmen Groenevelt (1103197)" userId="a5d0b96a-561f-475c-ac67-36944d0d735a" providerId="ADAL" clId="{3B6C9153-3256-4035-A1AD-5EB8A28AF556}" dt="2025-09-16T10:56:12.776" v="470"/>
          <ac:spMkLst>
            <pc:docMk/>
            <pc:sldMk cId="1234310581" sldId="264"/>
            <ac:spMk id="12" creationId="{2F52BF1B-DA1C-06FF-6FBA-59AD92F415CC}"/>
          </ac:spMkLst>
        </pc:spChg>
        <pc:spChg chg="add del">
          <ac:chgData name="Tijmen Groenevelt (1103197)" userId="a5d0b96a-561f-475c-ac67-36944d0d735a" providerId="ADAL" clId="{3B6C9153-3256-4035-A1AD-5EB8A28AF556}" dt="2025-09-16T10:56:12.776" v="470"/>
          <ac:spMkLst>
            <pc:docMk/>
            <pc:sldMk cId="1234310581" sldId="264"/>
            <ac:spMk id="14" creationId="{17A1D6BC-0451-ACBE-D2D4-AD7BC7129954}"/>
          </ac:spMkLst>
        </pc:spChg>
        <pc:spChg chg="add del">
          <ac:chgData name="Tijmen Groenevelt (1103197)" userId="a5d0b96a-561f-475c-ac67-36944d0d735a" providerId="ADAL" clId="{3B6C9153-3256-4035-A1AD-5EB8A28AF556}" dt="2025-09-16T10:56:12.776" v="470"/>
          <ac:spMkLst>
            <pc:docMk/>
            <pc:sldMk cId="1234310581" sldId="264"/>
            <ac:spMk id="20" creationId="{354D01D5-2D35-E620-7CCD-A1299A6A1616}"/>
          </ac:spMkLst>
        </pc:spChg>
        <pc:spChg chg="add del">
          <ac:chgData name="Tijmen Groenevelt (1103197)" userId="a5d0b96a-561f-475c-ac67-36944d0d735a" providerId="ADAL" clId="{3B6C9153-3256-4035-A1AD-5EB8A28AF556}" dt="2025-09-16T10:56:12.776" v="470"/>
          <ac:spMkLst>
            <pc:docMk/>
            <pc:sldMk cId="1234310581" sldId="264"/>
            <ac:spMk id="22" creationId="{C9DB96A0-7168-773F-1E6B-33016B225848}"/>
          </ac:spMkLst>
        </pc:spChg>
        <pc:spChg chg="add del">
          <ac:chgData name="Tijmen Groenevelt (1103197)" userId="a5d0b96a-561f-475c-ac67-36944d0d735a" providerId="ADAL" clId="{3B6C9153-3256-4035-A1AD-5EB8A28AF556}" dt="2025-09-16T10:56:12.776" v="470"/>
          <ac:spMkLst>
            <pc:docMk/>
            <pc:sldMk cId="1234310581" sldId="264"/>
            <ac:spMk id="24" creationId="{923735B7-5015-8034-3120-D94BFBA1F603}"/>
          </ac:spMkLst>
        </pc:spChg>
        <pc:spChg chg="add del">
          <ac:chgData name="Tijmen Groenevelt (1103197)" userId="a5d0b96a-561f-475c-ac67-36944d0d735a" providerId="ADAL" clId="{3B6C9153-3256-4035-A1AD-5EB8A28AF556}" dt="2025-09-16T10:56:12.776" v="470"/>
          <ac:spMkLst>
            <pc:docMk/>
            <pc:sldMk cId="1234310581" sldId="264"/>
            <ac:spMk id="26" creationId="{0FA5224F-41F8-D7EA-5E5F-1927F3CA64A9}"/>
          </ac:spMkLst>
        </pc:spChg>
        <pc:grpChg chg="add del">
          <ac:chgData name="Tijmen Groenevelt (1103197)" userId="a5d0b96a-561f-475c-ac67-36944d0d735a" providerId="ADAL" clId="{3B6C9153-3256-4035-A1AD-5EB8A28AF556}" dt="2025-09-16T10:56:12.776" v="470"/>
          <ac:grpSpMkLst>
            <pc:docMk/>
            <pc:sldMk cId="1234310581" sldId="264"/>
            <ac:grpSpMk id="16" creationId="{1D453723-A3F2-679F-0ABD-661FF0B8C467}"/>
          </ac:grpSpMkLst>
        </pc:grpChg>
        <pc:grpChg chg="add del">
          <ac:chgData name="Tijmen Groenevelt (1103197)" userId="a5d0b96a-561f-475c-ac67-36944d0d735a" providerId="ADAL" clId="{3B6C9153-3256-4035-A1AD-5EB8A28AF556}" dt="2025-09-16T10:56:12.776" v="470"/>
          <ac:grpSpMkLst>
            <pc:docMk/>
            <pc:sldMk cId="1234310581" sldId="264"/>
            <ac:grpSpMk id="28" creationId="{4FC0553B-42F3-D406-D9A2-9AF908F5C0DF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03BA-41D0-CE7C-C882-0637233B8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D29E9-6EA5-D100-AF27-081490EE8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F3A0-1F63-AEFA-A9BD-3A6E2F96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1CAE6-E959-3A4B-9D2C-FA883E76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3834-F60B-0C0C-7BEC-EC0A0944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609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577F-1E6E-F778-B983-7E4FD53C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0612-528E-4E60-F97F-EF44B12C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9D227-BED1-A0C3-A71C-5E7AEECF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0F0C-B3A7-4797-AE96-22380AF7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E5239-C20A-E549-DAD9-6335608C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197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68C0-55D2-0FC9-D0EB-B9A41C58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78AAD-7D29-B353-5618-77FC7F240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92062-29CB-6AD0-B8CF-D1A86C37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F3083-E79F-D313-BEC0-84410660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6F0D8-5F80-2974-EB40-900D43A2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088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80D0-49CD-985E-54FD-AB9BFDAD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916CD-2415-2487-2200-B1EB9471D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7AD00-CDA2-7949-A390-CD6E1887A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F8364-46EB-4042-770A-28FFB9B4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8B022-26AF-E353-4304-63819FEF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F813A-4E4D-89C9-7AA8-B334E962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667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16C7-B21C-5AF8-9FF0-1839061B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CC0EE-8FA3-F497-D0ED-6260DD075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1A07A-162D-469A-98A9-2D6F8AF0B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D8A53-CEEF-BA37-BF90-E3FA085FF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B503C-D5EF-93FE-0FE2-B779F351B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5FA1C-3274-5EC5-48B8-CF16D2DA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B603D-747A-F87C-6374-884A2367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CC793-F9A8-FB44-B951-502E22A2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305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A8E7-B3D1-5401-A56B-CB85A45F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DF8FC-484B-D4E0-D92E-805881C4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C9D4F-0947-7B2F-DE22-38EC8074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C7084-1B4D-AACB-8EA8-1FE1B7D8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584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F7222-06CA-D164-C246-7BA51431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2E625-D6FB-C6B2-6D8F-ED1CE364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5A25F-3ECF-B09C-A7F2-262E64B5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39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2F11-77EB-139C-BC59-C502B009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76A1-A66D-61E9-E01B-575EAE061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4DC53-CBA9-D795-1F2F-AA4759A8B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3C77B-51FB-D1CF-87FE-BE62FDEA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5AAAB-940D-E4F2-DF29-2E9DE172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D786E-8893-D0E2-316E-AA4CC049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506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1DA0-9046-DCB1-3996-2149616B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9499E-57F8-00ED-334E-255005F58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53389-71F5-4090-9E68-BB89E2A84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BCA2C-A4F4-7E3F-AA7E-704BD7C1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C44B2-63ED-E2F0-C635-62CDB7C0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55D95-5451-CE88-55D7-FA5B8CB8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989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1134-5D7B-827E-B591-2637F82A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77531-C046-BB3E-0CC2-53951BCC0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8353-7616-2201-0B82-8D22A3DB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2667-C02B-65B1-AC74-B30BBD9E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86FEA-6B2F-798C-39F5-C6100D12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16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46B40-62DF-8B6A-53D5-DB3396995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4D3D8-CA4E-6772-17BA-36BC688BD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723F-EADB-9D71-1C11-F7AB23EB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ACC3-A429-3763-AB05-1FF40832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F78E-2BE3-9AC7-8851-D57C7827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14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6A918-E7C1-A29D-2E7E-A9F4F6EA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DED73-7FC5-AE9A-361F-764A8FA6E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9CDF-1E00-C0D7-ED44-DC013B3B2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435E6-835A-4FC4-801C-EB185CBEBA8B}" type="datetimeFigureOut">
              <a:rPr lang="en-NL" smtClean="0"/>
              <a:t>16/09/2025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12188-0886-25C5-002A-ACA2A4142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283E-7CDF-9265-7111-93FD6720F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2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A3D-46A2-C31A-8822-3A5566944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NL" sz="5400">
                <a:solidFill>
                  <a:schemeClr val="bg1"/>
                </a:solidFill>
              </a:rPr>
              <a:t>Automatic Translator 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17DD8-C0F8-9D9B-FC4D-653E2FC46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NL" sz="2000">
                <a:solidFill>
                  <a:schemeClr val="bg1"/>
                </a:solidFill>
              </a:rPr>
              <a:t>Sprint 0</a:t>
            </a:r>
          </a:p>
          <a:p>
            <a:r>
              <a:rPr lang="en-NL" sz="2000">
                <a:solidFill>
                  <a:schemeClr val="bg1"/>
                </a:solidFill>
              </a:rPr>
              <a:t>Scott, Arda, Amine, Omar, Tijmen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4812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910DC-7F77-C8DE-B875-CF9E756D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dirty="0" err="1">
                <a:solidFill>
                  <a:schemeClr val="bg1"/>
                </a:solidFill>
              </a:rPr>
              <a:t>Inhoud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A4AC-141D-41A6-E740-B582AC1BB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Wat is </a:t>
            </a:r>
            <a:r>
              <a:rPr lang="en-NL" dirty="0" err="1">
                <a:solidFill>
                  <a:schemeClr val="bg1"/>
                </a:solidFill>
              </a:rPr>
              <a:t>ons</a:t>
            </a:r>
            <a:r>
              <a:rPr lang="en-NL" dirty="0">
                <a:solidFill>
                  <a:schemeClr val="bg1"/>
                </a:solidFill>
              </a:rPr>
              <a:t> project?</a:t>
            </a:r>
          </a:p>
          <a:p>
            <a:r>
              <a:rPr lang="en-NL" dirty="0" err="1">
                <a:solidFill>
                  <a:schemeClr val="bg1"/>
                </a:solidFill>
              </a:rPr>
              <a:t>Projectbeheer</a:t>
            </a:r>
            <a:endParaRPr lang="en-NL" dirty="0">
              <a:solidFill>
                <a:schemeClr val="bg1"/>
              </a:solidFill>
            </a:endParaRPr>
          </a:p>
          <a:p>
            <a:r>
              <a:rPr lang="en-NL" dirty="0">
                <a:solidFill>
                  <a:schemeClr val="bg1"/>
                </a:solidFill>
              </a:rPr>
              <a:t>Retrospective</a:t>
            </a:r>
          </a:p>
          <a:p>
            <a:r>
              <a:rPr lang="en-NL" dirty="0">
                <a:solidFill>
                  <a:schemeClr val="bg1"/>
                </a:solidFill>
              </a:rPr>
              <a:t>Sprint 1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177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104C0-2BA7-D8D9-DEE2-B905506F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sz="4100" dirty="0">
                <a:solidFill>
                  <a:schemeClr val="bg1"/>
                </a:solidFill>
              </a:rPr>
              <a:t>Wat is </a:t>
            </a:r>
            <a:r>
              <a:rPr lang="en-NL" sz="4100" dirty="0" err="1">
                <a:solidFill>
                  <a:schemeClr val="bg1"/>
                </a:solidFill>
              </a:rPr>
              <a:t>ons</a:t>
            </a:r>
            <a:r>
              <a:rPr lang="en-NL" sz="4100" dirty="0">
                <a:solidFill>
                  <a:schemeClr val="bg1"/>
                </a:solidFill>
              </a:rPr>
              <a:t> project?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DC62-C3D6-D01A-00DC-21D729282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Mark </a:t>
            </a:r>
            <a:r>
              <a:rPr lang="en-NL" dirty="0" err="1">
                <a:solidFill>
                  <a:schemeClr val="bg1"/>
                </a:solidFill>
              </a:rPr>
              <a:t>Bauling</a:t>
            </a:r>
            <a:r>
              <a:rPr lang="en-NL" dirty="0">
                <a:solidFill>
                  <a:schemeClr val="bg1"/>
                </a:solidFill>
              </a:rPr>
              <a:t> van </a:t>
            </a:r>
            <a:r>
              <a:rPr lang="en-NL" dirty="0" err="1">
                <a:solidFill>
                  <a:schemeClr val="bg1"/>
                </a:solidFill>
              </a:rPr>
              <a:t>Cyrb</a:t>
            </a:r>
            <a:endParaRPr lang="en-NL" dirty="0">
              <a:solidFill>
                <a:schemeClr val="bg1"/>
              </a:solidFill>
            </a:endParaRPr>
          </a:p>
          <a:p>
            <a:r>
              <a:rPr lang="en-NL" dirty="0" err="1">
                <a:solidFill>
                  <a:schemeClr val="bg1"/>
                </a:solidFill>
              </a:rPr>
              <a:t>Probleemstelling</a:t>
            </a:r>
            <a:endParaRPr lang="en-NL" dirty="0">
              <a:solidFill>
                <a:schemeClr val="bg1"/>
              </a:solidFill>
            </a:endParaRPr>
          </a:p>
          <a:p>
            <a:r>
              <a:rPr lang="en-NL" dirty="0" err="1">
                <a:solidFill>
                  <a:schemeClr val="bg1"/>
                </a:solidFill>
              </a:rPr>
              <a:t>Opdracht</a:t>
            </a:r>
            <a:endParaRPr lang="en-NL" dirty="0">
              <a:solidFill>
                <a:schemeClr val="bg1"/>
              </a:solidFill>
            </a:endParaRPr>
          </a:p>
          <a:p>
            <a:r>
              <a:rPr lang="en-NL" dirty="0" err="1">
                <a:solidFill>
                  <a:schemeClr val="bg1"/>
                </a:solidFill>
              </a:rPr>
              <a:t>Eerste</a:t>
            </a:r>
            <a:r>
              <a:rPr lang="en-NL" dirty="0">
                <a:solidFill>
                  <a:schemeClr val="bg1"/>
                </a:solidFill>
              </a:rPr>
              <a:t> </a:t>
            </a:r>
            <a:r>
              <a:rPr lang="en-NL" dirty="0" err="1">
                <a:solidFill>
                  <a:schemeClr val="bg1"/>
                </a:solidFill>
              </a:rPr>
              <a:t>informatie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erson with spiky hair&#10;&#10;AI-generated content may be incorrect.">
            <a:extLst>
              <a:ext uri="{FF2B5EF4-FFF2-40B4-BE49-F238E27FC236}">
                <a16:creationId xmlns:a16="http://schemas.microsoft.com/office/drawing/2014/main" id="{7757EB1B-071E-A6A9-36C3-55449B93E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83" b="19897"/>
          <a:stretch/>
        </p:blipFill>
        <p:spPr>
          <a:xfrm>
            <a:off x="6383303" y="3247904"/>
            <a:ext cx="2713078" cy="32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2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7593E-BC95-4827-2743-9B102ABA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dirty="0" err="1">
                <a:solidFill>
                  <a:schemeClr val="bg1"/>
                </a:solidFill>
              </a:rPr>
              <a:t>Projectbeheer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57D2F-A444-BE39-AC52-6E7793649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GitHub/Markdown</a:t>
            </a:r>
          </a:p>
          <a:p>
            <a:r>
              <a:rPr lang="en-NL" dirty="0">
                <a:solidFill>
                  <a:schemeClr val="bg1"/>
                </a:solidFill>
              </a:rPr>
              <a:t>Discord </a:t>
            </a:r>
            <a:r>
              <a:rPr lang="en-NL" dirty="0" err="1">
                <a:solidFill>
                  <a:schemeClr val="bg1"/>
                </a:solidFill>
              </a:rPr>
              <a:t>onderling</a:t>
            </a:r>
            <a:endParaRPr lang="en-NL" dirty="0">
              <a:solidFill>
                <a:schemeClr val="bg1"/>
              </a:solidFill>
            </a:endParaRPr>
          </a:p>
          <a:p>
            <a:r>
              <a:rPr lang="en-NL" dirty="0">
                <a:solidFill>
                  <a:schemeClr val="bg1"/>
                </a:solidFill>
              </a:rPr>
              <a:t>Signal met </a:t>
            </a:r>
            <a:r>
              <a:rPr lang="en-NL" dirty="0" err="1">
                <a:solidFill>
                  <a:schemeClr val="bg1"/>
                </a:solidFill>
              </a:rPr>
              <a:t>opdrachtgever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023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9CD8B-CD78-4302-25A0-A0224023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Retrospective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54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6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FFCC1-F749-FCE9-2663-04A215FE5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Ons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gesprek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met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opdrachtgever</a:t>
            </a:r>
            <a:endParaRPr lang="en-NL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r>
              <a:rPr lang="en-NL" dirty="0" err="1">
                <a:solidFill>
                  <a:schemeClr val="bg1"/>
                </a:solidFill>
              </a:rPr>
              <a:t>Geheimhoudingsverklaring</a:t>
            </a:r>
            <a:endParaRPr lang="en-NL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2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white electrical device on a table&#10;&#10;AI-generated content may be incorrect.">
            <a:extLst>
              <a:ext uri="{FF2B5EF4-FFF2-40B4-BE49-F238E27FC236}">
                <a16:creationId xmlns:a16="http://schemas.microsoft.com/office/drawing/2014/main" id="{6948E2B6-B453-E199-E198-6D75BE946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394554" y="2470705"/>
            <a:ext cx="2850069" cy="380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8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1292D-8F90-6084-BC63-ABF7256A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Sprint 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6D889-2684-D5E6-4B04-A6EE18F1C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NL">
                <a:solidFill>
                  <a:schemeClr val="bg1"/>
                </a:solidFill>
              </a:rPr>
              <a:t>Veel inlezen </a:t>
            </a:r>
          </a:p>
          <a:p>
            <a:r>
              <a:rPr lang="en-NL">
                <a:solidFill>
                  <a:schemeClr val="bg1"/>
                </a:solidFill>
              </a:rPr>
              <a:t>Onderzoek</a:t>
            </a:r>
          </a:p>
          <a:p>
            <a:r>
              <a:rPr lang="en-NL">
                <a:solidFill>
                  <a:schemeClr val="bg1"/>
                </a:solidFill>
              </a:rPr>
              <a:t>Verdere planning maken</a:t>
            </a:r>
          </a:p>
          <a:p>
            <a:r>
              <a:rPr lang="en-NL">
                <a:solidFill>
                  <a:schemeClr val="bg1"/>
                </a:solidFill>
              </a:rPr>
              <a:t>Product verkrijgen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670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73766C730E1499570ED6FBE966F3C" ma:contentTypeVersion="10" ma:contentTypeDescription="Create a new document." ma:contentTypeScope="" ma:versionID="f541a7825e4f53995e5db6414ce69d44">
  <xsd:schema xmlns:xsd="http://www.w3.org/2001/XMLSchema" xmlns:xs="http://www.w3.org/2001/XMLSchema" xmlns:p="http://schemas.microsoft.com/office/2006/metadata/properties" xmlns:ns3="8e26a412-eb24-4fd0-bbc0-2e15db2be7b7" targetNamespace="http://schemas.microsoft.com/office/2006/metadata/properties" ma:root="true" ma:fieldsID="5a7d23a8842930c2eaa0b42a5815a204" ns3:_="">
    <xsd:import namespace="8e26a412-eb24-4fd0-bbc0-2e15db2be7b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6a412-eb24-4fd0-bbc0-2e15db2be7b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6a412-eb24-4fd0-bbc0-2e15db2be7b7" xsi:nil="true"/>
  </documentManagement>
</p:properties>
</file>

<file path=customXml/itemProps1.xml><?xml version="1.0" encoding="utf-8"?>
<ds:datastoreItem xmlns:ds="http://schemas.openxmlformats.org/officeDocument/2006/customXml" ds:itemID="{CF3A35BC-97C1-476E-A325-6C10FA0E94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26a412-eb24-4fd0-bbc0-2e15db2be7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1C5064-87E1-4A77-9528-556EFDE1BC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F50E2D-D0D4-44B0-BDC7-5B50B26B90CB}">
  <ds:schemaRefs>
    <ds:schemaRef ds:uri="http://www.w3.org/XML/1998/namespace"/>
    <ds:schemaRef ds:uri="http://schemas.microsoft.com/office/infopath/2007/PartnerControls"/>
    <ds:schemaRef ds:uri="8e26a412-eb24-4fd0-bbc0-2e15db2be7b7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62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Automatic Translator Board</vt:lpstr>
      <vt:lpstr>Inhoud</vt:lpstr>
      <vt:lpstr>Wat is ons project?</vt:lpstr>
      <vt:lpstr>Projectbeheer</vt:lpstr>
      <vt:lpstr>Retrospective</vt:lpstr>
      <vt:lpstr>Sprint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Tijmen Groenevelt (1103197)</dc:creator>
  <cp:lastModifiedBy>Tijmen Groenevelt (1103197)</cp:lastModifiedBy>
  <cp:revision>1</cp:revision>
  <dcterms:created xsi:type="dcterms:W3CDTF">2025-09-16T10:42:24Z</dcterms:created>
  <dcterms:modified xsi:type="dcterms:W3CDTF">2025-09-16T11:09:18Z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0x010100BFA73766C730E1499570ED6FBE966F3C</vt:lpwstr>
  </property>
</Properties>
</file>