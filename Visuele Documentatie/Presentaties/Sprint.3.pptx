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7" r:id="rId7"/>
    <p:sldId id="258" r:id="rId8"/>
    <p:sldId id="264" r:id="rId9"/>
    <p:sldId id="265" r:id="rId10"/>
    <p:sldId id="270" r:id="rId11"/>
    <p:sldId id="261" r:id="rId12"/>
    <p:sldId id="262" r:id="rId1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03BA-41D0-CE7C-C882-0637233B8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D29E9-6EA5-D100-AF27-081490EE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F3A0-1F63-AEFA-A9BD-3A6E2F96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CAE6-E959-3A4B-9D2C-FA883E76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3834-F60B-0C0C-7BEC-EC0A0944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609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577F-1E6E-F778-B983-7E4FD53C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0612-528E-4E60-F97F-EF44B12C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D227-BED1-A0C3-A71C-5E7AEECF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0F0C-B3A7-4797-AE96-22380AF7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E5239-C20A-E549-DAD9-6335608C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197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68C0-55D2-0FC9-D0EB-B9A41C58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78AAD-7D29-B353-5618-77FC7F240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2062-29CB-6AD0-B8CF-D1A86C37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3083-E79F-D313-BEC0-84410660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6F0D8-5F80-2974-EB40-900D43A2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088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80D0-49CD-985E-54FD-AB9BFDAD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16CD-2415-2487-2200-B1EB9471D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7AD00-CDA2-7949-A390-CD6E1887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F8364-46EB-4042-770A-28FFB9B4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8B022-26AF-E353-4304-63819FEF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F813A-4E4D-89C9-7AA8-B334E962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667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16C7-B21C-5AF8-9FF0-1839061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CC0EE-8FA3-F497-D0ED-6260DD075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1A07A-162D-469A-98A9-2D6F8AF0B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D8A53-CEEF-BA37-BF90-E3FA085FF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B503C-D5EF-93FE-0FE2-B779F351B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5FA1C-3274-5EC5-48B8-CF16D2DA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B603D-747A-F87C-6374-884A2367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C793-F9A8-FB44-B951-502E22A2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305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A8E7-B3D1-5401-A56B-CB85A45F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DF8FC-484B-D4E0-D92E-805881C4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C9D4F-0947-7B2F-DE22-38EC8074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7084-1B4D-AACB-8EA8-1FE1B7D8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84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F7222-06CA-D164-C246-7BA51431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2E625-D6FB-C6B2-6D8F-ED1CE364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5A25F-3ECF-B09C-A7F2-262E64B5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39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2F11-77EB-139C-BC59-C502B009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76A1-A66D-61E9-E01B-575EAE061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4DC53-CBA9-D795-1F2F-AA4759A8B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3C77B-51FB-D1CF-87FE-BE62FDEA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5AAAB-940D-E4F2-DF29-2E9DE172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D786E-8893-D0E2-316E-AA4CC049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506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1DA0-9046-DCB1-3996-2149616B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9499E-57F8-00ED-334E-255005F58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53389-71F5-4090-9E68-BB89E2A84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CA2C-A4F4-7E3F-AA7E-704BD7C1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C44B2-63ED-E2F0-C635-62CDB7C0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55D95-5451-CE88-55D7-FA5B8CB8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989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1134-5D7B-827E-B591-2637F82A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77531-C046-BB3E-0CC2-53951BCC0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8353-7616-2201-0B82-8D22A3DB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2667-C02B-65B1-AC74-B30BBD9E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6FEA-6B2F-798C-39F5-C6100D12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16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46B40-62DF-8B6A-53D5-DB3396995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D3D8-CA4E-6772-17BA-36BC688B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723F-EADB-9D71-1C11-F7AB23EB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ACC3-A429-3763-AB05-1FF40832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F78E-2BE3-9AC7-8851-D57C7827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14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6A918-E7C1-A29D-2E7E-A9F4F6EA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DED73-7FC5-AE9A-361F-764A8FA6E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9CDF-1E00-C0D7-ED44-DC013B3B2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435E6-835A-4FC4-801C-EB185CBEBA8B}" type="datetimeFigureOut">
              <a:rPr lang="en-NL" smtClean="0"/>
              <a:t>01/28/2026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2188-0886-25C5-002A-ACA2A4142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283E-7CDF-9265-7111-93FD6720F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2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A3D-46A2-C31A-8822-3A5566944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NL" sz="5400" dirty="0">
                <a:solidFill>
                  <a:schemeClr val="bg1"/>
                </a:solidFill>
              </a:rPr>
              <a:t>Dynamic Translator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17DD8-C0F8-9D9B-FC4D-653E2FC4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NL" sz="2000" dirty="0">
                <a:solidFill>
                  <a:schemeClr val="bg1"/>
                </a:solidFill>
              </a:rPr>
              <a:t>Sprint </a:t>
            </a:r>
            <a:r>
              <a:rPr lang="en-US" sz="2000" dirty="0">
                <a:solidFill>
                  <a:schemeClr val="bg1"/>
                </a:solidFill>
              </a:rPr>
              <a:t>3</a:t>
            </a:r>
            <a:endParaRPr lang="en-NL" sz="2000" dirty="0">
              <a:solidFill>
                <a:schemeClr val="bg1"/>
              </a:solidFill>
            </a:endParaRPr>
          </a:p>
          <a:p>
            <a:r>
              <a:rPr lang="en-NL" sz="2000" dirty="0">
                <a:solidFill>
                  <a:schemeClr val="bg1"/>
                </a:solidFill>
              </a:rPr>
              <a:t>Scott, Arda, Amine, Omar, Tijmen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812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910DC-7F77-C8DE-B875-CF9E756D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Inhoud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A4AC-141D-41A6-E740-B582AC1BB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Wat is ons project?</a:t>
            </a:r>
          </a:p>
          <a:p>
            <a:r>
              <a:rPr lang="nl-NL" dirty="0">
                <a:solidFill>
                  <a:schemeClr val="bg1"/>
                </a:solidFill>
              </a:rPr>
              <a:t>Wat hebben we gedaan?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>
                <a:solidFill>
                  <a:schemeClr val="bg1"/>
                </a:solidFill>
              </a:rPr>
              <a:t>Retrospective</a:t>
            </a:r>
          </a:p>
          <a:p>
            <a:r>
              <a:rPr lang="en-NL" dirty="0">
                <a:solidFill>
                  <a:schemeClr val="bg1"/>
                </a:solidFill>
              </a:rPr>
              <a:t>Sprint </a:t>
            </a:r>
            <a:r>
              <a:rPr lang="en-US" dirty="0">
                <a:solidFill>
                  <a:schemeClr val="bg1"/>
                </a:solidFill>
              </a:rPr>
              <a:t>4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17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54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B4564-D0F6-0AD3-8CC7-398D30A9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Wat is ons project</a:t>
            </a:r>
          </a:p>
        </p:txBody>
      </p: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4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9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2" name="Content Placeholder 2">
            <a:extLst>
              <a:ext uri="{FF2B5EF4-FFF2-40B4-BE49-F238E27FC236}">
                <a16:creationId xmlns:a16="http://schemas.microsoft.com/office/drawing/2014/main" id="{D0691311-3471-5CB8-22C1-8D2086BA0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Dynamic translator board</a:t>
            </a:r>
          </a:p>
          <a:p>
            <a:r>
              <a:rPr lang="en-NL" dirty="0">
                <a:solidFill>
                  <a:schemeClr val="bg1"/>
                </a:solidFill>
              </a:rPr>
              <a:t>Cyrb</a:t>
            </a:r>
          </a:p>
          <a:p>
            <a:r>
              <a:rPr lang="en-NL" dirty="0">
                <a:solidFill>
                  <a:schemeClr val="bg1"/>
                </a:solidFill>
              </a:rPr>
              <a:t>Modulaire sensoren</a:t>
            </a:r>
          </a:p>
        </p:txBody>
      </p:sp>
      <p:grpSp>
        <p:nvGrpSpPr>
          <p:cNvPr id="553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352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7593E-BC95-4827-2743-9B102ABA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542" y="960228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nl-NL">
                <a:solidFill>
                  <a:schemeClr val="bg1"/>
                </a:solidFill>
              </a:rPr>
              <a:t>Wat hebben we gedaan?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549388A-B2FC-1EE7-E98E-56E67F89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76" y="3451308"/>
            <a:ext cx="11035950" cy="199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3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36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58269-5A03-86EA-B224-EE5EEA42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chemeClr val="bg1"/>
                </a:solidFill>
              </a:rPr>
              <a:t>Requirementsanalyse</a:t>
            </a:r>
            <a:br>
              <a:rPr lang="en-NL" sz="3100" dirty="0">
                <a:solidFill>
                  <a:schemeClr val="bg1"/>
                </a:solidFill>
              </a:rPr>
            </a:br>
            <a:endParaRPr lang="en-NL" sz="3100" dirty="0">
              <a:solidFill>
                <a:schemeClr val="bg1"/>
              </a:solidFill>
            </a:endParaRPr>
          </a:p>
        </p:txBody>
      </p:sp>
      <p:grpSp>
        <p:nvGrpSpPr>
          <p:cNvPr id="363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5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6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67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68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34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535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6F30219-F81D-5F70-38F0-83126CDE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249" y="359243"/>
            <a:ext cx="3274249" cy="3590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96714E-181E-AAFB-906D-B5930C89C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998" y="4231365"/>
            <a:ext cx="3892750" cy="1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25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B807F-4A64-B292-170F-E79D136A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42" y="151262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Onderzoek</a:t>
            </a:r>
            <a:r>
              <a:rPr lang="en-US" dirty="0">
                <a:solidFill>
                  <a:schemeClr val="bg1"/>
                </a:solidFill>
              </a:rPr>
              <a:t>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modulairteit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AAE7B2D-F364-F7A2-6DF4-D468AA17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051" y="396355"/>
            <a:ext cx="3391458" cy="3749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EC3193-60CA-CD3C-7366-21A305FB3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45" y="4227210"/>
            <a:ext cx="5086296" cy="247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1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96FA5-2E7F-FAC5-A312-077545E2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177" y="763117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Testplan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660AA61-36BD-9EA1-BE3E-471CFC7DD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91" y="655672"/>
            <a:ext cx="3331933" cy="5025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C27B37-3EA2-986A-2A74-C30CA2480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367" y="3322997"/>
            <a:ext cx="4372960" cy="1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5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9CD8B-CD78-4302-25A0-A0224023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Retrospective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6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FFCC1-F749-FCE9-2663-04A215FE5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Communicatie heeft wat aandachtspuntjes</a:t>
            </a:r>
          </a:p>
          <a:p>
            <a:r>
              <a:rPr lang="en-US" dirty="0" err="1">
                <a:solidFill>
                  <a:schemeClr val="bg1"/>
                </a:solidFill>
              </a:rPr>
              <a:t>Aanwezigheid</a:t>
            </a:r>
            <a:endParaRPr lang="en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</p:txBody>
      </p:sp>
      <p:grpSp>
        <p:nvGrpSpPr>
          <p:cNvPr id="62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688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1292D-8F90-6084-BC63-ABF7256A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563764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Sprint </a:t>
            </a:r>
            <a:r>
              <a:rPr lang="en-US" dirty="0">
                <a:solidFill>
                  <a:schemeClr val="bg1"/>
                </a:solidFill>
              </a:rPr>
              <a:t>4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Tijdelijke aanduiding voor inhoud 4">
            <a:extLst>
              <a:ext uri="{FF2B5EF4-FFF2-40B4-BE49-F238E27FC236}">
                <a16:creationId xmlns:a16="http://schemas.microsoft.com/office/drawing/2014/main" id="{D9CB118F-0A62-0812-F1FD-1EC97ED20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310" y="2808212"/>
            <a:ext cx="8497124" cy="278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0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6a412-eb24-4fd0-bbc0-2e15db2be7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73766C730E1499570ED6FBE966F3C" ma:contentTypeVersion="11" ma:contentTypeDescription="Create a new document." ma:contentTypeScope="" ma:versionID="b91045e47f069336ae4937b4b289239b">
  <xsd:schema xmlns:xsd="http://www.w3.org/2001/XMLSchema" xmlns:xs="http://www.w3.org/2001/XMLSchema" xmlns:p="http://schemas.microsoft.com/office/2006/metadata/properties" xmlns:ns3="8e26a412-eb24-4fd0-bbc0-2e15db2be7b7" targetNamespace="http://schemas.microsoft.com/office/2006/metadata/properties" ma:root="true" ma:fieldsID="c90cb3e74293a755eda67fa8ae9be840" ns3:_="">
    <xsd:import namespace="8e26a412-eb24-4fd0-bbc0-2e15db2be7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6a412-eb24-4fd0-bbc0-2e15db2be7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1C5064-87E1-4A77-9528-556EFDE1BC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F50E2D-D0D4-44B0-BDC7-5B50B26B90CB}">
  <ds:schemaRefs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8e26a412-eb24-4fd0-bbc0-2e15db2be7b7"/>
    <ds:schemaRef ds:uri="http://schemas.microsoft.com/office/2006/documentManagement/typ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39AF74-0613-4003-B2C5-AAD6690F01D2}">
  <ds:schemaRefs>
    <ds:schemaRef ds:uri="8e26a412-eb24-4fd0-bbc0-2e15db2be7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TM02900743[[fn=Organisch]]</Template>
  <TotalTime>15</TotalTime>
  <Words>57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Dynamic Translator Board</vt:lpstr>
      <vt:lpstr>Inhoud</vt:lpstr>
      <vt:lpstr>Wat is ons project</vt:lpstr>
      <vt:lpstr>Wat hebben we gedaan?</vt:lpstr>
      <vt:lpstr>Requirementsanalyse </vt:lpstr>
      <vt:lpstr>Onderzoek  modulairteit</vt:lpstr>
      <vt:lpstr>Testplan</vt:lpstr>
      <vt:lpstr>Retrospective</vt:lpstr>
      <vt:lpstr>Sprint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Tijmen Groenevelt (1103197)</dc:creator>
  <cp:lastModifiedBy>omar mansour</cp:lastModifiedBy>
  <cp:revision>13</cp:revision>
  <dcterms:created xsi:type="dcterms:W3CDTF">2025-09-16T10:42:24Z</dcterms:created>
  <dcterms:modified xsi:type="dcterms:W3CDTF">2026-01-28T11:47:44Z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0x010100BFA73766C730E1499570ED6FBE966F3C</vt:lpwstr>
  </property>
</Properties>
</file>