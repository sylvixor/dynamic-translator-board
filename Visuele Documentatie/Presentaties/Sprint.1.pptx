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58" r:id="rId7"/>
    <p:sldId id="266" r:id="rId8"/>
    <p:sldId id="264" r:id="rId9"/>
    <p:sldId id="265" r:id="rId10"/>
    <p:sldId id="261" r:id="rId11"/>
    <p:sldId id="262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 dirty="0">
                <a:solidFill>
                  <a:schemeClr val="bg1"/>
                </a:solidFill>
              </a:rPr>
              <a:t>Dynamic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 dirty="0">
                <a:solidFill>
                  <a:schemeClr val="bg1"/>
                </a:solidFill>
              </a:rPr>
              <a:t>Sprint </a:t>
            </a:r>
            <a:r>
              <a:rPr lang="nl-NL" sz="2000" dirty="0">
                <a:solidFill>
                  <a:schemeClr val="bg1"/>
                </a:solidFill>
              </a:rPr>
              <a:t>1</a:t>
            </a:r>
            <a:endParaRPr lang="en-NL" sz="2000" dirty="0">
              <a:solidFill>
                <a:schemeClr val="bg1"/>
              </a:solidFill>
            </a:endParaRPr>
          </a:p>
          <a:p>
            <a:r>
              <a:rPr lang="en-NL" sz="2000" dirty="0">
                <a:solidFill>
                  <a:schemeClr val="bg1"/>
                </a:solidFill>
              </a:rPr>
              <a:t>Scott, Arda, Amine,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 err="1">
                <a:solidFill>
                  <a:schemeClr val="bg1"/>
                </a:solidFill>
              </a:rPr>
              <a:t>Inhoud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Wat hebben we gedaan?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>
                <a:solidFill>
                  <a:schemeClr val="bg1"/>
                </a:solidFill>
              </a:rPr>
              <a:t>Retrospective</a:t>
            </a:r>
          </a:p>
          <a:p>
            <a:r>
              <a:rPr lang="en-NL" dirty="0">
                <a:solidFill>
                  <a:schemeClr val="bg1"/>
                </a:solidFill>
              </a:rPr>
              <a:t>Sprint </a:t>
            </a:r>
            <a:r>
              <a:rPr lang="nl-NL" dirty="0">
                <a:solidFill>
                  <a:schemeClr val="bg1"/>
                </a:solidFill>
              </a:rPr>
              <a:t>2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Wat hebben we gedaan?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57D2F-A444-BE39-AC52-6E7793649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Samenwerkingsovereenkomst</a:t>
            </a:r>
          </a:p>
          <a:p>
            <a:r>
              <a:rPr lang="nl-NL" dirty="0" err="1">
                <a:solidFill>
                  <a:schemeClr val="bg1"/>
                </a:solidFill>
              </a:rPr>
              <a:t>Userstories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Gesprek gehad (</a:t>
            </a:r>
            <a:r>
              <a:rPr lang="nl-NL" dirty="0" err="1">
                <a:solidFill>
                  <a:schemeClr val="bg1"/>
                </a:solidFill>
              </a:rPr>
              <a:t>cyrb</a:t>
            </a:r>
            <a:r>
              <a:rPr lang="nl-NL" dirty="0">
                <a:solidFill>
                  <a:schemeClr val="bg1"/>
                </a:solidFill>
              </a:rPr>
              <a:t>)</a:t>
            </a:r>
          </a:p>
          <a:p>
            <a:r>
              <a:rPr lang="nl-NL" dirty="0">
                <a:solidFill>
                  <a:schemeClr val="bg1"/>
                </a:solidFill>
              </a:rPr>
              <a:t>Documentatie ingelezen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 err="1">
                <a:solidFill>
                  <a:schemeClr val="bg1"/>
                </a:solidFill>
              </a:rPr>
              <a:t>Onderzoek</a:t>
            </a:r>
            <a:endParaRPr lang="nl-NL" dirty="0">
              <a:solidFill>
                <a:schemeClr val="bg1"/>
              </a:solidFill>
            </a:endParaRPr>
          </a:p>
          <a:p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04D72-33E2-49BF-EF50-40B18CA0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536" y="384534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dirty="0" err="1">
                <a:solidFill>
                  <a:schemeClr val="bg1"/>
                </a:solidFill>
              </a:rPr>
              <a:t>Voortgang</a:t>
            </a:r>
            <a:r>
              <a:rPr lang="en-NL" dirty="0">
                <a:solidFill>
                  <a:schemeClr val="bg1"/>
                </a:solidFill>
              </a:rPr>
              <a:t> </a:t>
            </a:r>
            <a:r>
              <a:rPr lang="en-NL" dirty="0" err="1">
                <a:solidFill>
                  <a:schemeClr val="bg1"/>
                </a:solidFill>
              </a:rPr>
              <a:t>onderzoek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Content Placeholder 4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3BC18305-471A-2F55-3C9F-7BEB7B586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753" y="800100"/>
            <a:ext cx="3966089" cy="4351338"/>
          </a:xfrm>
        </p:spPr>
      </p:pic>
      <p:pic>
        <p:nvPicPr>
          <p:cNvPr id="7" name="Picture 6" descr="A circuit board with wires&#10;&#10;AI-generated content may be incorrect.">
            <a:extLst>
              <a:ext uri="{FF2B5EF4-FFF2-40B4-BE49-F238E27FC236}">
                <a16:creationId xmlns:a16="http://schemas.microsoft.com/office/drawing/2014/main" id="{D8A8A338-8D89-3DA0-0B91-20076EA23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69"/>
          <a:stretch/>
        </p:blipFill>
        <p:spPr>
          <a:xfrm rot="5400000">
            <a:off x="1384097" y="2115711"/>
            <a:ext cx="2783834" cy="4928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C8DEFD-5651-054B-23DA-515CE29926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744" y="2548282"/>
            <a:ext cx="3782940" cy="28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8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8269-5A03-86EA-B224-EE5EEA4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sz="3100">
                <a:solidFill>
                  <a:schemeClr val="bg1"/>
                </a:solidFill>
              </a:rPr>
              <a:t>Samenwerkingsovereenkomst</a:t>
            </a:r>
          </a:p>
        </p:txBody>
      </p:sp>
      <p:grpSp>
        <p:nvGrpSpPr>
          <p:cNvPr id="36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5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8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53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35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E8120-CB94-9DEF-D96A-FE2EEB532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E451FA-66FA-E1AB-B186-8AD34587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7530" y="-1"/>
            <a:ext cx="6273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325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B807F-4A64-B292-170F-E79D136A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529" y="106704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User stories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C4EE-F950-0ACD-84C7-6F1ED1E93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C44A90-4A96-F67C-F3D1-B7BED2E54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977" y="2326439"/>
            <a:ext cx="9696225" cy="411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1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9CD8B-CD78-4302-25A0-A022402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Retrospective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5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FCC1-F749-FCE9-2663-04A215FE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nl-NL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Project deels veranderd door opdrachtgever</a:t>
            </a:r>
          </a:p>
          <a:p>
            <a:r>
              <a:rPr lang="nl-NL" dirty="0">
                <a:solidFill>
                  <a:schemeClr val="bg1"/>
                </a:solidFill>
              </a:rPr>
              <a:t>Samenwerking ging goed</a:t>
            </a:r>
          </a:p>
          <a:p>
            <a:r>
              <a:rPr lang="nl-NL" dirty="0">
                <a:solidFill>
                  <a:schemeClr val="bg1"/>
                </a:solidFill>
              </a:rPr>
              <a:t>Weinig tijd gehad</a:t>
            </a:r>
          </a:p>
          <a:p>
            <a:endParaRPr lang="nl-NL" dirty="0">
              <a:solidFill>
                <a:schemeClr val="bg1"/>
              </a:solidFill>
            </a:endParaRPr>
          </a:p>
        </p:txBody>
      </p:sp>
      <p:grpSp>
        <p:nvGrpSpPr>
          <p:cNvPr id="6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882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1292D-8F90-6084-BC63-ABF7256A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Sprint </a:t>
            </a:r>
            <a:r>
              <a:rPr lang="nl-NL" dirty="0">
                <a:solidFill>
                  <a:schemeClr val="bg1"/>
                </a:solidFill>
              </a:rPr>
              <a:t>2</a:t>
            </a:r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6D889-2684-D5E6-4B04-A6EE18F1C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Generale </a:t>
            </a:r>
            <a:r>
              <a:rPr lang="en-NL" dirty="0" err="1">
                <a:solidFill>
                  <a:schemeClr val="bg1"/>
                </a:solidFill>
              </a:rPr>
              <a:t>mijlpalen</a:t>
            </a:r>
            <a:r>
              <a:rPr lang="en-NL" dirty="0">
                <a:solidFill>
                  <a:schemeClr val="bg1"/>
                </a:solidFill>
              </a:rPr>
              <a:t> </a:t>
            </a:r>
            <a:r>
              <a:rPr lang="en-NL" dirty="0" err="1">
                <a:solidFill>
                  <a:schemeClr val="bg1"/>
                </a:solidFill>
              </a:rPr>
              <a:t>zetten</a:t>
            </a:r>
            <a:endParaRPr lang="en-NL" dirty="0">
              <a:solidFill>
                <a:schemeClr val="bg1"/>
              </a:solidFill>
            </a:endParaRPr>
          </a:p>
          <a:p>
            <a:r>
              <a:rPr lang="en-NL" dirty="0">
                <a:solidFill>
                  <a:schemeClr val="bg1"/>
                </a:solidFill>
              </a:rPr>
              <a:t>Testen </a:t>
            </a:r>
            <a:r>
              <a:rPr lang="en-NL" dirty="0" err="1">
                <a:solidFill>
                  <a:schemeClr val="bg1"/>
                </a:solidFill>
              </a:rPr>
              <a:t>doen</a:t>
            </a:r>
            <a:r>
              <a:rPr lang="en-NL" dirty="0">
                <a:solidFill>
                  <a:schemeClr val="bg1"/>
                </a:solidFill>
              </a:rPr>
              <a:t> – Scott, Tijmen</a:t>
            </a:r>
          </a:p>
          <a:p>
            <a:r>
              <a:rPr lang="en-NL" dirty="0">
                <a:solidFill>
                  <a:schemeClr val="bg1"/>
                </a:solidFill>
              </a:rPr>
              <a:t>Flowchart - Omar</a:t>
            </a:r>
          </a:p>
          <a:p>
            <a:r>
              <a:rPr lang="en-NL" dirty="0" err="1">
                <a:solidFill>
                  <a:schemeClr val="bg1"/>
                </a:solidFill>
              </a:rPr>
              <a:t>Architectuur</a:t>
            </a:r>
            <a:r>
              <a:rPr lang="en-NL" dirty="0">
                <a:solidFill>
                  <a:schemeClr val="bg1"/>
                </a:solidFill>
              </a:rPr>
              <a:t> - Amine</a:t>
            </a:r>
          </a:p>
          <a:p>
            <a:r>
              <a:rPr lang="en-NL" dirty="0" err="1">
                <a:solidFill>
                  <a:schemeClr val="bg1"/>
                </a:solidFill>
              </a:rPr>
              <a:t>Github</a:t>
            </a:r>
            <a:r>
              <a:rPr lang="en-NL" dirty="0">
                <a:solidFill>
                  <a:schemeClr val="bg1"/>
                </a:solidFill>
              </a:rPr>
              <a:t> in </a:t>
            </a:r>
            <a:r>
              <a:rPr lang="en-NL" dirty="0" err="1">
                <a:solidFill>
                  <a:schemeClr val="bg1"/>
                </a:solidFill>
              </a:rPr>
              <a:t>orde</a:t>
            </a:r>
            <a:r>
              <a:rPr lang="en-NL" dirty="0">
                <a:solidFill>
                  <a:schemeClr val="bg1"/>
                </a:solidFill>
              </a:rPr>
              <a:t> </a:t>
            </a:r>
            <a:r>
              <a:rPr lang="en-NL" dirty="0" err="1">
                <a:solidFill>
                  <a:schemeClr val="bg1"/>
                </a:solidFill>
              </a:rPr>
              <a:t>maken</a:t>
            </a:r>
            <a:r>
              <a:rPr lang="en-NL" dirty="0">
                <a:solidFill>
                  <a:schemeClr val="bg1"/>
                </a:solidFill>
              </a:rPr>
              <a:t> - Arda</a:t>
            </a:r>
          </a:p>
          <a:p>
            <a:endParaRPr lang="en-NL" dirty="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670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1" ma:contentTypeDescription="Create a new document." ma:contentTypeScope="" ma:versionID="b91045e47f069336ae4937b4b289239b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c90cb3e74293a755eda67fa8ae9be840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F50E2D-D0D4-44B0-BDC7-5B50B26B90CB}">
  <ds:schemaRefs>
    <ds:schemaRef ds:uri="http://purl.org/dc/elements/1.1/"/>
    <ds:schemaRef ds:uri="http://schemas.microsoft.com/office/2006/metadata/properties"/>
    <ds:schemaRef ds:uri="http://purl.org/dc/dcmitype/"/>
    <ds:schemaRef ds:uri="http://schemas.microsoft.com/office/2006/documentManagement/types"/>
    <ds:schemaRef ds:uri="8e26a412-eb24-4fd0-bbc0-2e15db2be7b7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39AF74-0613-4003-B2C5-AAD6690F01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26a412-eb24-4fd0-bbc0-2e15db2be7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78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Dynamic Translator Board</vt:lpstr>
      <vt:lpstr>Inhoud</vt:lpstr>
      <vt:lpstr>Wat hebben we gedaan?</vt:lpstr>
      <vt:lpstr>Voortgang onderzoek</vt:lpstr>
      <vt:lpstr>Samenwerkingsovereenkomst</vt:lpstr>
      <vt:lpstr>User stories</vt:lpstr>
      <vt:lpstr>Retrospective</vt:lpstr>
      <vt:lpstr>Sprint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Tijmen Groenevelt (1103197)</dc:creator>
  <cp:lastModifiedBy>Tijmen Groenevelt (1103197)</cp:lastModifiedBy>
  <cp:revision>5</cp:revision>
  <dcterms:created xsi:type="dcterms:W3CDTF">2025-09-16T10:42:24Z</dcterms:created>
  <dcterms:modified xsi:type="dcterms:W3CDTF">2026-01-27T13:50:22Z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